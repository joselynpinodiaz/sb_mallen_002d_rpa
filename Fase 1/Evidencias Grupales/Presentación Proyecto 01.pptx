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Roboto Thin"/>
      <p:regular r:id="rId31"/>
      <p:bold r:id="rId32"/>
      <p:italic r:id="rId33"/>
      <p:boldItalic r:id="rId34"/>
    </p:embeddedFont>
    <p:embeddedFont>
      <p:font typeface="Roboto Medium"/>
      <p:regular r:id="rId35"/>
      <p:bold r:id="rId36"/>
      <p:italic r:id="rId37"/>
      <p:boldItalic r:id="rId38"/>
    </p:embeddedFont>
    <p:embeddedFont>
      <p:font typeface="Roboto"/>
      <p:regular r:id="rId39"/>
      <p:bold r:id="rId40"/>
      <p:italic r:id="rId41"/>
      <p:boldItalic r:id="rId42"/>
    </p:embeddedFont>
    <p:embeddedFont>
      <p:font typeface="Franklin Gothic"/>
      <p:bold r:id="rId43"/>
    </p:embeddedFont>
    <p:embeddedFont>
      <p:font typeface="Bebas Neue"/>
      <p:regular r:id="rId44"/>
    </p:embeddedFont>
    <p:embeddedFont>
      <p:font typeface="Roboto Condensed"/>
      <p:regular r:id="rId45"/>
      <p:bold r:id="rId46"/>
      <p:italic r:id="rId47"/>
      <p:boldItalic r:id="rId48"/>
    </p:embeddedFont>
    <p:embeddedFont>
      <p:font typeface="Roboto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3" roundtripDataSignature="AMtx7mh4ab1QWG+da+fbpWDahXfr+yh8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F5F516-BFAB-419B-ABC8-875F74E25C3B}">
  <a:tblStyle styleId="{9BF5F516-BFAB-419B-ABC8-875F74E25C3B}"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7974E9B-6767-4AEC-BC39-63C956ED4AB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42" Type="http://schemas.openxmlformats.org/officeDocument/2006/relationships/font" Target="fonts/Roboto-boldItalic.fntdata"/><Relationship Id="rId41" Type="http://schemas.openxmlformats.org/officeDocument/2006/relationships/font" Target="fonts/Roboto-italic.fntdata"/><Relationship Id="rId44" Type="http://schemas.openxmlformats.org/officeDocument/2006/relationships/font" Target="fonts/BebasNeue-regular.fntdata"/><Relationship Id="rId43" Type="http://schemas.openxmlformats.org/officeDocument/2006/relationships/font" Target="fonts/FranklinGothic-bold.fntdata"/><Relationship Id="rId46" Type="http://schemas.openxmlformats.org/officeDocument/2006/relationships/font" Target="fonts/RobotoCondensed-bold.fntdata"/><Relationship Id="rId45" Type="http://schemas.openxmlformats.org/officeDocument/2006/relationships/font" Target="fonts/RobotoCondense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Condensed-boldItalic.fntdata"/><Relationship Id="rId47" Type="http://schemas.openxmlformats.org/officeDocument/2006/relationships/font" Target="fonts/RobotoCondensed-italic.fntdata"/><Relationship Id="rId49"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Thin-regular.fntdata"/><Relationship Id="rId30" Type="http://schemas.openxmlformats.org/officeDocument/2006/relationships/slide" Target="slides/slide25.xml"/><Relationship Id="rId33" Type="http://schemas.openxmlformats.org/officeDocument/2006/relationships/font" Target="fonts/RobotoThin-italic.fntdata"/><Relationship Id="rId32" Type="http://schemas.openxmlformats.org/officeDocument/2006/relationships/font" Target="fonts/RobotoThin-bold.fntdata"/><Relationship Id="rId35" Type="http://schemas.openxmlformats.org/officeDocument/2006/relationships/font" Target="fonts/RobotoMedium-regular.fntdata"/><Relationship Id="rId34" Type="http://schemas.openxmlformats.org/officeDocument/2006/relationships/font" Target="fonts/RobotoThin-boldItalic.fntdata"/><Relationship Id="rId37" Type="http://schemas.openxmlformats.org/officeDocument/2006/relationships/font" Target="fonts/RobotoMedium-italic.fntdata"/><Relationship Id="rId36" Type="http://schemas.openxmlformats.org/officeDocument/2006/relationships/font" Target="fonts/RobotoMedium-bold.fntdata"/><Relationship Id="rId39" Type="http://schemas.openxmlformats.org/officeDocument/2006/relationships/font" Target="fonts/Roboto-regular.fntdata"/><Relationship Id="rId38" Type="http://schemas.openxmlformats.org/officeDocument/2006/relationships/font" Target="fonts/RobotoMedium-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italic.fntdata"/><Relationship Id="rId50" Type="http://schemas.openxmlformats.org/officeDocument/2006/relationships/font" Target="fonts/RobotoMono-bold.fntdata"/><Relationship Id="rId53" Type="http://customschemas.google.com/relationships/presentationmetadata" Target="metadata"/><Relationship Id="rId52"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8bb8eb9a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8bb8eb9a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8bb8eb9a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f8bb8eb9a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8bb8eb9a8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f8bb8eb9a8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8bb8eb9a8_0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f8bb8eb9a8_0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8bb8eb9a8_0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f8bb8eb9a8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8bb8eb9a8_0_20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f8bb8eb9a8_0_20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8bb8eb9a8_0_2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f8bb8eb9a8_0_22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8bb8eb9a8_0_2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3f8bb8eb9a8_0_2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8bb8eb9a8_0_4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3f8bb8eb9a8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1" lang="es-ES"/>
              <a:t>Maquetas  Wireframe o  mockups Minutas de reuniones</a:t>
            </a:r>
            <a:r>
              <a:rPr lang="es-ES"/>
              <a:t> que evidencien el trabajo colaborativo.</a:t>
            </a:r>
            <a:r>
              <a:rPr b="1" lang="es-ES"/>
              <a:t>Diseño de la arquitectura del sistema.Evidencias técnicas:</a:t>
            </a:r>
            <a:r>
              <a:rPr lang="es-ES"/>
              <a:t> desarrollo de Backend y Frontend.</a:t>
            </a:r>
            <a:r>
              <a:rPr b="1" lang="es-ES"/>
              <a:t>Evidencias de aseguramiento de calidad (QA):</a:t>
            </a:r>
            <a:r>
              <a:rPr lang="es-ES"/>
              <a:t> plan de pruebas, casos de prueba o estándar de validación utilizado.</a:t>
            </a:r>
            <a:r>
              <a:rPr b="1" lang="es-ES"/>
              <a:t>Manuales de usuario.</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1" lang="es-ES"/>
              <a:t>Maquetas  Wireframe o  mockups Minutas de reuniones</a:t>
            </a:r>
            <a:r>
              <a:rPr lang="es-ES"/>
              <a:t> que evidencien el trabajo colaborativo.</a:t>
            </a:r>
            <a:r>
              <a:rPr b="1" lang="es-ES"/>
              <a:t>Diseño de la arquitectura del sistema.Evidencias técnicas:</a:t>
            </a:r>
            <a:r>
              <a:rPr lang="es-ES"/>
              <a:t> desarrollo de Backend y Frontend.</a:t>
            </a:r>
            <a:r>
              <a:rPr b="1" lang="es-ES"/>
              <a:t>Evidencias de aseguramiento de calidad (QA):</a:t>
            </a:r>
            <a:r>
              <a:rPr lang="es-ES"/>
              <a:t> plan de pruebas, casos de prueba o estándar de validación utilizado.</a:t>
            </a:r>
            <a:r>
              <a:rPr b="1" lang="es-ES"/>
              <a:t>Manuales de usuario.</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8bb8eb9a8_0_2524:notes"/>
          <p:cNvSpPr/>
          <p:nvPr>
            <p:ph idx="2" type="sldImg"/>
          </p:nvPr>
        </p:nvSpPr>
        <p:spPr>
          <a:xfrm>
            <a:off x="2271659" y="1143642"/>
            <a:ext cx="2314800" cy="3085500"/>
          </a:xfrm>
          <a:custGeom>
            <a:rect b="b" l="l" r="r" t="t"/>
            <a:pathLst>
              <a:path extrusionOk="0" h="120000" w="120000">
                <a:moveTo>
                  <a:pt x="0" y="0"/>
                </a:moveTo>
                <a:lnTo>
                  <a:pt x="120000" y="0"/>
                </a:lnTo>
                <a:lnTo>
                  <a:pt x="120000" y="120000"/>
                </a:lnTo>
                <a:lnTo>
                  <a:pt x="0" y="120000"/>
                </a:lnTo>
                <a:close/>
              </a:path>
            </a:pathLst>
          </a:custGeom>
          <a:noFill/>
          <a:ln cap="flat" cmpd="sng" w="6300">
            <a:solidFill>
              <a:srgbClr val="000000"/>
            </a:solidFill>
            <a:prstDash val="solid"/>
            <a:round/>
            <a:headEnd len="sm" w="sm" type="none"/>
            <a:tailEnd len="sm" w="sm" type="none"/>
          </a:ln>
        </p:spPr>
      </p:sp>
      <p:sp>
        <p:nvSpPr>
          <p:cNvPr id="462" name="Google Shape;462;g3f8bb8eb9a8_0_2524:notes"/>
          <p:cNvSpPr txBox="1"/>
          <p:nvPr>
            <p:ph idx="1" type="body"/>
          </p:nvPr>
        </p:nvSpPr>
        <p:spPr>
          <a:xfrm>
            <a:off x="685583" y="4400004"/>
            <a:ext cx="5486700" cy="3601500"/>
          </a:xfrm>
          <a:prstGeom prst="rect">
            <a:avLst/>
          </a:prstGeom>
          <a:noFill/>
          <a:ln>
            <a:noFill/>
          </a:ln>
        </p:spPr>
        <p:txBody>
          <a:bodyPr anchorCtr="0" anchor="t" bIns="22700" lIns="45425" spcFirstLastPara="1" rIns="45425" wrap="square" tIns="22700">
            <a:noAutofit/>
          </a:bodyPr>
          <a:lstStyle/>
          <a:p>
            <a:pPr indent="0" lvl="0" marL="0" rtl="0" algn="l">
              <a:lnSpc>
                <a:spcPct val="100000"/>
              </a:lnSpc>
              <a:spcBef>
                <a:spcPts val="0"/>
              </a:spcBef>
              <a:spcAft>
                <a:spcPts val="0"/>
              </a:spcAft>
              <a:buSzPts val="700"/>
              <a:buNone/>
            </a:pPr>
            <a:r>
              <a:t/>
            </a:r>
            <a:endParaRPr/>
          </a:p>
        </p:txBody>
      </p:sp>
      <p:sp>
        <p:nvSpPr>
          <p:cNvPr id="463" name="Google Shape;463;g3f8bb8eb9a8_0_2524:notes"/>
          <p:cNvSpPr txBox="1"/>
          <p:nvPr>
            <p:ph idx="12" type="sldNum"/>
          </p:nvPr>
        </p:nvSpPr>
        <p:spPr>
          <a:xfrm>
            <a:off x="3884431" y="8685774"/>
            <a:ext cx="2972100" cy="458100"/>
          </a:xfrm>
          <a:prstGeom prst="rect">
            <a:avLst/>
          </a:prstGeom>
          <a:noFill/>
          <a:ln>
            <a:noFill/>
          </a:ln>
        </p:spPr>
        <p:txBody>
          <a:bodyPr anchorCtr="0" anchor="b" bIns="22700" lIns="45425" spcFirstLastPara="1" rIns="45425" wrap="square" tIns="22700">
            <a:noAutofit/>
          </a:bodyPr>
          <a:lstStyle/>
          <a:p>
            <a:pPr indent="0" lvl="0" marL="0" rtl="0" algn="r">
              <a:lnSpc>
                <a:spcPct val="100000"/>
              </a:lnSpc>
              <a:spcBef>
                <a:spcPts val="0"/>
              </a:spcBef>
              <a:spcAft>
                <a:spcPts val="0"/>
              </a:spcAft>
              <a:buClr>
                <a:srgbClr val="000000"/>
              </a:buClr>
              <a:buSzPts val="700"/>
              <a:buFont typeface="Arial"/>
              <a:buNone/>
            </a:pPr>
            <a:fld id="{00000000-1234-1234-1234-123412341234}" type="slidenum">
              <a:rPr lang="es-ES" sz="700"/>
              <a:t>‹#›</a:t>
            </a:fld>
            <a:endParaRPr sz="7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jpg"/><Relationship Id="rId3"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9" name="Shape 9"/>
        <p:cNvGrpSpPr/>
        <p:nvPr/>
      </p:nvGrpSpPr>
      <p:grpSpPr>
        <a:xfrm>
          <a:off x="0" y="0"/>
          <a:ext cx="0" cy="0"/>
          <a:chOff x="0" y="0"/>
          <a:chExt cx="0" cy="0"/>
        </a:xfrm>
      </p:grpSpPr>
      <p:sp>
        <p:nvSpPr>
          <p:cNvPr id="10" name="Google Shape;10;p6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 name="Google Shape;11;p6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 name="Google Shape;12;p63"/>
          <p:cNvSpPr txBox="1"/>
          <p:nvPr>
            <p:ph idx="12" type="sldNum"/>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a:lvl1pPr>
            <a:lvl2pPr indent="0" lvl="1" marL="0" marR="0" algn="r">
              <a:lnSpc>
                <a:spcPct val="100000"/>
              </a:lnSpc>
              <a:spcBef>
                <a:spcPts val="0"/>
              </a:spcBef>
              <a:spcAft>
                <a:spcPts val="0"/>
              </a:spcAft>
              <a:buClr>
                <a:srgbClr val="000000"/>
              </a:buClr>
              <a:buSzPts val="1200"/>
              <a:buFont typeface="Arial"/>
              <a:buNone/>
              <a:defRPr/>
            </a:lvl2pPr>
            <a:lvl3pPr indent="0" lvl="2" marL="0" marR="0" algn="r">
              <a:lnSpc>
                <a:spcPct val="100000"/>
              </a:lnSpc>
              <a:spcBef>
                <a:spcPts val="0"/>
              </a:spcBef>
              <a:spcAft>
                <a:spcPts val="0"/>
              </a:spcAft>
              <a:buClr>
                <a:srgbClr val="000000"/>
              </a:buClr>
              <a:buSzPts val="1200"/>
              <a:buFont typeface="Arial"/>
              <a:buNone/>
              <a:defRPr/>
            </a:lvl3pPr>
            <a:lvl4pPr indent="0" lvl="3" marL="0" marR="0" algn="r">
              <a:lnSpc>
                <a:spcPct val="100000"/>
              </a:lnSpc>
              <a:spcBef>
                <a:spcPts val="0"/>
              </a:spcBef>
              <a:spcAft>
                <a:spcPts val="0"/>
              </a:spcAft>
              <a:buClr>
                <a:srgbClr val="000000"/>
              </a:buClr>
              <a:buSzPts val="1200"/>
              <a:buFont typeface="Arial"/>
              <a:buNone/>
              <a:defRPr/>
            </a:lvl4pPr>
            <a:lvl5pPr indent="0" lvl="4" marL="0" marR="0" algn="r">
              <a:lnSpc>
                <a:spcPct val="100000"/>
              </a:lnSpc>
              <a:spcBef>
                <a:spcPts val="0"/>
              </a:spcBef>
              <a:spcAft>
                <a:spcPts val="0"/>
              </a:spcAft>
              <a:buClr>
                <a:srgbClr val="000000"/>
              </a:buClr>
              <a:buSzPts val="1200"/>
              <a:buFont typeface="Arial"/>
              <a:buNone/>
              <a:defRPr/>
            </a:lvl5pPr>
            <a:lvl6pPr indent="0" lvl="5" marL="0" marR="0" algn="r">
              <a:lnSpc>
                <a:spcPct val="100000"/>
              </a:lnSpc>
              <a:spcBef>
                <a:spcPts val="0"/>
              </a:spcBef>
              <a:spcAft>
                <a:spcPts val="0"/>
              </a:spcAft>
              <a:buClr>
                <a:srgbClr val="000000"/>
              </a:buClr>
              <a:buSzPts val="1200"/>
              <a:buFont typeface="Arial"/>
              <a:buNone/>
              <a:defRPr/>
            </a:lvl6pPr>
            <a:lvl7pPr indent="0" lvl="6" marL="0" marR="0" algn="r">
              <a:lnSpc>
                <a:spcPct val="100000"/>
              </a:lnSpc>
              <a:spcBef>
                <a:spcPts val="0"/>
              </a:spcBef>
              <a:spcAft>
                <a:spcPts val="0"/>
              </a:spcAft>
              <a:buClr>
                <a:srgbClr val="000000"/>
              </a:buClr>
              <a:buSzPts val="1200"/>
              <a:buFont typeface="Arial"/>
              <a:buNone/>
              <a:defRPr/>
            </a:lvl7pPr>
            <a:lvl8pPr indent="0" lvl="7" marL="0" marR="0" algn="r">
              <a:lnSpc>
                <a:spcPct val="100000"/>
              </a:lnSpc>
              <a:spcBef>
                <a:spcPts val="0"/>
              </a:spcBef>
              <a:spcAft>
                <a:spcPts val="0"/>
              </a:spcAft>
              <a:buClr>
                <a:srgbClr val="000000"/>
              </a:buClr>
              <a:buSzPts val="1200"/>
              <a:buFont typeface="Arial"/>
              <a:buNone/>
              <a:defRPr/>
            </a:lvl8pPr>
            <a:lvl9pPr indent="0" lvl="8" marL="0" marR="0" algn="r">
              <a:lnSpc>
                <a:spcPct val="100000"/>
              </a:lnSpc>
              <a:spcBef>
                <a:spcPts val="0"/>
              </a:spcBef>
              <a:spcAft>
                <a:spcPts val="0"/>
              </a:spcAft>
              <a:buClr>
                <a:srgbClr val="000000"/>
              </a:buClr>
              <a:buSzPts val="1200"/>
              <a:buFont typeface="Arial"/>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13" name="Shape 13"/>
        <p:cNvGrpSpPr/>
        <p:nvPr/>
      </p:nvGrpSpPr>
      <p:grpSpPr>
        <a:xfrm>
          <a:off x="0" y="0"/>
          <a:ext cx="0" cy="0"/>
          <a:chOff x="0" y="0"/>
          <a:chExt cx="0" cy="0"/>
        </a:xfrm>
      </p:grpSpPr>
      <p:sp>
        <p:nvSpPr>
          <p:cNvPr id="14" name="Google Shape;14;p26"/>
          <p:cNvSpPr txBox="1"/>
          <p:nvPr>
            <p:ph type="title"/>
          </p:nvPr>
        </p:nvSpPr>
        <p:spPr>
          <a:xfrm>
            <a:off x="1474901" y="433331"/>
            <a:ext cx="10302421" cy="447927"/>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3000"/>
              <a:buNone/>
              <a:defRPr sz="2183"/>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 name="Google Shape;15;p26"/>
          <p:cNvSpPr/>
          <p:nvPr/>
        </p:nvSpPr>
        <p:spPr>
          <a:xfrm>
            <a:off x="-3851" y="397869"/>
            <a:ext cx="1360528" cy="643058"/>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sp>
        <p:nvSpPr>
          <p:cNvPr id="16" name="Google Shape;16;p26"/>
          <p:cNvSpPr/>
          <p:nvPr/>
        </p:nvSpPr>
        <p:spPr>
          <a:xfrm>
            <a:off x="10272195" y="6186691"/>
            <a:ext cx="955797" cy="309977"/>
          </a:xfrm>
          <a:custGeom>
            <a:rect b="b" l="l" r="r" t="t"/>
            <a:pathLst>
              <a:path extrusionOk="0" h="511175" w="1576069">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extrusionOk="0" h="511175" w="1576069">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69">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69">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sp>
        <p:nvSpPr>
          <p:cNvPr id="17" name="Google Shape;17;p26"/>
          <p:cNvSpPr/>
          <p:nvPr/>
        </p:nvSpPr>
        <p:spPr>
          <a:xfrm>
            <a:off x="11294124" y="6212763"/>
            <a:ext cx="229515" cy="284948"/>
          </a:xfrm>
          <a:custGeom>
            <a:rect b="b" l="l" r="r" t="t"/>
            <a:pathLst>
              <a:path extrusionOk="0" h="469900" w="378459">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grpSp>
        <p:nvGrpSpPr>
          <p:cNvPr id="18" name="Google Shape;18;p26"/>
          <p:cNvGrpSpPr/>
          <p:nvPr/>
        </p:nvGrpSpPr>
        <p:grpSpPr>
          <a:xfrm>
            <a:off x="11555126" y="6135384"/>
            <a:ext cx="258961" cy="362375"/>
            <a:chOff x="19053919" y="10117702"/>
            <a:chExt cx="427015" cy="597582"/>
          </a:xfrm>
        </p:grpSpPr>
        <p:sp>
          <p:nvSpPr>
            <p:cNvPr id="19" name="Google Shape;19;p26"/>
            <p:cNvSpPr/>
            <p:nvPr/>
          </p:nvSpPr>
          <p:spPr>
            <a:xfrm>
              <a:off x="19053919"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pic>
          <p:nvPicPr>
            <p:cNvPr id="20" name="Google Shape;20;p26"/>
            <p:cNvPicPr preferRelativeResize="0"/>
            <p:nvPr/>
          </p:nvPicPr>
          <p:blipFill rotWithShape="1">
            <a:blip r:embed="rId2">
              <a:alphaModFix/>
            </a:blip>
            <a:srcRect b="0" l="0" r="0" t="0"/>
            <a:stretch/>
          </p:blipFill>
          <p:spPr>
            <a:xfrm>
              <a:off x="19368634" y="10117702"/>
              <a:ext cx="112300" cy="112268"/>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27"/>
          <p:cNvSpPr/>
          <p:nvPr/>
        </p:nvSpPr>
        <p:spPr>
          <a:xfrm>
            <a:off x="441023" y="6186691"/>
            <a:ext cx="955797" cy="309977"/>
          </a:xfrm>
          <a:custGeom>
            <a:rect b="b" l="l" r="r" t="t"/>
            <a:pathLst>
              <a:path extrusionOk="0" h="511175" w="157607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extrusionOk="0" h="511175" w="157607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7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7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sp>
        <p:nvSpPr>
          <p:cNvPr id="23" name="Google Shape;23;p27"/>
          <p:cNvSpPr/>
          <p:nvPr/>
        </p:nvSpPr>
        <p:spPr>
          <a:xfrm>
            <a:off x="1462952" y="6212763"/>
            <a:ext cx="229515" cy="284948"/>
          </a:xfrm>
          <a:custGeom>
            <a:rect b="b" l="l" r="r" t="t"/>
            <a:pathLst>
              <a:path extrusionOk="0" h="469900" w="37846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grpSp>
        <p:nvGrpSpPr>
          <p:cNvPr id="24" name="Google Shape;24;p27"/>
          <p:cNvGrpSpPr/>
          <p:nvPr/>
        </p:nvGrpSpPr>
        <p:grpSpPr>
          <a:xfrm>
            <a:off x="1723954" y="6135384"/>
            <a:ext cx="258961" cy="362375"/>
            <a:chOff x="2842727" y="10117702"/>
            <a:chExt cx="427015" cy="597582"/>
          </a:xfrm>
        </p:grpSpPr>
        <p:sp>
          <p:nvSpPr>
            <p:cNvPr id="25" name="Google Shape;25;p27"/>
            <p:cNvSpPr/>
            <p:nvPr/>
          </p:nvSpPr>
          <p:spPr>
            <a:xfrm>
              <a:off x="2842727"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pic>
          <p:nvPicPr>
            <p:cNvPr id="26" name="Google Shape;26;p27"/>
            <p:cNvPicPr preferRelativeResize="0"/>
            <p:nvPr/>
          </p:nvPicPr>
          <p:blipFill rotWithShape="1">
            <a:blip r:embed="rId2">
              <a:alphaModFix/>
            </a:blip>
            <a:srcRect b="0" l="0" r="0" t="0"/>
            <a:stretch/>
          </p:blipFill>
          <p:spPr>
            <a:xfrm>
              <a:off x="3157442" y="10117702"/>
              <a:ext cx="112300" cy="112268"/>
            </a:xfrm>
            <a:prstGeom prst="rect">
              <a:avLst/>
            </a:prstGeom>
            <a:noFill/>
            <a:ln>
              <a:noFill/>
            </a:ln>
          </p:spPr>
        </p:pic>
      </p:grpSp>
      <p:sp>
        <p:nvSpPr>
          <p:cNvPr id="27" name="Google Shape;27;p27"/>
          <p:cNvSpPr/>
          <p:nvPr/>
        </p:nvSpPr>
        <p:spPr>
          <a:xfrm>
            <a:off x="10819315" y="397869"/>
            <a:ext cx="1360528" cy="643058"/>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37"/>
              <a:buFont typeface="Arial"/>
              <a:buNone/>
            </a:pPr>
            <a:r>
              <a:t/>
            </a:r>
            <a:endParaRPr b="0" i="0" sz="637" u="none" cap="none" strike="noStrike">
              <a:solidFill>
                <a:srgbClr val="000000"/>
              </a:solidFill>
              <a:latin typeface="Arial"/>
              <a:ea typeface="Arial"/>
              <a:cs typeface="Arial"/>
              <a:sym typeface="Arial"/>
            </a:endParaRPr>
          </a:p>
        </p:txBody>
      </p:sp>
      <p:sp>
        <p:nvSpPr>
          <p:cNvPr id="28" name="Google Shape;28;p27"/>
          <p:cNvSpPr txBox="1"/>
          <p:nvPr>
            <p:ph idx="1" type="body"/>
          </p:nvPr>
        </p:nvSpPr>
        <p:spPr>
          <a:xfrm>
            <a:off x="441023" y="458109"/>
            <a:ext cx="10183655" cy="447927"/>
          </a:xfrm>
          <a:prstGeom prst="rect">
            <a:avLst/>
          </a:prstGeom>
          <a:noFill/>
          <a:ln>
            <a:noFill/>
          </a:ln>
        </p:spPr>
        <p:txBody>
          <a:bodyPr anchorCtr="0" anchor="t" bIns="45700" lIns="90000" spcFirstLastPara="1" rIns="91425" wrap="square" tIns="45700">
            <a:noAutofit/>
          </a:bodyPr>
          <a:lstStyle>
            <a:lvl1pPr indent="-406400" lvl="0" marL="457200" algn="r">
              <a:lnSpc>
                <a:spcPct val="90000"/>
              </a:lnSpc>
              <a:spcBef>
                <a:spcPts val="1000"/>
              </a:spcBef>
              <a:spcAft>
                <a:spcPts val="0"/>
              </a:spcAft>
              <a:buSzPts val="2800"/>
              <a:buChar char="»"/>
              <a:defRPr b="1" sz="2183">
                <a:latin typeface="Arial"/>
                <a:ea typeface="Arial"/>
                <a:cs typeface="Arial"/>
                <a:sym typeface="Arial"/>
              </a:defRPr>
            </a:lvl1pPr>
            <a:lvl2pPr indent="-381000" lvl="1" marL="914400" algn="l">
              <a:lnSpc>
                <a:spcPct val="90000"/>
              </a:lnSpc>
              <a:spcBef>
                <a:spcPts val="500"/>
              </a:spcBef>
              <a:spcAft>
                <a:spcPts val="0"/>
              </a:spcAft>
              <a:buSzPts val="2400"/>
              <a:buChar char="•"/>
              <a:defRPr/>
            </a:lvl2pPr>
            <a:lvl3pPr indent="-342900" lvl="2" marL="1371600" algn="l">
              <a:lnSpc>
                <a:spcPct val="90000"/>
              </a:lnSpc>
              <a:spcBef>
                <a:spcPts val="500"/>
              </a:spcBef>
              <a:spcAft>
                <a:spcPts val="0"/>
              </a:spcAft>
              <a:buSzPts val="1800"/>
              <a:buChar char="○"/>
              <a:defRPr/>
            </a:lvl3pPr>
            <a:lvl4pPr indent="-330200" lvl="3" marL="1828800" algn="l">
              <a:lnSpc>
                <a:spcPct val="90000"/>
              </a:lnSpc>
              <a:spcBef>
                <a:spcPts val="500"/>
              </a:spcBef>
              <a:spcAft>
                <a:spcPts val="0"/>
              </a:spcAft>
              <a:buSzPts val="1600"/>
              <a:buChar char="•"/>
              <a:defRPr/>
            </a:lvl4pPr>
            <a:lvl5pPr indent="-317500" lvl="4" marL="2286000" algn="l">
              <a:lnSpc>
                <a:spcPct val="90000"/>
              </a:lnSpc>
              <a:spcBef>
                <a:spcPts val="500"/>
              </a:spcBef>
              <a:spcAft>
                <a:spcPts val="0"/>
              </a:spcAft>
              <a:buSzPts val="1400"/>
              <a:buChar char="•"/>
              <a:defRPr/>
            </a:lvl5pPr>
            <a:lvl6pPr indent="-304800" lvl="5" marL="2743200" algn="l">
              <a:lnSpc>
                <a:spcPct val="90000"/>
              </a:lnSpc>
              <a:spcBef>
                <a:spcPts val="500"/>
              </a:spcBef>
              <a:spcAft>
                <a:spcPts val="0"/>
              </a:spcAft>
              <a:buSzPts val="1200"/>
              <a:buChar char="•"/>
              <a:defRPr/>
            </a:lvl6pPr>
            <a:lvl7pPr indent="-292100" lvl="6" marL="3200400" algn="l">
              <a:lnSpc>
                <a:spcPct val="90000"/>
              </a:lnSpc>
              <a:spcBef>
                <a:spcPts val="500"/>
              </a:spcBef>
              <a:spcAft>
                <a:spcPts val="0"/>
              </a:spcAft>
              <a:buSzPts val="1000"/>
              <a:buChar char="•"/>
              <a:defRPr/>
            </a:lvl7pPr>
            <a:lvl8pPr indent="-279400" lvl="7" marL="3657600" algn="l">
              <a:lnSpc>
                <a:spcPct val="90000"/>
              </a:lnSpc>
              <a:spcBef>
                <a:spcPts val="500"/>
              </a:spcBef>
              <a:spcAft>
                <a:spcPts val="0"/>
              </a:spcAft>
              <a:buSzPts val="800"/>
              <a:buChar char="•"/>
              <a:defRPr/>
            </a:lvl8pPr>
            <a:lvl9pPr indent="-266700" lvl="8" marL="4114800" algn="l">
              <a:lnSpc>
                <a:spcPct val="90000"/>
              </a:lnSpc>
              <a:spcBef>
                <a:spcPts val="500"/>
              </a:spcBef>
              <a:spcAft>
                <a:spcPts val="0"/>
              </a:spcAft>
              <a:buSzPts val="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seño personalizado">
  <p:cSld name="4_Diseño personalizado">
    <p:spTree>
      <p:nvGrpSpPr>
        <p:cNvPr id="29" name="Shape 29"/>
        <p:cNvGrpSpPr/>
        <p:nvPr/>
      </p:nvGrpSpPr>
      <p:grpSpPr>
        <a:xfrm>
          <a:off x="0" y="0"/>
          <a:ext cx="0" cy="0"/>
          <a:chOff x="0" y="0"/>
          <a:chExt cx="0" cy="0"/>
        </a:xfrm>
      </p:grpSpPr>
      <p:pic>
        <p:nvPicPr>
          <p:cNvPr id="30" name="Google Shape;30;p29"/>
          <p:cNvPicPr preferRelativeResize="0"/>
          <p:nvPr/>
        </p:nvPicPr>
        <p:blipFill rotWithShape="1">
          <a:blip r:embed="rId2">
            <a:alphaModFix/>
          </a:blip>
          <a:srcRect b="0" l="0" r="0" t="0"/>
          <a:stretch/>
        </p:blipFill>
        <p:spPr>
          <a:xfrm>
            <a:off x="0" y="242"/>
            <a:ext cx="12192431" cy="6857759"/>
          </a:xfrm>
          <a:prstGeom prst="rect">
            <a:avLst/>
          </a:prstGeom>
          <a:noFill/>
          <a:ln>
            <a:noFill/>
          </a:ln>
        </p:spPr>
      </p:pic>
      <p:pic>
        <p:nvPicPr>
          <p:cNvPr id="31" name="Google Shape;31;p29"/>
          <p:cNvPicPr preferRelativeResize="0"/>
          <p:nvPr/>
        </p:nvPicPr>
        <p:blipFill rotWithShape="1">
          <a:blip r:embed="rId3">
            <a:alphaModFix/>
          </a:blip>
          <a:srcRect b="0" l="0" r="0" t="0"/>
          <a:stretch/>
        </p:blipFill>
        <p:spPr>
          <a:xfrm>
            <a:off x="0" y="-242"/>
            <a:ext cx="12187921" cy="6858000"/>
          </a:xfrm>
          <a:prstGeom prst="rect">
            <a:avLst/>
          </a:prstGeom>
          <a:noFill/>
          <a:ln>
            <a:noFill/>
          </a:ln>
        </p:spPr>
      </p:pic>
      <p:sp>
        <p:nvSpPr>
          <p:cNvPr id="32" name="Google Shape;32;p29"/>
          <p:cNvSpPr/>
          <p:nvPr/>
        </p:nvSpPr>
        <p:spPr>
          <a:xfrm>
            <a:off x="2676388" y="2551053"/>
            <a:ext cx="5999201" cy="1386232"/>
          </a:xfrm>
          <a:prstGeom prst="rect">
            <a:avLst/>
          </a:prstGeom>
          <a:solidFill>
            <a:schemeClr val="dk1">
              <a:alpha val="5882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37"/>
              <a:buFont typeface="Arial"/>
              <a:buNone/>
            </a:pPr>
            <a:r>
              <a:t/>
            </a:r>
            <a:endParaRPr b="0" i="0" sz="637" u="none" cap="none" strike="noStrike">
              <a:solidFill>
                <a:schemeClr val="lt1"/>
              </a:solidFill>
              <a:latin typeface="Arial"/>
              <a:ea typeface="Arial"/>
              <a:cs typeface="Arial"/>
              <a:sym typeface="Arial"/>
            </a:endParaRPr>
          </a:p>
        </p:txBody>
      </p:sp>
      <p:sp>
        <p:nvSpPr>
          <p:cNvPr id="33" name="Google Shape;33;p29"/>
          <p:cNvSpPr txBox="1"/>
          <p:nvPr>
            <p:ph type="title"/>
          </p:nvPr>
        </p:nvSpPr>
        <p:spPr>
          <a:xfrm>
            <a:off x="2936416" y="2749423"/>
            <a:ext cx="5470133" cy="9331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3000"/>
              <a:buNone/>
              <a:defRPr sz="2274">
                <a:solidFill>
                  <a:srgbClr val="257CE1"/>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seño personalizado">
  <p:cSld name="6_Diseño personalizado">
    <p:spTree>
      <p:nvGrpSpPr>
        <p:cNvPr id="34" name="Shape 34"/>
        <p:cNvGrpSpPr/>
        <p:nvPr/>
      </p:nvGrpSpPr>
      <p:grpSpPr>
        <a:xfrm>
          <a:off x="0" y="0"/>
          <a:ext cx="0" cy="0"/>
          <a:chOff x="0" y="0"/>
          <a:chExt cx="0" cy="0"/>
        </a:xfrm>
      </p:grpSpPr>
      <p:pic>
        <p:nvPicPr>
          <p:cNvPr id="35" name="Google Shape;35;p28"/>
          <p:cNvPicPr preferRelativeResize="0"/>
          <p:nvPr/>
        </p:nvPicPr>
        <p:blipFill rotWithShape="1">
          <a:blip r:embed="rId2">
            <a:alphaModFix/>
          </a:blip>
          <a:srcRect b="0" l="0" r="0" t="0"/>
          <a:stretch/>
        </p:blipFill>
        <p:spPr>
          <a:xfrm>
            <a:off x="0" y="242"/>
            <a:ext cx="12192431" cy="6857759"/>
          </a:xfrm>
          <a:prstGeom prst="rect">
            <a:avLst/>
          </a:prstGeom>
          <a:noFill/>
          <a:ln>
            <a:noFill/>
          </a:ln>
        </p:spPr>
      </p:pic>
      <p:pic>
        <p:nvPicPr>
          <p:cNvPr id="36" name="Google Shape;36;p28"/>
          <p:cNvPicPr preferRelativeResize="0"/>
          <p:nvPr/>
        </p:nvPicPr>
        <p:blipFill rotWithShape="1">
          <a:blip r:embed="rId3">
            <a:alphaModFix/>
          </a:blip>
          <a:srcRect b="0" l="0" r="0" t="0"/>
          <a:stretch/>
        </p:blipFill>
        <p:spPr>
          <a:xfrm>
            <a:off x="2041" y="0"/>
            <a:ext cx="12187921" cy="6858000"/>
          </a:xfrm>
          <a:prstGeom prst="rect">
            <a:avLst/>
          </a:prstGeom>
          <a:noFill/>
          <a:ln>
            <a:noFill/>
          </a:ln>
        </p:spPr>
      </p:pic>
      <p:sp>
        <p:nvSpPr>
          <p:cNvPr id="37" name="Google Shape;37;p28"/>
          <p:cNvSpPr/>
          <p:nvPr/>
        </p:nvSpPr>
        <p:spPr>
          <a:xfrm>
            <a:off x="4386194" y="4778652"/>
            <a:ext cx="5999201" cy="1386232"/>
          </a:xfrm>
          <a:prstGeom prst="rect">
            <a:avLst/>
          </a:prstGeom>
          <a:solidFill>
            <a:schemeClr val="dk1">
              <a:alpha val="5882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37"/>
              <a:buFont typeface="Arial"/>
              <a:buNone/>
            </a:pPr>
            <a:r>
              <a:t/>
            </a:r>
            <a:endParaRPr b="0" i="0" sz="637" u="none" cap="none" strike="noStrike">
              <a:solidFill>
                <a:schemeClr val="lt1"/>
              </a:solidFill>
              <a:latin typeface="Arial"/>
              <a:ea typeface="Arial"/>
              <a:cs typeface="Arial"/>
              <a:sym typeface="Arial"/>
            </a:endParaRPr>
          </a:p>
        </p:txBody>
      </p:sp>
      <p:sp>
        <p:nvSpPr>
          <p:cNvPr id="38" name="Google Shape;38;p28"/>
          <p:cNvSpPr txBox="1"/>
          <p:nvPr>
            <p:ph type="title"/>
          </p:nvPr>
        </p:nvSpPr>
        <p:spPr>
          <a:xfrm>
            <a:off x="4646223" y="4977021"/>
            <a:ext cx="5470133" cy="9331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3000"/>
              <a:buNone/>
              <a:defRPr sz="2274">
                <a:solidFill>
                  <a:srgbClr val="257CE1"/>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pic>
        <p:nvPicPr>
          <p:cNvPr id="40" name="Google Shape;40;p46"/>
          <p:cNvPicPr preferRelativeResize="0"/>
          <p:nvPr/>
        </p:nvPicPr>
        <p:blipFill rotWithShape="1">
          <a:blip r:embed="rId2">
            <a:alphaModFix/>
          </a:blip>
          <a:srcRect b="0" l="0" r="0" t="0"/>
          <a:stretch/>
        </p:blipFill>
        <p:spPr>
          <a:xfrm>
            <a:off x="0" y="242"/>
            <a:ext cx="12192431" cy="6857759"/>
          </a:xfrm>
          <a:prstGeom prst="rect">
            <a:avLst/>
          </a:prstGeom>
          <a:noFill/>
          <a:ln>
            <a:noFill/>
          </a:ln>
        </p:spPr>
      </p:pic>
      <p:pic>
        <p:nvPicPr>
          <p:cNvPr id="41" name="Google Shape;41;p46"/>
          <p:cNvPicPr preferRelativeResize="0"/>
          <p:nvPr/>
        </p:nvPicPr>
        <p:blipFill rotWithShape="1">
          <a:blip r:embed="rId3">
            <a:alphaModFix/>
          </a:blip>
          <a:srcRect b="0" l="0" r="0" t="0"/>
          <a:stretch/>
        </p:blipFill>
        <p:spPr>
          <a:xfrm>
            <a:off x="0" y="2267"/>
            <a:ext cx="12195179" cy="6855734"/>
          </a:xfrm>
          <a:prstGeom prst="rect">
            <a:avLst/>
          </a:prstGeom>
          <a:noFill/>
          <a:ln>
            <a:noFill/>
          </a:ln>
        </p:spPr>
      </p:pic>
      <p:sp>
        <p:nvSpPr>
          <p:cNvPr id="42" name="Google Shape;42;p46"/>
          <p:cNvSpPr/>
          <p:nvPr/>
        </p:nvSpPr>
        <p:spPr>
          <a:xfrm>
            <a:off x="458260" y="3798662"/>
            <a:ext cx="5999201" cy="1386232"/>
          </a:xfrm>
          <a:prstGeom prst="rect">
            <a:avLst/>
          </a:prstGeom>
          <a:solidFill>
            <a:schemeClr val="dk1">
              <a:alpha val="5882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37"/>
              <a:buFont typeface="Arial"/>
              <a:buNone/>
            </a:pPr>
            <a:r>
              <a:t/>
            </a:r>
            <a:endParaRPr b="0" i="0" sz="637" u="none" cap="none" strike="noStrike">
              <a:solidFill>
                <a:schemeClr val="lt1"/>
              </a:solidFill>
              <a:latin typeface="Arial"/>
              <a:ea typeface="Arial"/>
              <a:cs typeface="Arial"/>
              <a:sym typeface="Arial"/>
            </a:endParaRPr>
          </a:p>
        </p:txBody>
      </p:sp>
      <p:sp>
        <p:nvSpPr>
          <p:cNvPr id="43" name="Google Shape;43;p46"/>
          <p:cNvSpPr txBox="1"/>
          <p:nvPr>
            <p:ph type="title"/>
          </p:nvPr>
        </p:nvSpPr>
        <p:spPr>
          <a:xfrm>
            <a:off x="718288" y="3997032"/>
            <a:ext cx="5470133" cy="9331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3000"/>
              <a:buNone/>
              <a:defRPr sz="2274">
                <a:solidFill>
                  <a:srgbClr val="257CE1"/>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dk2"/>
        </a:solidFill>
      </p:bgPr>
    </p:bg>
    <p:spTree>
      <p:nvGrpSpPr>
        <p:cNvPr id="44" name="Shape 44"/>
        <p:cNvGrpSpPr/>
        <p:nvPr/>
      </p:nvGrpSpPr>
      <p:grpSpPr>
        <a:xfrm>
          <a:off x="0" y="0"/>
          <a:ext cx="0" cy="0"/>
          <a:chOff x="0" y="0"/>
          <a:chExt cx="0" cy="0"/>
        </a:xfrm>
      </p:grpSpPr>
      <p:sp>
        <p:nvSpPr>
          <p:cNvPr id="45" name="Google Shape;45;p30"/>
          <p:cNvSpPr txBox="1"/>
          <p:nvPr>
            <p:ph type="title"/>
          </p:nvPr>
        </p:nvSpPr>
        <p:spPr>
          <a:xfrm>
            <a:off x="4828848" y="2987430"/>
            <a:ext cx="6526400" cy="2891100"/>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SzPts val="3000"/>
              <a:buNone/>
              <a:defRPr sz="6600">
                <a:latin typeface="Calibri"/>
                <a:ea typeface="Calibri"/>
                <a:cs typeface="Calibri"/>
                <a:sym typeface="Calibri"/>
              </a:defRPr>
            </a:lvl1pPr>
            <a:lvl2pPr lvl="1" algn="r">
              <a:lnSpc>
                <a:spcPct val="100000"/>
              </a:lnSpc>
              <a:spcBef>
                <a:spcPts val="0"/>
              </a:spcBef>
              <a:spcAft>
                <a:spcPts val="0"/>
              </a:spcAft>
              <a:buSzPts val="3000"/>
              <a:buNone/>
              <a:defRPr sz="5600"/>
            </a:lvl2pPr>
            <a:lvl3pPr lvl="2" algn="r">
              <a:lnSpc>
                <a:spcPct val="100000"/>
              </a:lnSpc>
              <a:spcBef>
                <a:spcPts val="0"/>
              </a:spcBef>
              <a:spcAft>
                <a:spcPts val="0"/>
              </a:spcAft>
              <a:buSzPts val="3000"/>
              <a:buNone/>
              <a:defRPr sz="5600"/>
            </a:lvl3pPr>
            <a:lvl4pPr lvl="3" algn="r">
              <a:lnSpc>
                <a:spcPct val="100000"/>
              </a:lnSpc>
              <a:spcBef>
                <a:spcPts val="0"/>
              </a:spcBef>
              <a:spcAft>
                <a:spcPts val="0"/>
              </a:spcAft>
              <a:buSzPts val="3000"/>
              <a:buNone/>
              <a:defRPr sz="5600"/>
            </a:lvl4pPr>
            <a:lvl5pPr lvl="4" algn="r">
              <a:lnSpc>
                <a:spcPct val="100000"/>
              </a:lnSpc>
              <a:spcBef>
                <a:spcPts val="0"/>
              </a:spcBef>
              <a:spcAft>
                <a:spcPts val="0"/>
              </a:spcAft>
              <a:buSzPts val="3000"/>
              <a:buNone/>
              <a:defRPr sz="5600"/>
            </a:lvl5pPr>
            <a:lvl6pPr lvl="5" algn="r">
              <a:lnSpc>
                <a:spcPct val="100000"/>
              </a:lnSpc>
              <a:spcBef>
                <a:spcPts val="0"/>
              </a:spcBef>
              <a:spcAft>
                <a:spcPts val="0"/>
              </a:spcAft>
              <a:buSzPts val="3000"/>
              <a:buNone/>
              <a:defRPr sz="5600"/>
            </a:lvl6pPr>
            <a:lvl7pPr lvl="6" algn="r">
              <a:lnSpc>
                <a:spcPct val="100000"/>
              </a:lnSpc>
              <a:spcBef>
                <a:spcPts val="0"/>
              </a:spcBef>
              <a:spcAft>
                <a:spcPts val="0"/>
              </a:spcAft>
              <a:buSzPts val="3000"/>
              <a:buNone/>
              <a:defRPr sz="5600"/>
            </a:lvl7pPr>
            <a:lvl8pPr lvl="7" algn="r">
              <a:lnSpc>
                <a:spcPct val="100000"/>
              </a:lnSpc>
              <a:spcBef>
                <a:spcPts val="0"/>
              </a:spcBef>
              <a:spcAft>
                <a:spcPts val="0"/>
              </a:spcAft>
              <a:buSzPts val="3000"/>
              <a:buNone/>
              <a:defRPr sz="5600"/>
            </a:lvl8pPr>
            <a:lvl9pPr lvl="8" algn="r">
              <a:lnSpc>
                <a:spcPct val="100000"/>
              </a:lnSpc>
              <a:spcBef>
                <a:spcPts val="0"/>
              </a:spcBef>
              <a:spcAft>
                <a:spcPts val="0"/>
              </a:spcAft>
              <a:buSzPts val="3000"/>
              <a:buNone/>
              <a:defRPr sz="5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p:cSld name="TITLE_4_1_1">
    <p:bg>
      <p:bgPr>
        <a:solidFill>
          <a:schemeClr val="dk2"/>
        </a:solidFill>
      </p:bgPr>
    </p:bg>
    <p:spTree>
      <p:nvGrpSpPr>
        <p:cNvPr id="46" name="Shape 46"/>
        <p:cNvGrpSpPr/>
        <p:nvPr/>
      </p:nvGrpSpPr>
      <p:grpSpPr>
        <a:xfrm>
          <a:off x="0" y="0"/>
          <a:ext cx="0" cy="0"/>
          <a:chOff x="0" y="0"/>
          <a:chExt cx="0" cy="0"/>
        </a:xfrm>
      </p:grpSpPr>
      <p:pic>
        <p:nvPicPr>
          <p:cNvPr id="47" name="Google Shape;47;p31"/>
          <p:cNvPicPr preferRelativeResize="0"/>
          <p:nvPr/>
        </p:nvPicPr>
        <p:blipFill rotWithShape="1">
          <a:blip r:embed="rId2">
            <a:alphaModFix/>
          </a:blip>
          <a:srcRect b="0" l="0" r="0" t="0"/>
          <a:stretch/>
        </p:blipFill>
        <p:spPr>
          <a:xfrm>
            <a:off x="6903076" y="186298"/>
            <a:ext cx="5082864" cy="601304"/>
          </a:xfrm>
          <a:prstGeom prst="rect">
            <a:avLst/>
          </a:prstGeom>
          <a:noFill/>
          <a:ln>
            <a:noFill/>
          </a:ln>
        </p:spPr>
      </p:pic>
      <p:grpSp>
        <p:nvGrpSpPr>
          <p:cNvPr id="48" name="Google Shape;48;p31"/>
          <p:cNvGrpSpPr/>
          <p:nvPr/>
        </p:nvGrpSpPr>
        <p:grpSpPr>
          <a:xfrm>
            <a:off x="1" y="-124"/>
            <a:ext cx="6471553" cy="5740374"/>
            <a:chOff x="0" y="-126"/>
            <a:chExt cx="4554438" cy="5386482"/>
          </a:xfrm>
        </p:grpSpPr>
        <p:sp>
          <p:nvSpPr>
            <p:cNvPr id="49" name="Google Shape;49;p31"/>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Una caricatura de una ciudad&#10;&#10;Descripción generada automáticamente" id="50" name="Google Shape;50;p31"/>
            <p:cNvPicPr preferRelativeResize="0"/>
            <p:nvPr/>
          </p:nvPicPr>
          <p:blipFill rotWithShape="1">
            <a:blip r:embed="rId3">
              <a:alphaModFix/>
            </a:blip>
            <a:srcRect b="0" l="9870" r="6482"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51" name="Google Shape;51;p31"/>
          <p:cNvSpPr txBox="1"/>
          <p:nvPr>
            <p:ph type="title"/>
          </p:nvPr>
        </p:nvSpPr>
        <p:spPr>
          <a:xfrm>
            <a:off x="4006100" y="3476150"/>
            <a:ext cx="7994400" cy="1603200"/>
          </a:xfrm>
          <a:prstGeom prst="rect">
            <a:avLst/>
          </a:prstGeom>
          <a:solidFill>
            <a:srgbClr val="DE3075">
              <a:alpha val="63922"/>
            </a:srgbClr>
          </a:solidFill>
          <a:ln>
            <a:noFill/>
          </a:ln>
        </p:spPr>
        <p:txBody>
          <a:bodyPr anchorCtr="0" anchor="t" bIns="45700" lIns="91425" spcFirstLastPara="1" rIns="91425" wrap="square" tIns="45700">
            <a:noAutofit/>
          </a:bodyPr>
          <a:lstStyle>
            <a:lvl1pPr lvl="0" algn="r">
              <a:lnSpc>
                <a:spcPct val="90000"/>
              </a:lnSpc>
              <a:spcBef>
                <a:spcPts val="0"/>
              </a:spcBef>
              <a:spcAft>
                <a:spcPts val="0"/>
              </a:spcAft>
              <a:buSzPts val="3000"/>
              <a:buNone/>
              <a:defRPr sz="5400">
                <a:latin typeface="Calibri"/>
                <a:ea typeface="Calibri"/>
                <a:cs typeface="Calibri"/>
                <a:sym typeface="Calibri"/>
              </a:defRPr>
            </a:lvl1pPr>
            <a:lvl2pPr lvl="1" algn="r">
              <a:lnSpc>
                <a:spcPct val="100000"/>
              </a:lnSpc>
              <a:spcBef>
                <a:spcPts val="0"/>
              </a:spcBef>
              <a:spcAft>
                <a:spcPts val="0"/>
              </a:spcAft>
              <a:buSzPts val="3000"/>
              <a:buNone/>
              <a:defRPr sz="5400"/>
            </a:lvl2pPr>
            <a:lvl3pPr lvl="2" algn="r">
              <a:lnSpc>
                <a:spcPct val="100000"/>
              </a:lnSpc>
              <a:spcBef>
                <a:spcPts val="0"/>
              </a:spcBef>
              <a:spcAft>
                <a:spcPts val="0"/>
              </a:spcAft>
              <a:buSzPts val="3000"/>
              <a:buNone/>
              <a:defRPr sz="5400"/>
            </a:lvl3pPr>
            <a:lvl4pPr lvl="3" algn="r">
              <a:lnSpc>
                <a:spcPct val="100000"/>
              </a:lnSpc>
              <a:spcBef>
                <a:spcPts val="0"/>
              </a:spcBef>
              <a:spcAft>
                <a:spcPts val="0"/>
              </a:spcAft>
              <a:buSzPts val="3000"/>
              <a:buNone/>
              <a:defRPr sz="5400"/>
            </a:lvl4pPr>
            <a:lvl5pPr lvl="4" algn="r">
              <a:lnSpc>
                <a:spcPct val="100000"/>
              </a:lnSpc>
              <a:spcBef>
                <a:spcPts val="0"/>
              </a:spcBef>
              <a:spcAft>
                <a:spcPts val="0"/>
              </a:spcAft>
              <a:buSzPts val="3000"/>
              <a:buNone/>
              <a:defRPr sz="5400"/>
            </a:lvl5pPr>
            <a:lvl6pPr lvl="5" algn="r">
              <a:lnSpc>
                <a:spcPct val="100000"/>
              </a:lnSpc>
              <a:spcBef>
                <a:spcPts val="0"/>
              </a:spcBef>
              <a:spcAft>
                <a:spcPts val="0"/>
              </a:spcAft>
              <a:buSzPts val="3000"/>
              <a:buNone/>
              <a:defRPr sz="5400"/>
            </a:lvl6pPr>
            <a:lvl7pPr lvl="6" algn="r">
              <a:lnSpc>
                <a:spcPct val="100000"/>
              </a:lnSpc>
              <a:spcBef>
                <a:spcPts val="0"/>
              </a:spcBef>
              <a:spcAft>
                <a:spcPts val="0"/>
              </a:spcAft>
              <a:buSzPts val="3000"/>
              <a:buNone/>
              <a:defRPr sz="5400"/>
            </a:lvl7pPr>
            <a:lvl8pPr lvl="7" algn="r">
              <a:lnSpc>
                <a:spcPct val="100000"/>
              </a:lnSpc>
              <a:spcBef>
                <a:spcPts val="0"/>
              </a:spcBef>
              <a:spcAft>
                <a:spcPts val="0"/>
              </a:spcAft>
              <a:buSzPts val="3000"/>
              <a:buNone/>
              <a:defRPr sz="5400"/>
            </a:lvl8pPr>
            <a:lvl9pPr lvl="8" algn="r">
              <a:lnSpc>
                <a:spcPct val="100000"/>
              </a:lnSpc>
              <a:spcBef>
                <a:spcPts val="0"/>
              </a:spcBef>
              <a:spcAft>
                <a:spcPts val="0"/>
              </a:spcAft>
              <a:buSzPts val="3000"/>
              <a:buNone/>
              <a:defRPr sz="5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2">
  <p:cSld name="TITLE_4">
    <p:bg>
      <p:bgPr>
        <a:solidFill>
          <a:schemeClr val="accent1"/>
        </a:solidFill>
      </p:bgPr>
    </p:bg>
    <p:spTree>
      <p:nvGrpSpPr>
        <p:cNvPr id="52" name="Shape 52"/>
        <p:cNvGrpSpPr/>
        <p:nvPr/>
      </p:nvGrpSpPr>
      <p:grpSpPr>
        <a:xfrm>
          <a:off x="0" y="0"/>
          <a:ext cx="0" cy="0"/>
          <a:chOff x="0" y="0"/>
          <a:chExt cx="0" cy="0"/>
        </a:xfrm>
      </p:grpSpPr>
      <p:grpSp>
        <p:nvGrpSpPr>
          <p:cNvPr id="53" name="Google Shape;53;p32"/>
          <p:cNvGrpSpPr/>
          <p:nvPr/>
        </p:nvGrpSpPr>
        <p:grpSpPr>
          <a:xfrm>
            <a:off x="1" y="-124"/>
            <a:ext cx="6471553" cy="5740374"/>
            <a:chOff x="0" y="-126"/>
            <a:chExt cx="4554438" cy="5386482"/>
          </a:xfrm>
        </p:grpSpPr>
        <p:sp>
          <p:nvSpPr>
            <p:cNvPr id="54" name="Google Shape;54;p32"/>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Imagen que contiene persona, foto, hombre, mujer&#10;&#10;Descripción generada automáticamente" id="55" name="Google Shape;55;p32"/>
            <p:cNvPicPr preferRelativeResize="0"/>
            <p:nvPr/>
          </p:nvPicPr>
          <p:blipFill rotWithShape="1">
            <a:blip r:embed="rId2">
              <a:alphaModFix/>
            </a:blip>
            <a:srcRect b="0" l="0" r="16351"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56" name="Google Shape;56;p32"/>
          <p:cNvSpPr txBox="1"/>
          <p:nvPr>
            <p:ph type="title"/>
          </p:nvPr>
        </p:nvSpPr>
        <p:spPr>
          <a:xfrm>
            <a:off x="4006100" y="3476150"/>
            <a:ext cx="7994400" cy="1603200"/>
          </a:xfrm>
          <a:prstGeom prst="rect">
            <a:avLst/>
          </a:prstGeom>
          <a:solidFill>
            <a:srgbClr val="898B90">
              <a:alpha val="68235"/>
            </a:srgbClr>
          </a:solidFill>
          <a:ln>
            <a:noFill/>
          </a:ln>
        </p:spPr>
        <p:txBody>
          <a:bodyPr anchorCtr="0" anchor="t" bIns="45700" lIns="91425" spcFirstLastPara="1" rIns="91425" wrap="square" tIns="45700">
            <a:noAutofit/>
          </a:bodyPr>
          <a:lstStyle>
            <a:lvl1pPr lvl="0" algn="r">
              <a:lnSpc>
                <a:spcPct val="90000"/>
              </a:lnSpc>
              <a:spcBef>
                <a:spcPts val="0"/>
              </a:spcBef>
              <a:spcAft>
                <a:spcPts val="0"/>
              </a:spcAft>
              <a:buSzPts val="3000"/>
              <a:buNone/>
              <a:defRPr sz="5400">
                <a:latin typeface="Calibri"/>
                <a:ea typeface="Calibri"/>
                <a:cs typeface="Calibri"/>
                <a:sym typeface="Calibri"/>
              </a:defRPr>
            </a:lvl1pPr>
            <a:lvl2pPr lvl="1" algn="r">
              <a:lnSpc>
                <a:spcPct val="100000"/>
              </a:lnSpc>
              <a:spcBef>
                <a:spcPts val="0"/>
              </a:spcBef>
              <a:spcAft>
                <a:spcPts val="0"/>
              </a:spcAft>
              <a:buSzPts val="3000"/>
              <a:buNone/>
              <a:defRPr sz="5400"/>
            </a:lvl2pPr>
            <a:lvl3pPr lvl="2" algn="r">
              <a:lnSpc>
                <a:spcPct val="100000"/>
              </a:lnSpc>
              <a:spcBef>
                <a:spcPts val="0"/>
              </a:spcBef>
              <a:spcAft>
                <a:spcPts val="0"/>
              </a:spcAft>
              <a:buSzPts val="3000"/>
              <a:buNone/>
              <a:defRPr sz="5400"/>
            </a:lvl3pPr>
            <a:lvl4pPr lvl="3" algn="r">
              <a:lnSpc>
                <a:spcPct val="100000"/>
              </a:lnSpc>
              <a:spcBef>
                <a:spcPts val="0"/>
              </a:spcBef>
              <a:spcAft>
                <a:spcPts val="0"/>
              </a:spcAft>
              <a:buSzPts val="3000"/>
              <a:buNone/>
              <a:defRPr sz="5400"/>
            </a:lvl4pPr>
            <a:lvl5pPr lvl="4" algn="r">
              <a:lnSpc>
                <a:spcPct val="100000"/>
              </a:lnSpc>
              <a:spcBef>
                <a:spcPts val="0"/>
              </a:spcBef>
              <a:spcAft>
                <a:spcPts val="0"/>
              </a:spcAft>
              <a:buSzPts val="3000"/>
              <a:buNone/>
              <a:defRPr sz="5400"/>
            </a:lvl5pPr>
            <a:lvl6pPr lvl="5" algn="r">
              <a:lnSpc>
                <a:spcPct val="100000"/>
              </a:lnSpc>
              <a:spcBef>
                <a:spcPts val="0"/>
              </a:spcBef>
              <a:spcAft>
                <a:spcPts val="0"/>
              </a:spcAft>
              <a:buSzPts val="3000"/>
              <a:buNone/>
              <a:defRPr sz="5400"/>
            </a:lvl6pPr>
            <a:lvl7pPr lvl="6" algn="r">
              <a:lnSpc>
                <a:spcPct val="100000"/>
              </a:lnSpc>
              <a:spcBef>
                <a:spcPts val="0"/>
              </a:spcBef>
              <a:spcAft>
                <a:spcPts val="0"/>
              </a:spcAft>
              <a:buSzPts val="3000"/>
              <a:buNone/>
              <a:defRPr sz="5400"/>
            </a:lvl7pPr>
            <a:lvl8pPr lvl="7" algn="r">
              <a:lnSpc>
                <a:spcPct val="100000"/>
              </a:lnSpc>
              <a:spcBef>
                <a:spcPts val="0"/>
              </a:spcBef>
              <a:spcAft>
                <a:spcPts val="0"/>
              </a:spcAft>
              <a:buSzPts val="3000"/>
              <a:buNone/>
              <a:defRPr sz="5400"/>
            </a:lvl8pPr>
            <a:lvl9pPr lvl="8" algn="r">
              <a:lnSpc>
                <a:spcPct val="100000"/>
              </a:lnSpc>
              <a:spcBef>
                <a:spcPts val="0"/>
              </a:spcBef>
              <a:spcAft>
                <a:spcPts val="0"/>
              </a:spcAft>
              <a:buSzPts val="3000"/>
              <a:buNone/>
              <a:defRPr sz="5400"/>
            </a:lvl9pPr>
          </a:lstStyle>
          <a:p/>
        </p:txBody>
      </p:sp>
      <p:pic>
        <p:nvPicPr>
          <p:cNvPr id="57" name="Google Shape;57;p32"/>
          <p:cNvPicPr preferRelativeResize="0"/>
          <p:nvPr/>
        </p:nvPicPr>
        <p:blipFill rotWithShape="1">
          <a:blip r:embed="rId3">
            <a:alphaModFix/>
          </a:blip>
          <a:srcRect b="0" l="0" r="0" t="0"/>
          <a:stretch/>
        </p:blipFill>
        <p:spPr>
          <a:xfrm>
            <a:off x="6903076" y="186298"/>
            <a:ext cx="5082864" cy="60130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3">
  <p:cSld name="TITLE_1_1">
    <p:bg>
      <p:bgPr>
        <a:solidFill>
          <a:schemeClr val="accent2"/>
        </a:solidFill>
      </p:bgPr>
    </p:bg>
    <p:spTree>
      <p:nvGrpSpPr>
        <p:cNvPr id="58" name="Shape 58"/>
        <p:cNvGrpSpPr/>
        <p:nvPr/>
      </p:nvGrpSpPr>
      <p:grpSpPr>
        <a:xfrm>
          <a:off x="0" y="0"/>
          <a:ext cx="0" cy="0"/>
          <a:chOff x="0" y="0"/>
          <a:chExt cx="0" cy="0"/>
        </a:xfrm>
      </p:grpSpPr>
      <p:sp>
        <p:nvSpPr>
          <p:cNvPr id="59" name="Google Shape;59;p33"/>
          <p:cNvSpPr/>
          <p:nvPr/>
        </p:nvSpPr>
        <p:spPr>
          <a:xfrm flipH="1" rot="10800000">
            <a:off x="1" y="3086"/>
            <a:ext cx="6467841" cy="5737081"/>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id="60" name="Google Shape;60;p33"/>
          <p:cNvPicPr preferRelativeResize="0"/>
          <p:nvPr/>
        </p:nvPicPr>
        <p:blipFill rotWithShape="1">
          <a:blip r:embed="rId2">
            <a:alphaModFix/>
          </a:blip>
          <a:srcRect b="0" l="0" r="0" t="0"/>
          <a:stretch/>
        </p:blipFill>
        <p:spPr>
          <a:xfrm>
            <a:off x="6903076" y="186298"/>
            <a:ext cx="5082864" cy="601304"/>
          </a:xfrm>
          <a:prstGeom prst="rect">
            <a:avLst/>
          </a:prstGeom>
          <a:noFill/>
          <a:ln>
            <a:noFill/>
          </a:ln>
        </p:spPr>
      </p:pic>
      <p:pic>
        <p:nvPicPr>
          <p:cNvPr descr="Una caricatura de una ciudad&#10;&#10;Descripción generada automáticamente" id="61" name="Google Shape;61;p33"/>
          <p:cNvPicPr preferRelativeResize="0"/>
          <p:nvPr/>
        </p:nvPicPr>
        <p:blipFill rotWithShape="1">
          <a:blip r:embed="rId3">
            <a:alphaModFix/>
          </a:blip>
          <a:srcRect b="0" l="9870" r="6482" t="0"/>
          <a:stretch/>
        </p:blipFill>
        <p:spPr>
          <a:xfrm>
            <a:off x="2" y="10"/>
            <a:ext cx="6281423" cy="5589566"/>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62" name="Google Shape;62;p33"/>
          <p:cNvSpPr txBox="1"/>
          <p:nvPr>
            <p:ph type="title"/>
          </p:nvPr>
        </p:nvSpPr>
        <p:spPr>
          <a:xfrm>
            <a:off x="4006100" y="3476150"/>
            <a:ext cx="7994400" cy="1603200"/>
          </a:xfrm>
          <a:prstGeom prst="rect">
            <a:avLst/>
          </a:prstGeom>
          <a:solidFill>
            <a:srgbClr val="898B90">
              <a:alpha val="68235"/>
            </a:srgbClr>
          </a:solidFill>
          <a:ln>
            <a:noFill/>
          </a:ln>
        </p:spPr>
        <p:txBody>
          <a:bodyPr anchorCtr="0" anchor="t" bIns="45700" lIns="91425" spcFirstLastPara="1" rIns="91425" wrap="square" tIns="45700">
            <a:noAutofit/>
          </a:bodyPr>
          <a:lstStyle>
            <a:lvl1pPr lvl="0" algn="r">
              <a:lnSpc>
                <a:spcPct val="90000"/>
              </a:lnSpc>
              <a:spcBef>
                <a:spcPts val="0"/>
              </a:spcBef>
              <a:spcAft>
                <a:spcPts val="0"/>
              </a:spcAft>
              <a:buSzPts val="3000"/>
              <a:buNone/>
              <a:defRPr sz="5400">
                <a:latin typeface="Calibri"/>
                <a:ea typeface="Calibri"/>
                <a:cs typeface="Calibri"/>
                <a:sym typeface="Calibri"/>
              </a:defRPr>
            </a:lvl1pPr>
            <a:lvl2pPr lvl="1" algn="r">
              <a:lnSpc>
                <a:spcPct val="100000"/>
              </a:lnSpc>
              <a:spcBef>
                <a:spcPts val="0"/>
              </a:spcBef>
              <a:spcAft>
                <a:spcPts val="0"/>
              </a:spcAft>
              <a:buSzPts val="3000"/>
              <a:buNone/>
              <a:defRPr sz="5400"/>
            </a:lvl2pPr>
            <a:lvl3pPr lvl="2" algn="r">
              <a:lnSpc>
                <a:spcPct val="100000"/>
              </a:lnSpc>
              <a:spcBef>
                <a:spcPts val="0"/>
              </a:spcBef>
              <a:spcAft>
                <a:spcPts val="0"/>
              </a:spcAft>
              <a:buSzPts val="3000"/>
              <a:buNone/>
              <a:defRPr sz="5400"/>
            </a:lvl3pPr>
            <a:lvl4pPr lvl="3" algn="r">
              <a:lnSpc>
                <a:spcPct val="100000"/>
              </a:lnSpc>
              <a:spcBef>
                <a:spcPts val="0"/>
              </a:spcBef>
              <a:spcAft>
                <a:spcPts val="0"/>
              </a:spcAft>
              <a:buSzPts val="3000"/>
              <a:buNone/>
              <a:defRPr sz="5400"/>
            </a:lvl4pPr>
            <a:lvl5pPr lvl="4" algn="r">
              <a:lnSpc>
                <a:spcPct val="100000"/>
              </a:lnSpc>
              <a:spcBef>
                <a:spcPts val="0"/>
              </a:spcBef>
              <a:spcAft>
                <a:spcPts val="0"/>
              </a:spcAft>
              <a:buSzPts val="3000"/>
              <a:buNone/>
              <a:defRPr sz="5400"/>
            </a:lvl5pPr>
            <a:lvl6pPr lvl="5" algn="r">
              <a:lnSpc>
                <a:spcPct val="100000"/>
              </a:lnSpc>
              <a:spcBef>
                <a:spcPts val="0"/>
              </a:spcBef>
              <a:spcAft>
                <a:spcPts val="0"/>
              </a:spcAft>
              <a:buSzPts val="3000"/>
              <a:buNone/>
              <a:defRPr sz="5400"/>
            </a:lvl6pPr>
            <a:lvl7pPr lvl="6" algn="r">
              <a:lnSpc>
                <a:spcPct val="100000"/>
              </a:lnSpc>
              <a:spcBef>
                <a:spcPts val="0"/>
              </a:spcBef>
              <a:spcAft>
                <a:spcPts val="0"/>
              </a:spcAft>
              <a:buSzPts val="3000"/>
              <a:buNone/>
              <a:defRPr sz="5400"/>
            </a:lvl7pPr>
            <a:lvl8pPr lvl="7" algn="r">
              <a:lnSpc>
                <a:spcPct val="100000"/>
              </a:lnSpc>
              <a:spcBef>
                <a:spcPts val="0"/>
              </a:spcBef>
              <a:spcAft>
                <a:spcPts val="0"/>
              </a:spcAft>
              <a:buSzPts val="3000"/>
              <a:buNone/>
              <a:defRPr sz="5400"/>
            </a:lvl8pPr>
            <a:lvl9pPr lvl="8" algn="r">
              <a:lnSpc>
                <a:spcPct val="100000"/>
              </a:lnSpc>
              <a:spcBef>
                <a:spcPts val="0"/>
              </a:spcBef>
              <a:spcAft>
                <a:spcPts val="0"/>
              </a:spcAft>
              <a:buSzPts val="3000"/>
              <a:buNone/>
              <a:defRPr sz="54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Título y objetos 1">
    <p:spTree>
      <p:nvGrpSpPr>
        <p:cNvPr id="63" name="Shape 63"/>
        <p:cNvGrpSpPr/>
        <p:nvPr/>
      </p:nvGrpSpPr>
      <p:grpSpPr>
        <a:xfrm>
          <a:off x="0" y="0"/>
          <a:ext cx="0" cy="0"/>
          <a:chOff x="0" y="0"/>
          <a:chExt cx="0" cy="0"/>
        </a:xfrm>
      </p:grpSpPr>
      <p:sp>
        <p:nvSpPr>
          <p:cNvPr id="64" name="Google Shape;64;p34"/>
          <p:cNvSpPr/>
          <p:nvPr/>
        </p:nvSpPr>
        <p:spPr>
          <a:xfrm>
            <a:off x="1830633" y="212725"/>
            <a:ext cx="6408499"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65" name="Google Shape;65;p34"/>
          <p:cNvSpPr/>
          <p:nvPr/>
        </p:nvSpPr>
        <p:spPr>
          <a:xfrm>
            <a:off x="1027800" y="212725"/>
            <a:ext cx="1204800" cy="813000"/>
          </a:xfrm>
          <a:prstGeom prst="parallelogram">
            <a:avLst>
              <a:gd fmla="val 45310" name="adj"/>
            </a:avLst>
          </a:prstGeom>
          <a:solidFill>
            <a:srgbClr val="818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4"/>
          <p:cNvSpPr/>
          <p:nvPr/>
        </p:nvSpPr>
        <p:spPr>
          <a:xfrm>
            <a:off x="195229" y="212725"/>
            <a:ext cx="1204800" cy="813000"/>
          </a:xfrm>
          <a:prstGeom prst="parallelogram">
            <a:avLst>
              <a:gd fmla="val 45310" name="adj"/>
            </a:avLst>
          </a:prstGeom>
          <a:gradFill>
            <a:gsLst>
              <a:gs pos="0">
                <a:srgbClr val="FFFFFF"/>
              </a:gs>
              <a:gs pos="65000">
                <a:schemeClr val="dk2"/>
              </a:gs>
              <a:gs pos="100000">
                <a:schemeClr val="dk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4"/>
          <p:cNvSpPr txBox="1"/>
          <p:nvPr>
            <p:ph type="title"/>
          </p:nvPr>
        </p:nvSpPr>
        <p:spPr>
          <a:xfrm>
            <a:off x="2351599" y="212725"/>
            <a:ext cx="5717580"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68" name="Google Shape;68;p34"/>
          <p:cNvPicPr preferRelativeResize="0"/>
          <p:nvPr/>
        </p:nvPicPr>
        <p:blipFill rotWithShape="1">
          <a:blip r:embed="rId2">
            <a:alphaModFix/>
          </a:blip>
          <a:srcRect b="0" l="0" r="0" t="0"/>
          <a:stretch/>
        </p:blipFill>
        <p:spPr>
          <a:xfrm>
            <a:off x="8239133" y="389414"/>
            <a:ext cx="3662271" cy="459625"/>
          </a:xfrm>
          <a:prstGeom prst="rect">
            <a:avLst/>
          </a:prstGeom>
          <a:noFill/>
          <a:ln>
            <a:noFill/>
          </a:ln>
        </p:spPr>
      </p:pic>
      <p:sp>
        <p:nvSpPr>
          <p:cNvPr id="69" name="Google Shape;69;p34"/>
          <p:cNvSpPr txBox="1"/>
          <p:nvPr>
            <p:ph idx="1" type="body"/>
          </p:nvPr>
        </p:nvSpPr>
        <p:spPr>
          <a:xfrm>
            <a:off x="392200" y="1218600"/>
            <a:ext cx="114076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70" name="Google Shape;70;p34"/>
          <p:cNvSpPr txBox="1"/>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p:cSld name="OBJECT 2">
    <p:spTree>
      <p:nvGrpSpPr>
        <p:cNvPr id="71" name="Shape 71"/>
        <p:cNvGrpSpPr/>
        <p:nvPr/>
      </p:nvGrpSpPr>
      <p:grpSpPr>
        <a:xfrm>
          <a:off x="0" y="0"/>
          <a:ext cx="0" cy="0"/>
          <a:chOff x="0" y="0"/>
          <a:chExt cx="0" cy="0"/>
        </a:xfrm>
      </p:grpSpPr>
      <p:sp>
        <p:nvSpPr>
          <p:cNvPr id="72" name="Google Shape;72;p35"/>
          <p:cNvSpPr/>
          <p:nvPr/>
        </p:nvSpPr>
        <p:spPr>
          <a:xfrm>
            <a:off x="1027800" y="212725"/>
            <a:ext cx="1204800" cy="813000"/>
          </a:xfrm>
          <a:prstGeom prst="parallelogram">
            <a:avLst>
              <a:gd fmla="val 4531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5"/>
          <p:cNvSpPr/>
          <p:nvPr/>
        </p:nvSpPr>
        <p:spPr>
          <a:xfrm>
            <a:off x="195229" y="212725"/>
            <a:ext cx="1204800" cy="8130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 name="Google Shape;74;p35"/>
          <p:cNvPicPr preferRelativeResize="0"/>
          <p:nvPr/>
        </p:nvPicPr>
        <p:blipFill rotWithShape="1">
          <a:blip r:embed="rId2">
            <a:alphaModFix/>
          </a:blip>
          <a:srcRect b="0" l="0" r="0" t="0"/>
          <a:stretch/>
        </p:blipFill>
        <p:spPr>
          <a:xfrm>
            <a:off x="8239133" y="389414"/>
            <a:ext cx="3662271" cy="459625"/>
          </a:xfrm>
          <a:prstGeom prst="rect">
            <a:avLst/>
          </a:prstGeom>
          <a:noFill/>
          <a:ln>
            <a:noFill/>
          </a:ln>
        </p:spPr>
      </p:pic>
      <p:sp>
        <p:nvSpPr>
          <p:cNvPr id="75" name="Google Shape;75;p35"/>
          <p:cNvSpPr txBox="1"/>
          <p:nvPr>
            <p:ph idx="1" type="body"/>
          </p:nvPr>
        </p:nvSpPr>
        <p:spPr>
          <a:xfrm>
            <a:off x="392200" y="1218600"/>
            <a:ext cx="114076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76" name="Google Shape;76;p35"/>
          <p:cNvSpPr/>
          <p:nvPr/>
        </p:nvSpPr>
        <p:spPr>
          <a:xfrm>
            <a:off x="1830633" y="212725"/>
            <a:ext cx="6408499"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77" name="Google Shape;77;p35"/>
          <p:cNvSpPr txBox="1"/>
          <p:nvPr>
            <p:ph type="title"/>
          </p:nvPr>
        </p:nvSpPr>
        <p:spPr>
          <a:xfrm>
            <a:off x="2351599" y="212725"/>
            <a:ext cx="5717580"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8" name="Google Shape;78;p35"/>
          <p:cNvSpPr txBox="1"/>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3">
  <p:cSld name="OBJECT_1">
    <p:spTree>
      <p:nvGrpSpPr>
        <p:cNvPr id="79" name="Shape 79"/>
        <p:cNvGrpSpPr/>
        <p:nvPr/>
      </p:nvGrpSpPr>
      <p:grpSpPr>
        <a:xfrm>
          <a:off x="0" y="0"/>
          <a:ext cx="0" cy="0"/>
          <a:chOff x="0" y="0"/>
          <a:chExt cx="0" cy="0"/>
        </a:xfrm>
      </p:grpSpPr>
      <p:sp>
        <p:nvSpPr>
          <p:cNvPr id="80" name="Google Shape;80;p36"/>
          <p:cNvSpPr/>
          <p:nvPr/>
        </p:nvSpPr>
        <p:spPr>
          <a:xfrm>
            <a:off x="1027800" y="212725"/>
            <a:ext cx="1204800" cy="813000"/>
          </a:xfrm>
          <a:prstGeom prst="parallelogram">
            <a:avLst>
              <a:gd fmla="val 45310" name="adj"/>
            </a:avLst>
          </a:prstGeom>
          <a:solidFill>
            <a:srgbClr val="7027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6"/>
          <p:cNvSpPr/>
          <p:nvPr/>
        </p:nvSpPr>
        <p:spPr>
          <a:xfrm>
            <a:off x="195229" y="212725"/>
            <a:ext cx="1204800" cy="813000"/>
          </a:xfrm>
          <a:prstGeom prst="parallelogram">
            <a:avLst>
              <a:gd fmla="val 45310" name="adj"/>
            </a:avLst>
          </a:prstGeom>
          <a:gradFill>
            <a:gsLst>
              <a:gs pos="0">
                <a:srgbClr val="FFFFFF"/>
              </a:gs>
              <a:gs pos="65000">
                <a:schemeClr val="accent2"/>
              </a:gs>
              <a:gs pos="100000">
                <a:schemeClr val="accent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 name="Google Shape;82;p36"/>
          <p:cNvPicPr preferRelativeResize="0"/>
          <p:nvPr/>
        </p:nvPicPr>
        <p:blipFill rotWithShape="1">
          <a:blip r:embed="rId2">
            <a:alphaModFix/>
          </a:blip>
          <a:srcRect b="0" l="0" r="0" t="0"/>
          <a:stretch/>
        </p:blipFill>
        <p:spPr>
          <a:xfrm>
            <a:off x="8239133" y="389414"/>
            <a:ext cx="3662271" cy="459625"/>
          </a:xfrm>
          <a:prstGeom prst="rect">
            <a:avLst/>
          </a:prstGeom>
          <a:noFill/>
          <a:ln>
            <a:noFill/>
          </a:ln>
        </p:spPr>
      </p:pic>
      <p:sp>
        <p:nvSpPr>
          <p:cNvPr id="83" name="Google Shape;83;p36"/>
          <p:cNvSpPr txBox="1"/>
          <p:nvPr>
            <p:ph idx="1" type="body"/>
          </p:nvPr>
        </p:nvSpPr>
        <p:spPr>
          <a:xfrm>
            <a:off x="392200" y="1218600"/>
            <a:ext cx="114076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84" name="Google Shape;84;p36"/>
          <p:cNvSpPr/>
          <p:nvPr/>
        </p:nvSpPr>
        <p:spPr>
          <a:xfrm>
            <a:off x="1830633" y="212725"/>
            <a:ext cx="6408499"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85" name="Google Shape;85;p36"/>
          <p:cNvSpPr txBox="1"/>
          <p:nvPr>
            <p:ph type="title"/>
          </p:nvPr>
        </p:nvSpPr>
        <p:spPr>
          <a:xfrm>
            <a:off x="2351599" y="212725"/>
            <a:ext cx="5717580"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6" name="Google Shape;86;p36"/>
          <p:cNvSpPr txBox="1"/>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solidFill>
          <a:schemeClr val="dk2"/>
        </a:solidFill>
      </p:bgPr>
    </p:bg>
    <p:spTree>
      <p:nvGrpSpPr>
        <p:cNvPr id="87" name="Shape 87"/>
        <p:cNvGrpSpPr/>
        <p:nvPr/>
      </p:nvGrpSpPr>
      <p:grpSpPr>
        <a:xfrm>
          <a:off x="0" y="0"/>
          <a:ext cx="0" cy="0"/>
          <a:chOff x="0" y="0"/>
          <a:chExt cx="0" cy="0"/>
        </a:xfrm>
      </p:grpSpPr>
      <p:sp>
        <p:nvSpPr>
          <p:cNvPr id="88" name="Google Shape;88;p37"/>
          <p:cNvSpPr txBox="1"/>
          <p:nvPr>
            <p:ph idx="1" type="body"/>
          </p:nvPr>
        </p:nvSpPr>
        <p:spPr>
          <a:xfrm>
            <a:off x="747184" y="2634922"/>
            <a:ext cx="10697633" cy="2275770"/>
          </a:xfrm>
          <a:prstGeom prst="rect">
            <a:avLst/>
          </a:prstGeom>
          <a:noFill/>
          <a:ln>
            <a:noFill/>
          </a:ln>
        </p:spPr>
        <p:txBody>
          <a:bodyPr anchorCtr="0" anchor="ctr" bIns="45700" lIns="90000" spcFirstLastPara="1" rIns="91425" wrap="square" tIns="45700">
            <a:noAutofit/>
          </a:bodyPr>
          <a:lstStyle>
            <a:lvl1pPr indent="-228600" lvl="0" marL="457200" algn="ctr">
              <a:lnSpc>
                <a:spcPct val="90000"/>
              </a:lnSpc>
              <a:spcBef>
                <a:spcPts val="1000"/>
              </a:spcBef>
              <a:spcAft>
                <a:spcPts val="0"/>
              </a:spcAft>
              <a:buSzPts val="2800"/>
              <a:buNone/>
              <a:defRPr sz="4000">
                <a:solidFill>
                  <a:schemeClr val="lt1"/>
                </a:solidFill>
                <a:latin typeface="Calibri"/>
                <a:ea typeface="Calibri"/>
                <a:cs typeface="Calibri"/>
                <a:sym typeface="Calibri"/>
              </a:defRPr>
            </a:lvl1pPr>
            <a:lvl2pPr indent="-381000" lvl="1" marL="914400" algn="l">
              <a:lnSpc>
                <a:spcPct val="90000"/>
              </a:lnSpc>
              <a:spcBef>
                <a:spcPts val="500"/>
              </a:spcBef>
              <a:spcAft>
                <a:spcPts val="0"/>
              </a:spcAft>
              <a:buSzPts val="2400"/>
              <a:buChar char="•"/>
              <a:defRPr/>
            </a:lvl2pPr>
            <a:lvl3pPr indent="-342900" lvl="2" marL="1371600" algn="l">
              <a:lnSpc>
                <a:spcPct val="90000"/>
              </a:lnSpc>
              <a:spcBef>
                <a:spcPts val="500"/>
              </a:spcBef>
              <a:spcAft>
                <a:spcPts val="0"/>
              </a:spcAft>
              <a:buSzPts val="1800"/>
              <a:buChar char="○"/>
              <a:defRPr/>
            </a:lvl3pPr>
            <a:lvl4pPr indent="-330200" lvl="3" marL="1828800" algn="l">
              <a:lnSpc>
                <a:spcPct val="90000"/>
              </a:lnSpc>
              <a:spcBef>
                <a:spcPts val="500"/>
              </a:spcBef>
              <a:spcAft>
                <a:spcPts val="0"/>
              </a:spcAft>
              <a:buSzPts val="1600"/>
              <a:buChar char="•"/>
              <a:defRPr/>
            </a:lvl4pPr>
            <a:lvl5pPr indent="-317500" lvl="4" marL="2286000" algn="l">
              <a:lnSpc>
                <a:spcPct val="90000"/>
              </a:lnSpc>
              <a:spcBef>
                <a:spcPts val="500"/>
              </a:spcBef>
              <a:spcAft>
                <a:spcPts val="0"/>
              </a:spcAft>
              <a:buSzPts val="1400"/>
              <a:buChar char="•"/>
              <a:defRPr/>
            </a:lvl5pPr>
            <a:lvl6pPr indent="-304800" lvl="5" marL="2743200" algn="l">
              <a:lnSpc>
                <a:spcPct val="90000"/>
              </a:lnSpc>
              <a:spcBef>
                <a:spcPts val="500"/>
              </a:spcBef>
              <a:spcAft>
                <a:spcPts val="0"/>
              </a:spcAft>
              <a:buSzPts val="1200"/>
              <a:buChar char="•"/>
              <a:defRPr/>
            </a:lvl6pPr>
            <a:lvl7pPr indent="-292100" lvl="6" marL="3200400" algn="l">
              <a:lnSpc>
                <a:spcPct val="90000"/>
              </a:lnSpc>
              <a:spcBef>
                <a:spcPts val="500"/>
              </a:spcBef>
              <a:spcAft>
                <a:spcPts val="0"/>
              </a:spcAft>
              <a:buSzPts val="1000"/>
              <a:buChar char="•"/>
              <a:defRPr/>
            </a:lvl7pPr>
            <a:lvl8pPr indent="-279400" lvl="7" marL="3657600" algn="l">
              <a:lnSpc>
                <a:spcPct val="90000"/>
              </a:lnSpc>
              <a:spcBef>
                <a:spcPts val="500"/>
              </a:spcBef>
              <a:spcAft>
                <a:spcPts val="0"/>
              </a:spcAft>
              <a:buSzPts val="800"/>
              <a:buChar char="•"/>
              <a:defRPr/>
            </a:lvl8pPr>
            <a:lvl9pPr indent="-266700" lvl="8" marL="4114800" algn="l">
              <a:lnSpc>
                <a:spcPct val="90000"/>
              </a:lnSpc>
              <a:spcBef>
                <a:spcPts val="500"/>
              </a:spcBef>
              <a:spcAft>
                <a:spcPts val="0"/>
              </a:spcAft>
              <a:buSzPts val="600"/>
              <a:buChar char="•"/>
              <a:defRPr/>
            </a:lvl9pPr>
          </a:lstStyle>
          <a:p/>
        </p:txBody>
      </p:sp>
      <p:pic>
        <p:nvPicPr>
          <p:cNvPr id="89" name="Google Shape;89;p37"/>
          <p:cNvPicPr preferRelativeResize="0"/>
          <p:nvPr/>
        </p:nvPicPr>
        <p:blipFill rotWithShape="1">
          <a:blip r:embed="rId2">
            <a:alphaModFix/>
          </a:blip>
          <a:srcRect b="0" l="0" r="0" t="0"/>
          <a:stretch/>
        </p:blipFill>
        <p:spPr>
          <a:xfrm>
            <a:off x="8239133" y="392751"/>
            <a:ext cx="3678716" cy="459625"/>
          </a:xfrm>
          <a:prstGeom prst="rect">
            <a:avLst/>
          </a:prstGeom>
          <a:noFill/>
          <a:ln>
            <a:noFill/>
          </a:ln>
        </p:spPr>
      </p:pic>
      <p:sp>
        <p:nvSpPr>
          <p:cNvPr id="90" name="Google Shape;90;p37"/>
          <p:cNvSpPr txBox="1"/>
          <p:nvPr>
            <p:ph idx="2" type="body"/>
          </p:nvPr>
        </p:nvSpPr>
        <p:spPr>
          <a:xfrm>
            <a:off x="747184" y="1632286"/>
            <a:ext cx="10697633" cy="665749"/>
          </a:xfrm>
          <a:prstGeom prst="rect">
            <a:avLst/>
          </a:prstGeom>
          <a:solidFill>
            <a:schemeClr val="accent1"/>
          </a:solidFill>
          <a:ln>
            <a:noFill/>
          </a:ln>
        </p:spPr>
        <p:txBody>
          <a:bodyPr anchorCtr="0" anchor="t" bIns="45700" lIns="90000" spcFirstLastPara="1" rIns="91425" wrap="square" tIns="45700">
            <a:noAutofit/>
          </a:bodyPr>
          <a:lstStyle>
            <a:lvl1pPr indent="-228600" lvl="0" marL="457200" algn="ctr">
              <a:lnSpc>
                <a:spcPct val="90000"/>
              </a:lnSpc>
              <a:spcBef>
                <a:spcPts val="1000"/>
              </a:spcBef>
              <a:spcAft>
                <a:spcPts val="0"/>
              </a:spcAft>
              <a:buSzPts val="2800"/>
              <a:buNone/>
              <a:defRPr sz="2800">
                <a:solidFill>
                  <a:schemeClr val="lt1"/>
                </a:solidFill>
                <a:latin typeface="Calibri"/>
                <a:ea typeface="Calibri"/>
                <a:cs typeface="Calibri"/>
                <a:sym typeface="Calibri"/>
              </a:defRPr>
            </a:lvl1pPr>
            <a:lvl2pPr indent="-381000" lvl="1" marL="914400" algn="l">
              <a:lnSpc>
                <a:spcPct val="90000"/>
              </a:lnSpc>
              <a:spcBef>
                <a:spcPts val="500"/>
              </a:spcBef>
              <a:spcAft>
                <a:spcPts val="0"/>
              </a:spcAft>
              <a:buSzPts val="2400"/>
              <a:buChar char="•"/>
              <a:defRPr/>
            </a:lvl2pPr>
            <a:lvl3pPr indent="-342900" lvl="2" marL="1371600" algn="l">
              <a:lnSpc>
                <a:spcPct val="90000"/>
              </a:lnSpc>
              <a:spcBef>
                <a:spcPts val="500"/>
              </a:spcBef>
              <a:spcAft>
                <a:spcPts val="0"/>
              </a:spcAft>
              <a:buSzPts val="1800"/>
              <a:buChar char="○"/>
              <a:defRPr/>
            </a:lvl3pPr>
            <a:lvl4pPr indent="-330200" lvl="3" marL="1828800" algn="l">
              <a:lnSpc>
                <a:spcPct val="90000"/>
              </a:lnSpc>
              <a:spcBef>
                <a:spcPts val="500"/>
              </a:spcBef>
              <a:spcAft>
                <a:spcPts val="0"/>
              </a:spcAft>
              <a:buSzPts val="1600"/>
              <a:buChar char="•"/>
              <a:defRPr/>
            </a:lvl4pPr>
            <a:lvl5pPr indent="-317500" lvl="4" marL="2286000" algn="l">
              <a:lnSpc>
                <a:spcPct val="90000"/>
              </a:lnSpc>
              <a:spcBef>
                <a:spcPts val="500"/>
              </a:spcBef>
              <a:spcAft>
                <a:spcPts val="0"/>
              </a:spcAft>
              <a:buSzPts val="1400"/>
              <a:buChar char="•"/>
              <a:defRPr/>
            </a:lvl5pPr>
            <a:lvl6pPr indent="-304800" lvl="5" marL="2743200" algn="l">
              <a:lnSpc>
                <a:spcPct val="90000"/>
              </a:lnSpc>
              <a:spcBef>
                <a:spcPts val="500"/>
              </a:spcBef>
              <a:spcAft>
                <a:spcPts val="0"/>
              </a:spcAft>
              <a:buSzPts val="1200"/>
              <a:buChar char="•"/>
              <a:defRPr/>
            </a:lvl6pPr>
            <a:lvl7pPr indent="-292100" lvl="6" marL="3200400" algn="l">
              <a:lnSpc>
                <a:spcPct val="90000"/>
              </a:lnSpc>
              <a:spcBef>
                <a:spcPts val="500"/>
              </a:spcBef>
              <a:spcAft>
                <a:spcPts val="0"/>
              </a:spcAft>
              <a:buSzPts val="1000"/>
              <a:buChar char="•"/>
              <a:defRPr/>
            </a:lvl7pPr>
            <a:lvl8pPr indent="-279400" lvl="7" marL="3657600" algn="l">
              <a:lnSpc>
                <a:spcPct val="90000"/>
              </a:lnSpc>
              <a:spcBef>
                <a:spcPts val="500"/>
              </a:spcBef>
              <a:spcAft>
                <a:spcPts val="0"/>
              </a:spcAft>
              <a:buSzPts val="800"/>
              <a:buChar char="•"/>
              <a:defRPr/>
            </a:lvl8pPr>
            <a:lvl9pPr indent="-266700" lvl="8" marL="4114800" algn="l">
              <a:lnSpc>
                <a:spcPct val="90000"/>
              </a:lnSpc>
              <a:spcBef>
                <a:spcPts val="500"/>
              </a:spcBef>
              <a:spcAft>
                <a:spcPts val="0"/>
              </a:spcAft>
              <a:buSzPts val="600"/>
              <a:buChar char="•"/>
              <a:defRPr/>
            </a:lvl9pPr>
          </a:lstStyle>
          <a:p/>
        </p:txBody>
      </p:sp>
      <p:sp>
        <p:nvSpPr>
          <p:cNvPr id="91" name="Google Shape;91;p37"/>
          <p:cNvSpPr/>
          <p:nvPr/>
        </p:nvSpPr>
        <p:spPr>
          <a:xfrm>
            <a:off x="1027800" y="212725"/>
            <a:ext cx="1204800" cy="813000"/>
          </a:xfrm>
          <a:prstGeom prst="parallelogram">
            <a:avLst>
              <a:gd fmla="val 4531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7"/>
          <p:cNvSpPr/>
          <p:nvPr/>
        </p:nvSpPr>
        <p:spPr>
          <a:xfrm>
            <a:off x="195229" y="212725"/>
            <a:ext cx="1204800" cy="813000"/>
          </a:xfrm>
          <a:prstGeom prst="parallelogram">
            <a:avLst>
              <a:gd fmla="val 45310" name="adj"/>
            </a:avLst>
          </a:prstGeom>
          <a:gradFill>
            <a:gsLst>
              <a:gs pos="0">
                <a:schemeClr val="dk2"/>
              </a:gs>
              <a:gs pos="65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7"/>
          <p:cNvSpPr/>
          <p:nvPr/>
        </p:nvSpPr>
        <p:spPr>
          <a:xfrm>
            <a:off x="1830633" y="212725"/>
            <a:ext cx="6408499" cy="813000"/>
          </a:xfrm>
          <a:prstGeom prst="parallelogram">
            <a:avLst>
              <a:gd fmla="val 45310"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94" name="Google Shape;94;p37"/>
          <p:cNvSpPr txBox="1"/>
          <p:nvPr>
            <p:ph type="title"/>
          </p:nvPr>
        </p:nvSpPr>
        <p:spPr>
          <a:xfrm>
            <a:off x="2351599" y="212725"/>
            <a:ext cx="5717580"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solidFill>
                  <a:schemeClr val="accent1"/>
                </a:solidFill>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95" name="Shape 95"/>
        <p:cNvGrpSpPr/>
        <p:nvPr/>
      </p:nvGrpSpPr>
      <p:grpSpPr>
        <a:xfrm>
          <a:off x="0" y="0"/>
          <a:ext cx="0" cy="0"/>
          <a:chOff x="0" y="0"/>
          <a:chExt cx="0" cy="0"/>
        </a:xfrm>
      </p:grpSpPr>
      <p:sp>
        <p:nvSpPr>
          <p:cNvPr id="96" name="Google Shape;96;p38"/>
          <p:cNvSpPr/>
          <p:nvPr/>
        </p:nvSpPr>
        <p:spPr>
          <a:xfrm>
            <a:off x="1027800" y="212725"/>
            <a:ext cx="1204800" cy="813000"/>
          </a:xfrm>
          <a:prstGeom prst="parallelogram">
            <a:avLst>
              <a:gd fmla="val 4531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8"/>
          <p:cNvSpPr/>
          <p:nvPr/>
        </p:nvSpPr>
        <p:spPr>
          <a:xfrm>
            <a:off x="195229" y="212725"/>
            <a:ext cx="1204800" cy="8130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8" name="Google Shape;98;p38"/>
          <p:cNvPicPr preferRelativeResize="0"/>
          <p:nvPr/>
        </p:nvPicPr>
        <p:blipFill rotWithShape="1">
          <a:blip r:embed="rId2">
            <a:alphaModFix/>
          </a:blip>
          <a:srcRect b="0" l="0" r="0" t="0"/>
          <a:stretch/>
        </p:blipFill>
        <p:spPr>
          <a:xfrm>
            <a:off x="8239133" y="389414"/>
            <a:ext cx="3662271" cy="459625"/>
          </a:xfrm>
          <a:prstGeom prst="rect">
            <a:avLst/>
          </a:prstGeom>
          <a:noFill/>
          <a:ln>
            <a:noFill/>
          </a:ln>
        </p:spPr>
      </p:pic>
      <p:sp>
        <p:nvSpPr>
          <p:cNvPr id="99" name="Google Shape;99;p38"/>
          <p:cNvSpPr/>
          <p:nvPr/>
        </p:nvSpPr>
        <p:spPr>
          <a:xfrm>
            <a:off x="1830633" y="212725"/>
            <a:ext cx="6408499"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100" name="Google Shape;100;p38"/>
          <p:cNvSpPr txBox="1"/>
          <p:nvPr>
            <p:ph type="title"/>
          </p:nvPr>
        </p:nvSpPr>
        <p:spPr>
          <a:xfrm>
            <a:off x="2351599" y="212725"/>
            <a:ext cx="5717580"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1" name="Google Shape;101;p38"/>
          <p:cNvSpPr txBox="1"/>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6">
  <p:cSld name="Título y objetos 6">
    <p:spTree>
      <p:nvGrpSpPr>
        <p:cNvPr id="102" name="Shape 102"/>
        <p:cNvGrpSpPr/>
        <p:nvPr/>
      </p:nvGrpSpPr>
      <p:grpSpPr>
        <a:xfrm>
          <a:off x="0" y="0"/>
          <a:ext cx="0" cy="0"/>
          <a:chOff x="0" y="0"/>
          <a:chExt cx="0" cy="0"/>
        </a:xfrm>
      </p:grpSpPr>
      <p:sp>
        <p:nvSpPr>
          <p:cNvPr id="103" name="Google Shape;103;p40"/>
          <p:cNvSpPr/>
          <p:nvPr/>
        </p:nvSpPr>
        <p:spPr>
          <a:xfrm>
            <a:off x="1027800" y="212725"/>
            <a:ext cx="1204800" cy="813000"/>
          </a:xfrm>
          <a:prstGeom prst="parallelogram">
            <a:avLst>
              <a:gd fmla="val 4531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40"/>
          <p:cNvSpPr/>
          <p:nvPr/>
        </p:nvSpPr>
        <p:spPr>
          <a:xfrm>
            <a:off x="195229" y="212725"/>
            <a:ext cx="1204800" cy="813000"/>
          </a:xfrm>
          <a:prstGeom prst="parallelogram">
            <a:avLst>
              <a:gd fmla="val 45310" name="adj"/>
            </a:avLst>
          </a:prstGeom>
          <a:gradFill>
            <a:gsLst>
              <a:gs pos="0">
                <a:srgbClr val="FFFFFF"/>
              </a:gs>
              <a:gs pos="65000">
                <a:schemeClr val="lt2"/>
              </a:gs>
              <a:gs pos="100000">
                <a:schemeClr val="lt2"/>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5" name="Google Shape;105;p40"/>
          <p:cNvPicPr preferRelativeResize="0"/>
          <p:nvPr/>
        </p:nvPicPr>
        <p:blipFill rotWithShape="1">
          <a:blip r:embed="rId2">
            <a:alphaModFix/>
          </a:blip>
          <a:srcRect b="0" l="0" r="0" t="0"/>
          <a:stretch/>
        </p:blipFill>
        <p:spPr>
          <a:xfrm>
            <a:off x="8239133" y="389414"/>
            <a:ext cx="3662271" cy="459625"/>
          </a:xfrm>
          <a:prstGeom prst="rect">
            <a:avLst/>
          </a:prstGeom>
          <a:noFill/>
          <a:ln>
            <a:noFill/>
          </a:ln>
        </p:spPr>
      </p:pic>
      <p:sp>
        <p:nvSpPr>
          <p:cNvPr id="106" name="Google Shape;106;p40"/>
          <p:cNvSpPr txBox="1"/>
          <p:nvPr>
            <p:ph idx="1" type="body"/>
          </p:nvPr>
        </p:nvSpPr>
        <p:spPr>
          <a:xfrm>
            <a:off x="392200" y="1218600"/>
            <a:ext cx="11407600" cy="51378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rgbClr val="DE3075"/>
              </a:buClr>
              <a:buSzPts val="2800"/>
              <a:buFont typeface="Franklin Gothic"/>
              <a:buChar char="»"/>
              <a:defRPr i="0" sz="2400" u="none" cap="none" strike="noStrike">
                <a:solidFill>
                  <a:srgbClr val="818990"/>
                </a:solidFill>
                <a:latin typeface="Calibri"/>
                <a:ea typeface="Calibri"/>
                <a:cs typeface="Calibri"/>
                <a:sym typeface="Calibri"/>
              </a:defRPr>
            </a:lvl1pPr>
            <a:lvl2pPr indent="-381000" lvl="1" marL="914400" marR="0" algn="l">
              <a:lnSpc>
                <a:spcPct val="90000"/>
              </a:lnSpc>
              <a:spcBef>
                <a:spcPts val="500"/>
              </a:spcBef>
              <a:spcAft>
                <a:spcPts val="0"/>
              </a:spcAft>
              <a:buClr>
                <a:schemeClr val="accent2"/>
              </a:buClr>
              <a:buSzPts val="2400"/>
              <a:buFont typeface="Franklin Gothic"/>
              <a:buChar char="•"/>
              <a:defRPr i="0" sz="2000" u="none" cap="none" strike="noStrike">
                <a:solidFill>
                  <a:srgbClr val="818990"/>
                </a:solidFill>
                <a:latin typeface="Franklin Gothic"/>
                <a:ea typeface="Franklin Gothic"/>
                <a:cs typeface="Franklin Gothic"/>
                <a:sym typeface="Franklin Gothic"/>
              </a:defRPr>
            </a:lvl2pPr>
            <a:lvl3pPr indent="-342900" lvl="2" marL="1371600" marR="0" algn="l">
              <a:lnSpc>
                <a:spcPct val="90000"/>
              </a:lnSpc>
              <a:spcBef>
                <a:spcPts val="500"/>
              </a:spcBef>
              <a:spcAft>
                <a:spcPts val="0"/>
              </a:spcAft>
              <a:buClr>
                <a:schemeClr val="dk2"/>
              </a:buClr>
              <a:buSzPts val="1800"/>
              <a:buFont typeface="Franklin Gothic"/>
              <a:buChar char="○"/>
              <a:defRPr i="0" sz="1800" u="none" cap="none" strike="noStrike">
                <a:solidFill>
                  <a:schemeClr val="dk2"/>
                </a:solidFill>
                <a:latin typeface="Franklin Gothic"/>
                <a:ea typeface="Franklin Gothic"/>
                <a:cs typeface="Franklin Gothic"/>
                <a:sym typeface="Franklin Gothic"/>
              </a:defRPr>
            </a:lvl3pPr>
            <a:lvl4pPr indent="-330200" lvl="3" marL="1828800" marR="0" algn="l">
              <a:lnSpc>
                <a:spcPct val="90000"/>
              </a:lnSpc>
              <a:spcBef>
                <a:spcPts val="5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4pPr>
            <a:lvl5pPr indent="-317500" lvl="4" marL="2286000" marR="0" algn="l">
              <a:lnSpc>
                <a:spcPct val="90000"/>
              </a:lnSpc>
              <a:spcBef>
                <a:spcPts val="500"/>
              </a:spcBef>
              <a:spcAft>
                <a:spcPts val="0"/>
              </a:spcAft>
              <a:buClr>
                <a:schemeClr val="dk2"/>
              </a:buClr>
              <a:buSzPts val="1400"/>
              <a:buFont typeface="Franklin Gothic"/>
              <a:buChar char="•"/>
              <a:defRPr i="0" u="none" cap="none" strike="noStrike">
                <a:solidFill>
                  <a:schemeClr val="dk2"/>
                </a:solidFill>
                <a:latin typeface="Franklin Gothic"/>
                <a:ea typeface="Franklin Gothic"/>
                <a:cs typeface="Franklin Gothic"/>
                <a:sym typeface="Franklin Gothic"/>
              </a:defRPr>
            </a:lvl5pPr>
            <a:lvl6pPr indent="-304800" lvl="5" marL="2743200" marR="0" algn="l">
              <a:lnSpc>
                <a:spcPct val="90000"/>
              </a:lnSpc>
              <a:spcBef>
                <a:spcPts val="5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6pPr>
            <a:lvl7pPr indent="-292100" lvl="6" marL="3200400" marR="0" algn="l">
              <a:lnSpc>
                <a:spcPct val="90000"/>
              </a:lnSpc>
              <a:spcBef>
                <a:spcPts val="500"/>
              </a:spcBef>
              <a:spcAft>
                <a:spcPts val="0"/>
              </a:spcAft>
              <a:buClr>
                <a:schemeClr val="dk2"/>
              </a:buClr>
              <a:buSzPts val="1000"/>
              <a:buFont typeface="Franklin Gothic"/>
              <a:buChar char="•"/>
              <a:defRPr i="0" sz="1000" u="none" cap="none" strike="noStrike">
                <a:solidFill>
                  <a:schemeClr val="dk2"/>
                </a:solidFill>
                <a:latin typeface="Franklin Gothic"/>
                <a:ea typeface="Franklin Gothic"/>
                <a:cs typeface="Franklin Gothic"/>
                <a:sym typeface="Franklin Gothic"/>
              </a:defRPr>
            </a:lvl7pPr>
            <a:lvl8pPr indent="-279400" lvl="7" marL="3657600" marR="0" algn="l">
              <a:lnSpc>
                <a:spcPct val="90000"/>
              </a:lnSpc>
              <a:spcBef>
                <a:spcPts val="500"/>
              </a:spcBef>
              <a:spcAft>
                <a:spcPts val="0"/>
              </a:spcAft>
              <a:buClr>
                <a:schemeClr val="dk2"/>
              </a:buClr>
              <a:buSzPts val="800"/>
              <a:buFont typeface="Franklin Gothic"/>
              <a:buChar char="•"/>
              <a:defRPr i="0" sz="800" u="none" cap="none" strike="noStrike">
                <a:solidFill>
                  <a:schemeClr val="dk2"/>
                </a:solidFill>
                <a:latin typeface="Franklin Gothic"/>
                <a:ea typeface="Franklin Gothic"/>
                <a:cs typeface="Franklin Gothic"/>
                <a:sym typeface="Franklin Gothic"/>
              </a:defRPr>
            </a:lvl8pPr>
            <a:lvl9pPr indent="-266700" lvl="8" marL="4114800" marR="0" algn="l">
              <a:lnSpc>
                <a:spcPct val="90000"/>
              </a:lnSpc>
              <a:spcBef>
                <a:spcPts val="500"/>
              </a:spcBef>
              <a:spcAft>
                <a:spcPts val="0"/>
              </a:spcAft>
              <a:buClr>
                <a:schemeClr val="dk2"/>
              </a:buClr>
              <a:buSzPts val="600"/>
              <a:buFont typeface="Franklin Gothic"/>
              <a:buChar char="•"/>
              <a:defRPr i="0" sz="600" u="none" cap="none" strike="noStrike">
                <a:solidFill>
                  <a:schemeClr val="dk2"/>
                </a:solidFill>
                <a:latin typeface="Franklin Gothic"/>
                <a:ea typeface="Franklin Gothic"/>
                <a:cs typeface="Franklin Gothic"/>
                <a:sym typeface="Franklin Gothic"/>
              </a:defRPr>
            </a:lvl9pPr>
          </a:lstStyle>
          <a:p/>
        </p:txBody>
      </p:sp>
      <p:sp>
        <p:nvSpPr>
          <p:cNvPr id="107" name="Google Shape;107;p40"/>
          <p:cNvSpPr/>
          <p:nvPr/>
        </p:nvSpPr>
        <p:spPr>
          <a:xfrm>
            <a:off x="1830633" y="212725"/>
            <a:ext cx="6408499" cy="81300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ebas Neue"/>
              <a:ea typeface="Bebas Neue"/>
              <a:cs typeface="Bebas Neue"/>
              <a:sym typeface="Bebas Neue"/>
            </a:endParaRPr>
          </a:p>
        </p:txBody>
      </p:sp>
      <p:sp>
        <p:nvSpPr>
          <p:cNvPr id="108" name="Google Shape;108;p40"/>
          <p:cNvSpPr txBox="1"/>
          <p:nvPr>
            <p:ph type="title"/>
          </p:nvPr>
        </p:nvSpPr>
        <p:spPr>
          <a:xfrm>
            <a:off x="2351599" y="212725"/>
            <a:ext cx="5717580" cy="8130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818990"/>
              </a:buClr>
              <a:buSzPts val="1800"/>
              <a:buNone/>
              <a:defRPr>
                <a:latin typeface="Calibri"/>
                <a:ea typeface="Calibri"/>
                <a:cs typeface="Calibri"/>
                <a:sym typeface="Calibri"/>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9" name="Google Shape;109;p40"/>
          <p:cNvSpPr txBox="1"/>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seño personalizado">
  <p:cSld name="3_Diseño personalizado">
    <p:spTree>
      <p:nvGrpSpPr>
        <p:cNvPr id="110" name="Shape 110"/>
        <p:cNvGrpSpPr/>
        <p:nvPr/>
      </p:nvGrpSpPr>
      <p:grpSpPr>
        <a:xfrm>
          <a:off x="0" y="0"/>
          <a:ext cx="0" cy="0"/>
          <a:chOff x="0" y="0"/>
          <a:chExt cx="0" cy="0"/>
        </a:xfrm>
      </p:grpSpPr>
      <p:pic>
        <p:nvPicPr>
          <p:cNvPr id="111" name="Google Shape;111;p41"/>
          <p:cNvPicPr preferRelativeResize="0"/>
          <p:nvPr/>
        </p:nvPicPr>
        <p:blipFill rotWithShape="1">
          <a:blip r:embed="rId2">
            <a:alphaModFix/>
          </a:blip>
          <a:srcRect b="0" l="0" r="0" t="0"/>
          <a:stretch/>
        </p:blipFill>
        <p:spPr>
          <a:xfrm>
            <a:off x="2041" y="0"/>
            <a:ext cx="12187921" cy="6858000"/>
          </a:xfrm>
          <a:prstGeom prst="rect">
            <a:avLst/>
          </a:prstGeom>
          <a:noFill/>
          <a:ln>
            <a:noFill/>
          </a:ln>
        </p:spPr>
      </p:pic>
      <p:sp>
        <p:nvSpPr>
          <p:cNvPr id="112" name="Google Shape;112;p41"/>
          <p:cNvSpPr txBox="1"/>
          <p:nvPr>
            <p:ph type="title"/>
          </p:nvPr>
        </p:nvSpPr>
        <p:spPr>
          <a:xfrm>
            <a:off x="4016505" y="4260740"/>
            <a:ext cx="5932243" cy="9331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SzPts val="3000"/>
              <a:buNone/>
              <a:defRPr sz="2274"/>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3" name="Shape 113"/>
        <p:cNvGrpSpPr/>
        <p:nvPr/>
      </p:nvGrpSpPr>
      <p:grpSpPr>
        <a:xfrm>
          <a:off x="0" y="0"/>
          <a:ext cx="0" cy="0"/>
          <a:chOff x="0" y="0"/>
          <a:chExt cx="0" cy="0"/>
        </a:xfrm>
      </p:grpSpPr>
      <p:pic>
        <p:nvPicPr>
          <p:cNvPr id="114" name="Google Shape;114;p42"/>
          <p:cNvPicPr preferRelativeResize="0"/>
          <p:nvPr/>
        </p:nvPicPr>
        <p:blipFill rotWithShape="1">
          <a:blip r:embed="rId2">
            <a:alphaModFix/>
          </a:blip>
          <a:srcRect b="0" l="0" r="0" t="0"/>
          <a:stretch/>
        </p:blipFill>
        <p:spPr>
          <a:xfrm>
            <a:off x="2041" y="0"/>
            <a:ext cx="12187921" cy="6858000"/>
          </a:xfrm>
          <a:prstGeom prst="rect">
            <a:avLst/>
          </a:prstGeom>
          <a:noFill/>
          <a:ln>
            <a:noFill/>
          </a:ln>
        </p:spPr>
      </p:pic>
      <p:sp>
        <p:nvSpPr>
          <p:cNvPr id="115" name="Google Shape;115;p42"/>
          <p:cNvSpPr txBox="1"/>
          <p:nvPr>
            <p:ph type="title"/>
          </p:nvPr>
        </p:nvSpPr>
        <p:spPr>
          <a:xfrm>
            <a:off x="2907441" y="4214532"/>
            <a:ext cx="5932243" cy="933180"/>
          </a:xfrm>
          <a:prstGeom prst="rect">
            <a:avLst/>
          </a:prstGeom>
          <a:noFill/>
          <a:ln>
            <a:noFill/>
          </a:ln>
        </p:spPr>
        <p:txBody>
          <a:bodyPr anchorCtr="0" anchor="t" bIns="45700" lIns="91425" spcFirstLastPara="1" rIns="91425" wrap="square" tIns="45700">
            <a:noAutofit/>
          </a:bodyPr>
          <a:lstStyle>
            <a:lvl1pPr lvl="0" algn="r">
              <a:lnSpc>
                <a:spcPct val="90000"/>
              </a:lnSpc>
              <a:spcBef>
                <a:spcPts val="0"/>
              </a:spcBef>
              <a:spcAft>
                <a:spcPts val="0"/>
              </a:spcAft>
              <a:buSzPts val="3000"/>
              <a:buNone/>
              <a:defRPr sz="2274"/>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16" name="Shape 116"/>
        <p:cNvGrpSpPr/>
        <p:nvPr/>
      </p:nvGrpSpPr>
      <p:grpSpPr>
        <a:xfrm>
          <a:off x="0" y="0"/>
          <a:ext cx="0" cy="0"/>
          <a:chOff x="0" y="0"/>
          <a:chExt cx="0" cy="0"/>
        </a:xfrm>
      </p:grpSpPr>
      <p:sp>
        <p:nvSpPr>
          <p:cNvPr id="117" name="Google Shape;117;p43"/>
          <p:cNvSpPr txBox="1"/>
          <p:nvPr>
            <p:ph type="title"/>
          </p:nvPr>
        </p:nvSpPr>
        <p:spPr>
          <a:xfrm>
            <a:off x="2907441" y="4214532"/>
            <a:ext cx="5932243" cy="933180"/>
          </a:xfrm>
          <a:prstGeom prst="rect">
            <a:avLst/>
          </a:prstGeom>
          <a:noFill/>
          <a:ln>
            <a:noFill/>
          </a:ln>
        </p:spPr>
        <p:txBody>
          <a:bodyPr anchorCtr="0" anchor="t" bIns="45700" lIns="91425" spcFirstLastPara="1" rIns="91425" wrap="square" tIns="45700">
            <a:noAutofit/>
          </a:bodyPr>
          <a:lstStyle>
            <a:lvl1pPr lvl="0" algn="r">
              <a:lnSpc>
                <a:spcPct val="90000"/>
              </a:lnSpc>
              <a:spcBef>
                <a:spcPts val="0"/>
              </a:spcBef>
              <a:spcAft>
                <a:spcPts val="0"/>
              </a:spcAft>
              <a:buSzPts val="3000"/>
              <a:buNone/>
              <a:defRPr sz="2274"/>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118" name="Google Shape;118;p43"/>
          <p:cNvPicPr preferRelativeResize="0"/>
          <p:nvPr/>
        </p:nvPicPr>
        <p:blipFill rotWithShape="1">
          <a:blip r:embed="rId2">
            <a:alphaModFix/>
          </a:blip>
          <a:srcRect b="0" l="0" r="0" t="0"/>
          <a:stretch/>
        </p:blipFill>
        <p:spPr>
          <a:xfrm>
            <a:off x="0" y="-242"/>
            <a:ext cx="12187921"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119" name="Shape 119"/>
        <p:cNvGrpSpPr/>
        <p:nvPr/>
      </p:nvGrpSpPr>
      <p:grpSpPr>
        <a:xfrm>
          <a:off x="0" y="0"/>
          <a:ext cx="0" cy="0"/>
          <a:chOff x="0" y="0"/>
          <a:chExt cx="0" cy="0"/>
        </a:xfrm>
      </p:grpSpPr>
      <p:sp>
        <p:nvSpPr>
          <p:cNvPr id="120" name="Google Shape;120;p44"/>
          <p:cNvSpPr txBox="1"/>
          <p:nvPr>
            <p:ph type="title"/>
          </p:nvPr>
        </p:nvSpPr>
        <p:spPr>
          <a:xfrm>
            <a:off x="2907441" y="4214532"/>
            <a:ext cx="5932243" cy="933180"/>
          </a:xfrm>
          <a:prstGeom prst="rect">
            <a:avLst/>
          </a:prstGeom>
          <a:noFill/>
          <a:ln>
            <a:noFill/>
          </a:ln>
        </p:spPr>
        <p:txBody>
          <a:bodyPr anchorCtr="0" anchor="t" bIns="45700" lIns="91425" spcFirstLastPara="1" rIns="91425" wrap="square" tIns="45700">
            <a:noAutofit/>
          </a:bodyPr>
          <a:lstStyle>
            <a:lvl1pPr lvl="0" algn="r">
              <a:lnSpc>
                <a:spcPct val="90000"/>
              </a:lnSpc>
              <a:spcBef>
                <a:spcPts val="0"/>
              </a:spcBef>
              <a:spcAft>
                <a:spcPts val="0"/>
              </a:spcAft>
              <a:buSzPts val="3000"/>
              <a:buNone/>
              <a:defRPr sz="2274"/>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pic>
        <p:nvPicPr>
          <p:cNvPr id="121" name="Google Shape;121;p44"/>
          <p:cNvPicPr preferRelativeResize="0"/>
          <p:nvPr/>
        </p:nvPicPr>
        <p:blipFill rotWithShape="1">
          <a:blip r:embed="rId2">
            <a:alphaModFix/>
          </a:blip>
          <a:srcRect b="0" l="0" r="0" t="0"/>
          <a:stretch/>
        </p:blipFill>
        <p:spPr>
          <a:xfrm>
            <a:off x="2041" y="0"/>
            <a:ext cx="12187921" cy="68580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2" name="Shape 122"/>
        <p:cNvGrpSpPr/>
        <p:nvPr/>
      </p:nvGrpSpPr>
      <p:grpSpPr>
        <a:xfrm>
          <a:off x="0" y="0"/>
          <a:ext cx="0" cy="0"/>
          <a:chOff x="0" y="0"/>
          <a:chExt cx="0" cy="0"/>
        </a:xfrm>
      </p:grpSpPr>
      <p:sp>
        <p:nvSpPr>
          <p:cNvPr id="123" name="Google Shape;123;g3f8bb8eb9a8_0_7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g3f8bb8eb9a8_0_70"/>
          <p:cNvSpPr txBox="1"/>
          <p:nvPr>
            <p:ph type="title"/>
          </p:nvPr>
        </p:nvSpPr>
        <p:spPr>
          <a:xfrm>
            <a:off x="354000" y="1644233"/>
            <a:ext cx="5393700" cy="1976400"/>
          </a:xfrm>
          <a:prstGeom prst="rect">
            <a:avLst/>
          </a:prstGeom>
        </p:spPr>
        <p:txBody>
          <a:bodyPr anchorCtr="0" anchor="b" bIns="45700" lIns="91425" spcFirstLastPara="1" rIns="91425" wrap="square" tIns="4570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125" name="Google Shape;125;g3f8bb8eb9a8_0_70"/>
          <p:cNvSpPr txBox="1"/>
          <p:nvPr>
            <p:ph idx="1" type="subTitle"/>
          </p:nvPr>
        </p:nvSpPr>
        <p:spPr>
          <a:xfrm>
            <a:off x="354000" y="3737433"/>
            <a:ext cx="5393700" cy="1646700"/>
          </a:xfrm>
          <a:prstGeom prst="rect">
            <a:avLst/>
          </a:prstGeom>
        </p:spPr>
        <p:txBody>
          <a:bodyPr anchorCtr="0" anchor="t" bIns="45700" lIns="90000" spcFirstLastPara="1" rIns="91425" wrap="square" tIns="45700">
            <a:noAutofit/>
          </a:bodyPr>
          <a:lstStyle>
            <a:lvl1pPr lvl="0" algn="ctr">
              <a:lnSpc>
                <a:spcPct val="100000"/>
              </a:lnSpc>
              <a:spcBef>
                <a:spcPts val="1000"/>
              </a:spcBef>
              <a:spcAft>
                <a:spcPts val="0"/>
              </a:spcAft>
              <a:buSzPts val="2800"/>
              <a:buNone/>
              <a:defRPr sz="2800"/>
            </a:lvl1pPr>
            <a:lvl2pPr lvl="1" algn="ctr">
              <a:lnSpc>
                <a:spcPct val="100000"/>
              </a:lnSpc>
              <a:spcBef>
                <a:spcPts val="500"/>
              </a:spcBef>
              <a:spcAft>
                <a:spcPts val="0"/>
              </a:spcAft>
              <a:buSzPts val="2800"/>
              <a:buNone/>
              <a:defRPr sz="2800"/>
            </a:lvl2pPr>
            <a:lvl3pPr lvl="2" algn="ctr">
              <a:lnSpc>
                <a:spcPct val="100000"/>
              </a:lnSpc>
              <a:spcBef>
                <a:spcPts val="500"/>
              </a:spcBef>
              <a:spcAft>
                <a:spcPts val="0"/>
              </a:spcAft>
              <a:buSzPts val="2800"/>
              <a:buNone/>
              <a:defRPr sz="2800"/>
            </a:lvl3pPr>
            <a:lvl4pPr lvl="3" algn="ctr">
              <a:lnSpc>
                <a:spcPct val="100000"/>
              </a:lnSpc>
              <a:spcBef>
                <a:spcPts val="500"/>
              </a:spcBef>
              <a:spcAft>
                <a:spcPts val="0"/>
              </a:spcAft>
              <a:buSzPts val="2800"/>
              <a:buNone/>
              <a:defRPr sz="2800"/>
            </a:lvl4pPr>
            <a:lvl5pPr lvl="4" algn="ctr">
              <a:lnSpc>
                <a:spcPct val="100000"/>
              </a:lnSpc>
              <a:spcBef>
                <a:spcPts val="500"/>
              </a:spcBef>
              <a:spcAft>
                <a:spcPts val="0"/>
              </a:spcAft>
              <a:buSzPts val="2800"/>
              <a:buNone/>
              <a:defRPr sz="2800"/>
            </a:lvl5pPr>
            <a:lvl6pPr lvl="5" algn="ctr">
              <a:lnSpc>
                <a:spcPct val="100000"/>
              </a:lnSpc>
              <a:spcBef>
                <a:spcPts val="500"/>
              </a:spcBef>
              <a:spcAft>
                <a:spcPts val="0"/>
              </a:spcAft>
              <a:buSzPts val="2800"/>
              <a:buNone/>
              <a:defRPr sz="2800"/>
            </a:lvl6pPr>
            <a:lvl7pPr lvl="6" algn="ctr">
              <a:lnSpc>
                <a:spcPct val="100000"/>
              </a:lnSpc>
              <a:spcBef>
                <a:spcPts val="500"/>
              </a:spcBef>
              <a:spcAft>
                <a:spcPts val="0"/>
              </a:spcAft>
              <a:buSzPts val="2800"/>
              <a:buNone/>
              <a:defRPr sz="2800"/>
            </a:lvl7pPr>
            <a:lvl8pPr lvl="7" algn="ctr">
              <a:lnSpc>
                <a:spcPct val="100000"/>
              </a:lnSpc>
              <a:spcBef>
                <a:spcPts val="500"/>
              </a:spcBef>
              <a:spcAft>
                <a:spcPts val="0"/>
              </a:spcAft>
              <a:buSzPts val="2800"/>
              <a:buNone/>
              <a:defRPr sz="2800"/>
            </a:lvl8pPr>
            <a:lvl9pPr lvl="8" algn="ctr">
              <a:lnSpc>
                <a:spcPct val="100000"/>
              </a:lnSpc>
              <a:spcBef>
                <a:spcPts val="500"/>
              </a:spcBef>
              <a:spcAft>
                <a:spcPts val="0"/>
              </a:spcAft>
              <a:buSzPts val="2800"/>
              <a:buNone/>
              <a:defRPr sz="2800"/>
            </a:lvl9pPr>
          </a:lstStyle>
          <a:p/>
        </p:txBody>
      </p:sp>
      <p:sp>
        <p:nvSpPr>
          <p:cNvPr id="126" name="Google Shape;126;g3f8bb8eb9a8_0_70"/>
          <p:cNvSpPr txBox="1"/>
          <p:nvPr>
            <p:ph idx="2" type="body"/>
          </p:nvPr>
        </p:nvSpPr>
        <p:spPr>
          <a:xfrm>
            <a:off x="6586000" y="965433"/>
            <a:ext cx="5115900" cy="4926900"/>
          </a:xfrm>
          <a:prstGeom prst="rect">
            <a:avLst/>
          </a:prstGeom>
        </p:spPr>
        <p:txBody>
          <a:bodyPr anchorCtr="0" anchor="ctr" bIns="45700" lIns="90000" spcFirstLastPara="1" rIns="91425" wrap="square" tIns="45700">
            <a:no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42900" lvl="2" marL="1371600">
              <a:spcBef>
                <a:spcPts val="500"/>
              </a:spcBef>
              <a:spcAft>
                <a:spcPts val="0"/>
              </a:spcAft>
              <a:buSzPts val="1800"/>
              <a:buChar char="○"/>
              <a:defRPr/>
            </a:lvl3pPr>
            <a:lvl4pPr indent="-330200" lvl="3" marL="1828800">
              <a:spcBef>
                <a:spcPts val="500"/>
              </a:spcBef>
              <a:spcAft>
                <a:spcPts val="0"/>
              </a:spcAft>
              <a:buSzPts val="1600"/>
              <a:buChar char="•"/>
              <a:defRPr/>
            </a:lvl4pPr>
            <a:lvl5pPr indent="-317500" lvl="4" marL="2286000">
              <a:spcBef>
                <a:spcPts val="500"/>
              </a:spcBef>
              <a:spcAft>
                <a:spcPts val="0"/>
              </a:spcAft>
              <a:buSzPts val="1400"/>
              <a:buChar char="•"/>
              <a:defRPr/>
            </a:lvl5pPr>
            <a:lvl6pPr indent="-304800" lvl="5" marL="2743200">
              <a:spcBef>
                <a:spcPts val="500"/>
              </a:spcBef>
              <a:spcAft>
                <a:spcPts val="0"/>
              </a:spcAft>
              <a:buSzPts val="1200"/>
              <a:buChar char="•"/>
              <a:defRPr/>
            </a:lvl6pPr>
            <a:lvl7pPr indent="-292100" lvl="6" marL="3200400">
              <a:spcBef>
                <a:spcPts val="500"/>
              </a:spcBef>
              <a:spcAft>
                <a:spcPts val="0"/>
              </a:spcAft>
              <a:buSzPts val="1000"/>
              <a:buChar char="•"/>
              <a:defRPr/>
            </a:lvl7pPr>
            <a:lvl8pPr indent="-279400" lvl="7" marL="3657600">
              <a:spcBef>
                <a:spcPts val="500"/>
              </a:spcBef>
              <a:spcAft>
                <a:spcPts val="0"/>
              </a:spcAft>
              <a:buSzPts val="800"/>
              <a:buChar char="•"/>
              <a:defRPr/>
            </a:lvl8pPr>
            <a:lvl9pPr indent="-266700" lvl="8" marL="4114800">
              <a:spcBef>
                <a:spcPts val="500"/>
              </a:spcBef>
              <a:spcAft>
                <a:spcPts val="0"/>
              </a:spcAft>
              <a:buSzPts val="600"/>
              <a:buChar char="•"/>
              <a:defRPr/>
            </a:lvl9pPr>
          </a:lstStyle>
          <a:p/>
        </p:txBody>
      </p:sp>
      <p:sp>
        <p:nvSpPr>
          <p:cNvPr id="127" name="Google Shape;127;g3f8bb8eb9a8_0_70"/>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sp>
        <p:nvSpPr>
          <p:cNvPr id="129" name="Google Shape;129;g3f8bb8eb9a8_0_246"/>
          <p:cNvSpPr txBox="1"/>
          <p:nvPr>
            <p:ph type="title"/>
          </p:nvPr>
        </p:nvSpPr>
        <p:spPr>
          <a:xfrm>
            <a:off x="415600" y="593367"/>
            <a:ext cx="11360700" cy="763500"/>
          </a:xfrm>
          <a:prstGeom prst="rect">
            <a:avLst/>
          </a:prstGeom>
        </p:spPr>
        <p:txBody>
          <a:bodyPr anchorCtr="0" anchor="t" bIns="45700" lIns="91425" spcFirstLastPara="1" rIns="91425" wrap="square" tIns="4570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0" name="Google Shape;130;g3f8bb8eb9a8_0_246"/>
          <p:cNvSpPr txBox="1"/>
          <p:nvPr>
            <p:ph idx="1" type="body"/>
          </p:nvPr>
        </p:nvSpPr>
        <p:spPr>
          <a:xfrm>
            <a:off x="415600" y="1536633"/>
            <a:ext cx="11360700" cy="4555200"/>
          </a:xfrm>
          <a:prstGeom prst="rect">
            <a:avLst/>
          </a:prstGeom>
        </p:spPr>
        <p:txBody>
          <a:bodyPr anchorCtr="0" anchor="t" bIns="45700" lIns="90000" spcFirstLastPara="1" rIns="91425" wrap="square" tIns="45700">
            <a:noAutofit/>
          </a:bodyPr>
          <a:lstStyle>
            <a:lvl1pPr indent="-406400" lvl="0" marL="457200">
              <a:spcBef>
                <a:spcPts val="1000"/>
              </a:spcBef>
              <a:spcAft>
                <a:spcPts val="0"/>
              </a:spcAft>
              <a:buSzPts val="2800"/>
              <a:buChar char="»"/>
              <a:defRPr/>
            </a:lvl1pPr>
            <a:lvl2pPr indent="-381000" lvl="1" marL="914400">
              <a:spcBef>
                <a:spcPts val="500"/>
              </a:spcBef>
              <a:spcAft>
                <a:spcPts val="0"/>
              </a:spcAft>
              <a:buSzPts val="2400"/>
              <a:buChar char="•"/>
              <a:defRPr/>
            </a:lvl2pPr>
            <a:lvl3pPr indent="-342900" lvl="2" marL="1371600">
              <a:spcBef>
                <a:spcPts val="500"/>
              </a:spcBef>
              <a:spcAft>
                <a:spcPts val="0"/>
              </a:spcAft>
              <a:buSzPts val="1800"/>
              <a:buChar char="○"/>
              <a:defRPr/>
            </a:lvl3pPr>
            <a:lvl4pPr indent="-330200" lvl="3" marL="1828800">
              <a:spcBef>
                <a:spcPts val="500"/>
              </a:spcBef>
              <a:spcAft>
                <a:spcPts val="0"/>
              </a:spcAft>
              <a:buSzPts val="1600"/>
              <a:buChar char="•"/>
              <a:defRPr/>
            </a:lvl4pPr>
            <a:lvl5pPr indent="-317500" lvl="4" marL="2286000">
              <a:spcBef>
                <a:spcPts val="500"/>
              </a:spcBef>
              <a:spcAft>
                <a:spcPts val="0"/>
              </a:spcAft>
              <a:buSzPts val="1400"/>
              <a:buChar char="•"/>
              <a:defRPr/>
            </a:lvl5pPr>
            <a:lvl6pPr indent="-304800" lvl="5" marL="2743200">
              <a:spcBef>
                <a:spcPts val="500"/>
              </a:spcBef>
              <a:spcAft>
                <a:spcPts val="0"/>
              </a:spcAft>
              <a:buSzPts val="1200"/>
              <a:buChar char="•"/>
              <a:defRPr/>
            </a:lvl6pPr>
            <a:lvl7pPr indent="-292100" lvl="6" marL="3200400">
              <a:spcBef>
                <a:spcPts val="500"/>
              </a:spcBef>
              <a:spcAft>
                <a:spcPts val="0"/>
              </a:spcAft>
              <a:buSzPts val="1000"/>
              <a:buChar char="•"/>
              <a:defRPr/>
            </a:lvl7pPr>
            <a:lvl8pPr indent="-279400" lvl="7" marL="3657600">
              <a:spcBef>
                <a:spcPts val="500"/>
              </a:spcBef>
              <a:spcAft>
                <a:spcPts val="0"/>
              </a:spcAft>
              <a:buSzPts val="800"/>
              <a:buChar char="•"/>
              <a:defRPr/>
            </a:lvl8pPr>
            <a:lvl9pPr indent="-266700" lvl="8" marL="4114800">
              <a:spcBef>
                <a:spcPts val="500"/>
              </a:spcBef>
              <a:spcAft>
                <a:spcPts val="0"/>
              </a:spcAft>
              <a:buSzPts val="600"/>
              <a:buChar char="•"/>
              <a:defRPr/>
            </a:lvl9pPr>
          </a:lstStyle>
          <a:p/>
        </p:txBody>
      </p:sp>
      <p:sp>
        <p:nvSpPr>
          <p:cNvPr id="131" name="Google Shape;131;g3f8bb8eb9a8_0_246"/>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32" name="Shape 132"/>
        <p:cNvGrpSpPr/>
        <p:nvPr/>
      </p:nvGrpSpPr>
      <p:grpSpPr>
        <a:xfrm>
          <a:off x="0" y="0"/>
          <a:ext cx="0" cy="0"/>
          <a:chOff x="0" y="0"/>
          <a:chExt cx="0" cy="0"/>
        </a:xfrm>
      </p:grpSpPr>
      <p:sp>
        <p:nvSpPr>
          <p:cNvPr id="133" name="Google Shape;133;g3f8bb8eb9a8_0_2215"/>
          <p:cNvSpPr/>
          <p:nvPr/>
        </p:nvSpPr>
        <p:spPr>
          <a:xfrm>
            <a:off x="1" y="502542"/>
            <a:ext cx="3000000" cy="708300"/>
          </a:xfrm>
          <a:prstGeom prst="rect">
            <a:avLst/>
          </a:prstGeom>
          <a:solidFill>
            <a:srgbClr val="317DE2"/>
          </a:solidFill>
          <a:ln>
            <a:noFill/>
          </a:ln>
        </p:spPr>
        <p:txBody>
          <a:bodyPr anchorCtr="0" anchor="ctr" bIns="27725" lIns="55450" spcFirstLastPara="1" rIns="55450" wrap="square" tIns="27725">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134" name="Google Shape;134;g3f8bb8eb9a8_0_2215"/>
          <p:cNvSpPr/>
          <p:nvPr/>
        </p:nvSpPr>
        <p:spPr>
          <a:xfrm>
            <a:off x="3031351" y="502542"/>
            <a:ext cx="92410"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35" name="Google Shape;135;g3f8bb8eb9a8_0_2215"/>
          <p:cNvSpPr txBox="1"/>
          <p:nvPr>
            <p:ph idx="1" type="body"/>
          </p:nvPr>
        </p:nvSpPr>
        <p:spPr>
          <a:xfrm>
            <a:off x="348123" y="763102"/>
            <a:ext cx="2634000" cy="895800"/>
          </a:xfrm>
          <a:prstGeom prst="rect">
            <a:avLst/>
          </a:prstGeom>
          <a:noFill/>
          <a:ln>
            <a:noFill/>
          </a:ln>
        </p:spPr>
        <p:txBody>
          <a:bodyPr anchorCtr="0" anchor="t" bIns="0" lIns="0" spcFirstLastPara="1" rIns="0" wrap="square" tIns="0">
            <a:spAutoFit/>
          </a:bodyPr>
          <a:lstStyle>
            <a:lvl1pPr indent="-228600" lvl="0" marL="457200" algn="l">
              <a:spcBef>
                <a:spcPts val="1000"/>
              </a:spcBef>
              <a:spcAft>
                <a:spcPts val="0"/>
              </a:spcAft>
              <a:buSzPts val="2800"/>
              <a:buNone/>
              <a:defRPr b="1" sz="2900">
                <a:solidFill>
                  <a:schemeClr val="dk1"/>
                </a:solidFill>
                <a:latin typeface="Arial"/>
                <a:ea typeface="Arial"/>
                <a:cs typeface="Arial"/>
                <a:sym typeface="Arial"/>
              </a:defRPr>
            </a:lvl1pPr>
            <a:lvl2pPr indent="-228600" lvl="1" marL="914400" algn="l">
              <a:spcBef>
                <a:spcPts val="500"/>
              </a:spcBef>
              <a:spcAft>
                <a:spcPts val="0"/>
              </a:spcAft>
              <a:buSzPts val="2400"/>
              <a:buNone/>
              <a:defRPr/>
            </a:lvl2pPr>
            <a:lvl3pPr indent="-228600" lvl="2" marL="1371600" algn="l">
              <a:spcBef>
                <a:spcPts val="500"/>
              </a:spcBef>
              <a:spcAft>
                <a:spcPts val="0"/>
              </a:spcAft>
              <a:buSzPts val="1800"/>
              <a:buNone/>
              <a:defRPr/>
            </a:lvl3pPr>
            <a:lvl4pPr indent="-228600" lvl="3" marL="1828800" algn="l">
              <a:spcBef>
                <a:spcPts val="500"/>
              </a:spcBef>
              <a:spcAft>
                <a:spcPts val="0"/>
              </a:spcAft>
              <a:buSzPts val="1600"/>
              <a:buNone/>
              <a:defRPr/>
            </a:lvl4pPr>
            <a:lvl5pPr indent="-228600" lvl="4" marL="2286000" algn="l">
              <a:spcBef>
                <a:spcPts val="500"/>
              </a:spcBef>
              <a:spcAft>
                <a:spcPts val="0"/>
              </a:spcAft>
              <a:buSzPts val="1400"/>
              <a:buNone/>
              <a:defRPr/>
            </a:lvl5pPr>
            <a:lvl6pPr indent="-228600" lvl="5" marL="2743200" algn="l">
              <a:spcBef>
                <a:spcPts val="500"/>
              </a:spcBef>
              <a:spcAft>
                <a:spcPts val="0"/>
              </a:spcAft>
              <a:buSzPts val="1200"/>
              <a:buNone/>
              <a:defRPr/>
            </a:lvl6pPr>
            <a:lvl7pPr indent="-228600" lvl="6" marL="3200400" algn="l">
              <a:spcBef>
                <a:spcPts val="500"/>
              </a:spcBef>
              <a:spcAft>
                <a:spcPts val="0"/>
              </a:spcAft>
              <a:buSzPts val="1000"/>
              <a:buNone/>
              <a:defRPr/>
            </a:lvl7pPr>
            <a:lvl8pPr indent="-228600" lvl="7" marL="3657600" algn="l">
              <a:spcBef>
                <a:spcPts val="500"/>
              </a:spcBef>
              <a:spcAft>
                <a:spcPts val="0"/>
              </a:spcAft>
              <a:buSzPts val="800"/>
              <a:buNone/>
              <a:defRPr/>
            </a:lvl8pPr>
            <a:lvl9pPr indent="-228600" lvl="8" marL="4114800" algn="l">
              <a:spcBef>
                <a:spcPts val="500"/>
              </a:spcBef>
              <a:spcAft>
                <a:spcPts val="0"/>
              </a:spcAft>
              <a:buSzPts val="600"/>
              <a:buNone/>
              <a:defRPr/>
            </a:lvl9pPr>
          </a:lstStyle>
          <a:p/>
        </p:txBody>
      </p:sp>
      <p:sp>
        <p:nvSpPr>
          <p:cNvPr id="136" name="Google Shape;136;g3f8bb8eb9a8_0_2215"/>
          <p:cNvSpPr txBox="1"/>
          <p:nvPr>
            <p:ph idx="2" type="body"/>
          </p:nvPr>
        </p:nvSpPr>
        <p:spPr>
          <a:xfrm>
            <a:off x="348508" y="1765521"/>
            <a:ext cx="2634000" cy="746700"/>
          </a:xfrm>
          <a:prstGeom prst="rect">
            <a:avLst/>
          </a:prstGeom>
          <a:noFill/>
          <a:ln>
            <a:noFill/>
          </a:ln>
        </p:spPr>
        <p:txBody>
          <a:bodyPr anchorCtr="0" anchor="t" bIns="0" lIns="0" spcFirstLastPara="1" rIns="0" wrap="square" tIns="0">
            <a:spAutoFit/>
          </a:bodyPr>
          <a:lstStyle>
            <a:lvl1pPr indent="-228600" lvl="0" marL="457200" algn="l">
              <a:spcBef>
                <a:spcPts val="1000"/>
              </a:spcBef>
              <a:spcAft>
                <a:spcPts val="0"/>
              </a:spcAft>
              <a:buSzPts val="2800"/>
              <a:buNone/>
              <a:defRPr sz="1200">
                <a:latin typeface="Arial"/>
                <a:ea typeface="Arial"/>
                <a:cs typeface="Arial"/>
                <a:sym typeface="Arial"/>
              </a:defRPr>
            </a:lvl1pPr>
            <a:lvl2pPr indent="-228600" lvl="1" marL="914400" algn="l">
              <a:spcBef>
                <a:spcPts val="500"/>
              </a:spcBef>
              <a:spcAft>
                <a:spcPts val="0"/>
              </a:spcAft>
              <a:buSzPts val="2400"/>
              <a:buNone/>
              <a:defRPr/>
            </a:lvl2pPr>
            <a:lvl3pPr indent="-228600" lvl="2" marL="1371600" algn="l">
              <a:spcBef>
                <a:spcPts val="500"/>
              </a:spcBef>
              <a:spcAft>
                <a:spcPts val="0"/>
              </a:spcAft>
              <a:buSzPts val="1800"/>
              <a:buNone/>
              <a:defRPr/>
            </a:lvl3pPr>
            <a:lvl4pPr indent="-228600" lvl="3" marL="1828800" algn="l">
              <a:spcBef>
                <a:spcPts val="500"/>
              </a:spcBef>
              <a:spcAft>
                <a:spcPts val="0"/>
              </a:spcAft>
              <a:buSzPts val="1600"/>
              <a:buNone/>
              <a:defRPr/>
            </a:lvl4pPr>
            <a:lvl5pPr indent="-228600" lvl="4" marL="2286000" algn="l">
              <a:spcBef>
                <a:spcPts val="500"/>
              </a:spcBef>
              <a:spcAft>
                <a:spcPts val="0"/>
              </a:spcAft>
              <a:buSzPts val="1400"/>
              <a:buNone/>
              <a:defRPr/>
            </a:lvl5pPr>
            <a:lvl6pPr indent="-228600" lvl="5" marL="2743200" algn="l">
              <a:spcBef>
                <a:spcPts val="500"/>
              </a:spcBef>
              <a:spcAft>
                <a:spcPts val="0"/>
              </a:spcAft>
              <a:buSzPts val="1200"/>
              <a:buNone/>
              <a:defRPr/>
            </a:lvl6pPr>
            <a:lvl7pPr indent="-228600" lvl="6" marL="3200400" algn="l">
              <a:spcBef>
                <a:spcPts val="500"/>
              </a:spcBef>
              <a:spcAft>
                <a:spcPts val="0"/>
              </a:spcAft>
              <a:buSzPts val="1000"/>
              <a:buNone/>
              <a:defRPr/>
            </a:lvl7pPr>
            <a:lvl8pPr indent="-228600" lvl="7" marL="3657600" algn="l">
              <a:spcBef>
                <a:spcPts val="500"/>
              </a:spcBef>
              <a:spcAft>
                <a:spcPts val="0"/>
              </a:spcAft>
              <a:buSzPts val="800"/>
              <a:buNone/>
              <a:defRPr/>
            </a:lvl8pPr>
            <a:lvl9pPr indent="-228600" lvl="8" marL="4114800" algn="l">
              <a:spcBef>
                <a:spcPts val="500"/>
              </a:spcBef>
              <a:spcAft>
                <a:spcPts val="0"/>
              </a:spcAft>
              <a:buSzPts val="600"/>
              <a:buNone/>
              <a:defRPr/>
            </a:lvl9pPr>
          </a:lstStyle>
          <a:p/>
        </p:txBody>
      </p:sp>
      <p:sp>
        <p:nvSpPr>
          <p:cNvPr id="137" name="Google Shape;137;g3f8bb8eb9a8_0_2215"/>
          <p:cNvSpPr/>
          <p:nvPr/>
        </p:nvSpPr>
        <p:spPr>
          <a:xfrm>
            <a:off x="10284447" y="6322510"/>
            <a:ext cx="983309"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38" name="Google Shape;138;g3f8bb8eb9a8_0_2215"/>
          <p:cNvSpPr/>
          <p:nvPr/>
        </p:nvSpPr>
        <p:spPr>
          <a:xfrm>
            <a:off x="11333983" y="6349282"/>
            <a:ext cx="236086"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grpSp>
        <p:nvGrpSpPr>
          <p:cNvPr id="139" name="Google Shape;139;g3f8bb8eb9a8_0_2215"/>
          <p:cNvGrpSpPr/>
          <p:nvPr/>
        </p:nvGrpSpPr>
        <p:grpSpPr>
          <a:xfrm>
            <a:off x="11601240" y="6279499"/>
            <a:ext cx="270274" cy="362724"/>
            <a:chOff x="18406074" y="10234089"/>
            <a:chExt cx="445703" cy="598160"/>
          </a:xfrm>
        </p:grpSpPr>
        <p:sp>
          <p:nvSpPr>
            <p:cNvPr id="140" name="Google Shape;140;g3f8bb8eb9a8_0_221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pic>
          <p:nvPicPr>
            <p:cNvPr id="141" name="Google Shape;141;g3f8bb8eb9a8_0_221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42" name="Shape 142"/>
        <p:cNvGrpSpPr/>
        <p:nvPr/>
      </p:nvGrpSpPr>
      <p:grpSpPr>
        <a:xfrm>
          <a:off x="0" y="0"/>
          <a:ext cx="0" cy="0"/>
          <a:chOff x="0" y="0"/>
          <a:chExt cx="0" cy="0"/>
        </a:xfrm>
      </p:grpSpPr>
      <p:pic>
        <p:nvPicPr>
          <p:cNvPr id="143" name="Google Shape;143;g3f8bb8eb9a8_0_2633"/>
          <p:cNvPicPr preferRelativeResize="0"/>
          <p:nvPr/>
        </p:nvPicPr>
        <p:blipFill rotWithShape="1">
          <a:blip r:embed="rId2">
            <a:alphaModFix/>
          </a:blip>
          <a:srcRect b="0" l="0" r="0" t="0"/>
          <a:stretch/>
        </p:blipFill>
        <p:spPr>
          <a:xfrm>
            <a:off x="-1" y="0"/>
            <a:ext cx="12192000" cy="4491779"/>
          </a:xfrm>
          <a:prstGeom prst="rect">
            <a:avLst/>
          </a:prstGeom>
          <a:noFill/>
          <a:ln>
            <a:noFill/>
          </a:ln>
        </p:spPr>
      </p:pic>
      <p:sp>
        <p:nvSpPr>
          <p:cNvPr id="144" name="Google Shape;144;g3f8bb8eb9a8_0_2633"/>
          <p:cNvSpPr/>
          <p:nvPr/>
        </p:nvSpPr>
        <p:spPr>
          <a:xfrm>
            <a:off x="10284447" y="6322510"/>
            <a:ext cx="983309"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45" name="Google Shape;145;g3f8bb8eb9a8_0_2633"/>
          <p:cNvSpPr/>
          <p:nvPr/>
        </p:nvSpPr>
        <p:spPr>
          <a:xfrm>
            <a:off x="11333983" y="6349282"/>
            <a:ext cx="236086"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grpSp>
        <p:nvGrpSpPr>
          <p:cNvPr id="146" name="Google Shape;146;g3f8bb8eb9a8_0_2633"/>
          <p:cNvGrpSpPr/>
          <p:nvPr/>
        </p:nvGrpSpPr>
        <p:grpSpPr>
          <a:xfrm>
            <a:off x="11601240" y="6279499"/>
            <a:ext cx="270274" cy="362724"/>
            <a:chOff x="18406074" y="10234089"/>
            <a:chExt cx="445703" cy="598160"/>
          </a:xfrm>
        </p:grpSpPr>
        <p:sp>
          <p:nvSpPr>
            <p:cNvPr id="147" name="Google Shape;147;g3f8bb8eb9a8_0_2633"/>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pic>
          <p:nvPicPr>
            <p:cNvPr id="148" name="Google Shape;148;g3f8bb8eb9a8_0_263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sp>
        <p:nvSpPr>
          <p:cNvPr id="149" name="Google Shape;149;g3f8bb8eb9a8_0_2633"/>
          <p:cNvSpPr txBox="1"/>
          <p:nvPr>
            <p:ph type="title"/>
          </p:nvPr>
        </p:nvSpPr>
        <p:spPr>
          <a:xfrm>
            <a:off x="801712" y="4994314"/>
            <a:ext cx="3668100" cy="1410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800"/>
              <a:buNone/>
              <a:defRPr sz="3300"/>
            </a:lvl1pPr>
            <a:lvl2pPr lvl="1" algn="l">
              <a:lnSpc>
                <a:spcPct val="100000"/>
              </a:lnSpc>
              <a:spcBef>
                <a:spcPts val="0"/>
              </a:spcBef>
              <a:spcAft>
                <a:spcPts val="0"/>
              </a:spcAft>
              <a:buSzPts val="800"/>
              <a:buNone/>
              <a:defRPr/>
            </a:lvl2pPr>
            <a:lvl3pPr lvl="2" algn="l">
              <a:lnSpc>
                <a:spcPct val="100000"/>
              </a:lnSpc>
              <a:spcBef>
                <a:spcPts val="0"/>
              </a:spcBef>
              <a:spcAft>
                <a:spcPts val="0"/>
              </a:spcAft>
              <a:buSzPts val="800"/>
              <a:buNone/>
              <a:defRPr/>
            </a:lvl3pPr>
            <a:lvl4pPr lvl="3" algn="l">
              <a:lnSpc>
                <a:spcPct val="100000"/>
              </a:lnSpc>
              <a:spcBef>
                <a:spcPts val="0"/>
              </a:spcBef>
              <a:spcAft>
                <a:spcPts val="0"/>
              </a:spcAft>
              <a:buSzPts val="800"/>
              <a:buNone/>
              <a:defRPr/>
            </a:lvl4pPr>
            <a:lvl5pPr lvl="4" algn="l">
              <a:lnSpc>
                <a:spcPct val="100000"/>
              </a:lnSpc>
              <a:spcBef>
                <a:spcPts val="0"/>
              </a:spcBef>
              <a:spcAft>
                <a:spcPts val="0"/>
              </a:spcAft>
              <a:buSzPts val="800"/>
              <a:buNone/>
              <a:defRPr/>
            </a:lvl5pPr>
            <a:lvl6pPr lvl="5" algn="l">
              <a:lnSpc>
                <a:spcPct val="100000"/>
              </a:lnSpc>
              <a:spcBef>
                <a:spcPts val="0"/>
              </a:spcBef>
              <a:spcAft>
                <a:spcPts val="0"/>
              </a:spcAft>
              <a:buSzPts val="800"/>
              <a:buNone/>
              <a:defRPr/>
            </a:lvl6pPr>
            <a:lvl7pPr lvl="6" algn="l">
              <a:lnSpc>
                <a:spcPct val="100000"/>
              </a:lnSpc>
              <a:spcBef>
                <a:spcPts val="0"/>
              </a:spcBef>
              <a:spcAft>
                <a:spcPts val="0"/>
              </a:spcAft>
              <a:buSzPts val="800"/>
              <a:buNone/>
              <a:defRPr/>
            </a:lvl7pPr>
            <a:lvl8pPr lvl="7" algn="l">
              <a:lnSpc>
                <a:spcPct val="100000"/>
              </a:lnSpc>
              <a:spcBef>
                <a:spcPts val="0"/>
              </a:spcBef>
              <a:spcAft>
                <a:spcPts val="0"/>
              </a:spcAft>
              <a:buSzPts val="800"/>
              <a:buNone/>
              <a:defRPr/>
            </a:lvl8pPr>
            <a:lvl9pPr lvl="8" algn="l">
              <a:lnSpc>
                <a:spcPct val="100000"/>
              </a:lnSpc>
              <a:spcBef>
                <a:spcPts val="0"/>
              </a:spcBef>
              <a:spcAft>
                <a:spcPts val="0"/>
              </a:spcAft>
              <a:buSzPts val="800"/>
              <a:buNone/>
              <a:defRPr/>
            </a:lvl9pPr>
          </a:lstStyle>
          <a:p/>
        </p:txBody>
      </p:sp>
      <p:cxnSp>
        <p:nvCxnSpPr>
          <p:cNvPr id="150" name="Google Shape;150;g3f8bb8eb9a8_0_2633"/>
          <p:cNvCxnSpPr/>
          <p:nvPr/>
        </p:nvCxnSpPr>
        <p:spPr>
          <a:xfrm>
            <a:off x="4755881" y="4769025"/>
            <a:ext cx="0" cy="1635000"/>
          </a:xfrm>
          <a:prstGeom prst="straightConnector1">
            <a:avLst/>
          </a:prstGeom>
          <a:noFill/>
          <a:ln cap="flat" cmpd="sng" w="46200">
            <a:solidFill>
              <a:schemeClr val="dk1"/>
            </a:solidFill>
            <a:prstDash val="solid"/>
            <a:round/>
            <a:headEnd len="sm" w="sm" type="none"/>
            <a:tailEnd len="sm" w="sm" type="none"/>
          </a:ln>
        </p:spPr>
      </p:cxnSp>
      <p:sp>
        <p:nvSpPr>
          <p:cNvPr id="151" name="Google Shape;151;g3f8bb8eb9a8_0_2633"/>
          <p:cNvSpPr txBox="1"/>
          <p:nvPr>
            <p:ph idx="1" type="body"/>
          </p:nvPr>
        </p:nvSpPr>
        <p:spPr>
          <a:xfrm>
            <a:off x="5042135" y="4954565"/>
            <a:ext cx="6788400" cy="1154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800"/>
              <a:buNone/>
              <a:defRPr>
                <a:latin typeface="Arial"/>
                <a:ea typeface="Arial"/>
                <a:cs typeface="Arial"/>
                <a:sym typeface="Arial"/>
              </a:defRPr>
            </a:lvl1pPr>
            <a:lvl2pPr indent="-228600" lvl="1" marL="914400" algn="l">
              <a:lnSpc>
                <a:spcPct val="100000"/>
              </a:lnSpc>
              <a:spcBef>
                <a:spcPts val="0"/>
              </a:spcBef>
              <a:spcAft>
                <a:spcPts val="0"/>
              </a:spcAft>
              <a:buSzPts val="800"/>
              <a:buNone/>
              <a:defRPr/>
            </a:lvl2pPr>
            <a:lvl3pPr indent="-228600" lvl="2" marL="1371600" algn="l">
              <a:lnSpc>
                <a:spcPct val="100000"/>
              </a:lnSpc>
              <a:spcBef>
                <a:spcPts val="0"/>
              </a:spcBef>
              <a:spcAft>
                <a:spcPts val="0"/>
              </a:spcAft>
              <a:buSzPts val="800"/>
              <a:buNone/>
              <a:defRPr/>
            </a:lvl3pPr>
            <a:lvl4pPr indent="-228600" lvl="3" marL="1828800" algn="l">
              <a:lnSpc>
                <a:spcPct val="100000"/>
              </a:lnSpc>
              <a:spcBef>
                <a:spcPts val="0"/>
              </a:spcBef>
              <a:spcAft>
                <a:spcPts val="0"/>
              </a:spcAft>
              <a:buSzPts val="800"/>
              <a:buNone/>
              <a:defRPr/>
            </a:lvl4pPr>
            <a:lvl5pPr indent="-228600" lvl="4" marL="2286000" algn="l">
              <a:lnSpc>
                <a:spcPct val="100000"/>
              </a:lnSpc>
              <a:spcBef>
                <a:spcPts val="0"/>
              </a:spcBef>
              <a:spcAft>
                <a:spcPts val="0"/>
              </a:spcAft>
              <a:buSzPts val="800"/>
              <a:buNone/>
              <a:defRPr/>
            </a:lvl5pPr>
            <a:lvl6pPr indent="-228600" lvl="5" marL="2743200" algn="l">
              <a:lnSpc>
                <a:spcPct val="100000"/>
              </a:lnSpc>
              <a:spcBef>
                <a:spcPts val="0"/>
              </a:spcBef>
              <a:spcAft>
                <a:spcPts val="0"/>
              </a:spcAft>
              <a:buSzPts val="800"/>
              <a:buNone/>
              <a:defRPr/>
            </a:lvl6pPr>
            <a:lvl7pPr indent="-228600" lvl="6" marL="3200400" algn="l">
              <a:lnSpc>
                <a:spcPct val="100000"/>
              </a:lnSpc>
              <a:spcBef>
                <a:spcPts val="0"/>
              </a:spcBef>
              <a:spcAft>
                <a:spcPts val="0"/>
              </a:spcAft>
              <a:buSzPts val="800"/>
              <a:buNone/>
              <a:defRPr/>
            </a:lvl7pPr>
            <a:lvl8pPr indent="-228600" lvl="7" marL="3657600" algn="l">
              <a:lnSpc>
                <a:spcPct val="100000"/>
              </a:lnSpc>
              <a:spcBef>
                <a:spcPts val="0"/>
              </a:spcBef>
              <a:spcAft>
                <a:spcPts val="0"/>
              </a:spcAft>
              <a:buSzPts val="800"/>
              <a:buNone/>
              <a:defRPr/>
            </a:lvl8pPr>
            <a:lvl9pPr indent="-228600" lvl="8" marL="4114800" algn="l">
              <a:lnSpc>
                <a:spcPct val="100000"/>
              </a:lnSpc>
              <a:spcBef>
                <a:spcPts val="0"/>
              </a:spcBef>
              <a:spcAft>
                <a:spcPts val="0"/>
              </a:spcAft>
              <a:buSzPts val="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1"/>
          <p:cNvSpPr txBox="1"/>
          <p:nvPr>
            <p:ph idx="1" type="body"/>
          </p:nvPr>
        </p:nvSpPr>
        <p:spPr>
          <a:xfrm>
            <a:off x="392200" y="1218600"/>
            <a:ext cx="11407600" cy="5137800"/>
          </a:xfrm>
          <a:prstGeom prst="rect">
            <a:avLst/>
          </a:prstGeom>
          <a:noFill/>
          <a:ln>
            <a:noFill/>
          </a:ln>
        </p:spPr>
        <p:txBody>
          <a:bodyPr anchorCtr="0" anchor="t" bIns="45700" lIns="90000" spcFirstLastPara="1" rIns="91425" wrap="square" tIns="45700">
            <a:noAutofit/>
          </a:bodyPr>
          <a:lstStyle>
            <a:lvl1pPr indent="-406400" lvl="0" marL="457200" marR="0" rtl="0" algn="l">
              <a:lnSpc>
                <a:spcPct val="90000"/>
              </a:lnSpc>
              <a:spcBef>
                <a:spcPts val="1000"/>
              </a:spcBef>
              <a:spcAft>
                <a:spcPts val="0"/>
              </a:spcAft>
              <a:buClr>
                <a:srgbClr val="DE3075"/>
              </a:buClr>
              <a:buSzPts val="2800"/>
              <a:buFont typeface="Franklin Gothic"/>
              <a:buChar char="»"/>
              <a:defRPr b="0" i="0" sz="2400" u="none" cap="none" strike="noStrike">
                <a:solidFill>
                  <a:srgbClr val="818990"/>
                </a:solidFill>
                <a:latin typeface="Franklin Gothic"/>
                <a:ea typeface="Franklin Gothic"/>
                <a:cs typeface="Franklin Gothic"/>
                <a:sym typeface="Franklin Gothic"/>
              </a:defRPr>
            </a:lvl1pPr>
            <a:lvl2pPr indent="-381000" lvl="1" marL="914400" marR="0" rtl="0" algn="l">
              <a:lnSpc>
                <a:spcPct val="90000"/>
              </a:lnSpc>
              <a:spcBef>
                <a:spcPts val="500"/>
              </a:spcBef>
              <a:spcAft>
                <a:spcPts val="0"/>
              </a:spcAft>
              <a:buClr>
                <a:schemeClr val="accent2"/>
              </a:buClr>
              <a:buSzPts val="2400"/>
              <a:buFont typeface="Franklin Gothic"/>
              <a:buChar char="•"/>
              <a:defRPr b="0" i="0" sz="2000" u="none" cap="none" strike="noStrike">
                <a:solidFill>
                  <a:srgbClr val="818990"/>
                </a:solidFill>
                <a:latin typeface="Franklin Gothic"/>
                <a:ea typeface="Franklin Gothic"/>
                <a:cs typeface="Franklin Gothic"/>
                <a:sym typeface="Franklin Gothic"/>
              </a:defRPr>
            </a:lvl2pPr>
            <a:lvl3pPr indent="-342900" lvl="2" marL="1371600" marR="0" rtl="0" algn="l">
              <a:lnSpc>
                <a:spcPct val="90000"/>
              </a:lnSpc>
              <a:spcBef>
                <a:spcPts val="500"/>
              </a:spcBef>
              <a:spcAft>
                <a:spcPts val="0"/>
              </a:spcAft>
              <a:buClr>
                <a:schemeClr val="dk2"/>
              </a:buClr>
              <a:buSzPts val="1800"/>
              <a:buFont typeface="Franklin Gothic"/>
              <a:buChar char="○"/>
              <a:defRPr b="0" i="0" sz="1800" u="none" cap="none" strike="noStrike">
                <a:solidFill>
                  <a:schemeClr val="dk2"/>
                </a:solidFill>
                <a:latin typeface="Franklin Gothic"/>
                <a:ea typeface="Franklin Gothic"/>
                <a:cs typeface="Franklin Gothic"/>
                <a:sym typeface="Franklin Gothic"/>
              </a:defRPr>
            </a:lvl3pPr>
            <a:lvl4pPr indent="-330200" lvl="3" marL="1828800" marR="0" rtl="0" algn="l">
              <a:lnSpc>
                <a:spcPct val="90000"/>
              </a:lnSpc>
              <a:spcBef>
                <a:spcPts val="500"/>
              </a:spcBef>
              <a:spcAft>
                <a:spcPts val="0"/>
              </a:spcAft>
              <a:buClr>
                <a:schemeClr val="dk2"/>
              </a:buClr>
              <a:buSzPts val="1600"/>
              <a:buFont typeface="Franklin Gothic"/>
              <a:buChar char="•"/>
              <a:defRPr b="0" i="0" sz="1600" u="none" cap="none" strike="noStrike">
                <a:solidFill>
                  <a:schemeClr val="dk2"/>
                </a:solidFill>
                <a:latin typeface="Franklin Gothic"/>
                <a:ea typeface="Franklin Gothic"/>
                <a:cs typeface="Franklin Gothic"/>
                <a:sym typeface="Franklin Gothic"/>
              </a:defRPr>
            </a:lvl4pPr>
            <a:lvl5pPr indent="-317500" lvl="4" marL="2286000" marR="0" rtl="0" algn="l">
              <a:lnSpc>
                <a:spcPct val="90000"/>
              </a:lnSpc>
              <a:spcBef>
                <a:spcPts val="500"/>
              </a:spcBef>
              <a:spcAft>
                <a:spcPts val="0"/>
              </a:spcAft>
              <a:buClr>
                <a:schemeClr val="dk2"/>
              </a:buClr>
              <a:buSzPts val="1400"/>
              <a:buFont typeface="Franklin Gothic"/>
              <a:buChar char="•"/>
              <a:defRPr b="0" i="0" sz="1400" u="none" cap="none" strike="noStrike">
                <a:solidFill>
                  <a:schemeClr val="dk2"/>
                </a:solidFill>
                <a:latin typeface="Franklin Gothic"/>
                <a:ea typeface="Franklin Gothic"/>
                <a:cs typeface="Franklin Gothic"/>
                <a:sym typeface="Franklin Gothic"/>
              </a:defRPr>
            </a:lvl5pPr>
            <a:lvl6pPr indent="-304800" lvl="5" marL="2743200" marR="0" rtl="0" algn="l">
              <a:lnSpc>
                <a:spcPct val="90000"/>
              </a:lnSpc>
              <a:spcBef>
                <a:spcPts val="500"/>
              </a:spcBef>
              <a:spcAft>
                <a:spcPts val="0"/>
              </a:spcAft>
              <a:buClr>
                <a:schemeClr val="dk2"/>
              </a:buClr>
              <a:buSzPts val="1200"/>
              <a:buFont typeface="Franklin Gothic"/>
              <a:buChar char="•"/>
              <a:defRPr b="0" i="0" sz="1200" u="none" cap="none" strike="noStrike">
                <a:solidFill>
                  <a:schemeClr val="dk2"/>
                </a:solidFill>
                <a:latin typeface="Franklin Gothic"/>
                <a:ea typeface="Franklin Gothic"/>
                <a:cs typeface="Franklin Gothic"/>
                <a:sym typeface="Franklin Gothic"/>
              </a:defRPr>
            </a:lvl6pPr>
            <a:lvl7pPr indent="-292100" lvl="6" marL="3200400" marR="0" rtl="0" algn="l">
              <a:lnSpc>
                <a:spcPct val="90000"/>
              </a:lnSpc>
              <a:spcBef>
                <a:spcPts val="500"/>
              </a:spcBef>
              <a:spcAft>
                <a:spcPts val="0"/>
              </a:spcAft>
              <a:buClr>
                <a:schemeClr val="dk2"/>
              </a:buClr>
              <a:buSzPts val="1000"/>
              <a:buFont typeface="Franklin Gothic"/>
              <a:buChar char="•"/>
              <a:defRPr b="0" i="0" sz="1000" u="none" cap="none" strike="noStrike">
                <a:solidFill>
                  <a:schemeClr val="dk2"/>
                </a:solidFill>
                <a:latin typeface="Franklin Gothic"/>
                <a:ea typeface="Franklin Gothic"/>
                <a:cs typeface="Franklin Gothic"/>
                <a:sym typeface="Franklin Gothic"/>
              </a:defRPr>
            </a:lvl7pPr>
            <a:lvl8pPr indent="-279400" lvl="7" marL="3657600" marR="0" rtl="0" algn="l">
              <a:lnSpc>
                <a:spcPct val="90000"/>
              </a:lnSpc>
              <a:spcBef>
                <a:spcPts val="500"/>
              </a:spcBef>
              <a:spcAft>
                <a:spcPts val="0"/>
              </a:spcAft>
              <a:buClr>
                <a:schemeClr val="dk2"/>
              </a:buClr>
              <a:buSzPts val="800"/>
              <a:buFont typeface="Franklin Gothic"/>
              <a:buChar char="•"/>
              <a:defRPr b="0" i="0" sz="800" u="none" cap="none" strike="noStrike">
                <a:solidFill>
                  <a:schemeClr val="dk2"/>
                </a:solidFill>
                <a:latin typeface="Franklin Gothic"/>
                <a:ea typeface="Franklin Gothic"/>
                <a:cs typeface="Franklin Gothic"/>
                <a:sym typeface="Franklin Gothic"/>
              </a:defRPr>
            </a:lvl8pPr>
            <a:lvl9pPr indent="-266700" lvl="8" marL="4114800" marR="0" rtl="0" algn="l">
              <a:lnSpc>
                <a:spcPct val="90000"/>
              </a:lnSpc>
              <a:spcBef>
                <a:spcPts val="500"/>
              </a:spcBef>
              <a:spcAft>
                <a:spcPts val="0"/>
              </a:spcAft>
              <a:buClr>
                <a:schemeClr val="dk2"/>
              </a:buClr>
              <a:buSzPts val="600"/>
              <a:buFont typeface="Franklin Gothic"/>
              <a:buChar char="•"/>
              <a:defRPr b="0" i="0" sz="600" u="none" cap="none" strike="noStrike">
                <a:solidFill>
                  <a:schemeClr val="dk2"/>
                </a:solidFill>
                <a:latin typeface="Franklin Gothic"/>
                <a:ea typeface="Franklin Gothic"/>
                <a:cs typeface="Franklin Gothic"/>
                <a:sym typeface="Franklin Gothic"/>
              </a:defRPr>
            </a:lvl9pPr>
          </a:lstStyle>
          <a:p/>
        </p:txBody>
      </p:sp>
      <p:sp>
        <p:nvSpPr>
          <p:cNvPr id="7" name="Google Shape;7;p21"/>
          <p:cNvSpPr txBox="1"/>
          <p:nvPr>
            <p:ph idx="12" type="sldNum"/>
          </p:nvPr>
        </p:nvSpPr>
        <p:spPr>
          <a:xfrm>
            <a:off x="92202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6C7A8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8" name="Google Shape;8;p21"/>
          <p:cNvSpPr txBox="1"/>
          <p:nvPr>
            <p:ph type="title"/>
          </p:nvPr>
        </p:nvSpPr>
        <p:spPr>
          <a:xfrm>
            <a:off x="2351600" y="212725"/>
            <a:ext cx="9002400" cy="81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FFFFFF"/>
              </a:buClr>
              <a:buSzPts val="3000"/>
              <a:buFont typeface="Roboto Condensed"/>
              <a:buNone/>
              <a:defRPr b="0" i="0" sz="3000" u="none" cap="none" strike="noStrike">
                <a:solidFill>
                  <a:srgbClr val="FFFFFF"/>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4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jpg"/><Relationship Id="rId4" Type="http://schemas.openxmlformats.org/officeDocument/2006/relationships/image" Target="../media/image32.gif"/><Relationship Id="rId5" Type="http://schemas.openxmlformats.org/officeDocument/2006/relationships/image" Target="../media/image19.png"/><Relationship Id="rId6" Type="http://schemas.openxmlformats.org/officeDocument/2006/relationships/image" Target="../media/image2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30.jpg"/><Relationship Id="rId6" Type="http://schemas.openxmlformats.org/officeDocument/2006/relationships/image" Target="../media/image26.png"/><Relationship Id="rId7" Type="http://schemas.openxmlformats.org/officeDocument/2006/relationships/image" Target="../media/image36.png"/><Relationship Id="rId8"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48.png"/><Relationship Id="rId5" Type="http://schemas.openxmlformats.org/officeDocument/2006/relationships/image" Target="../media/image38.png"/><Relationship Id="rId6" Type="http://schemas.openxmlformats.org/officeDocument/2006/relationships/image" Target="../media/image53.png"/><Relationship Id="rId7" Type="http://schemas.openxmlformats.org/officeDocument/2006/relationships/image" Target="../media/image31.jpg"/><Relationship Id="rId8"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0.pn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image" Target="../media/image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uocjpriesgorpa.atlassian.net/jira/software/projects/CAPSTONE/boards/35?filter=&amp;groupBy=none" TargetMode="External"/><Relationship Id="rId4" Type="http://schemas.openxmlformats.org/officeDocument/2006/relationships/image" Target="../media/image37.png"/><Relationship Id="rId9" Type="http://schemas.openxmlformats.org/officeDocument/2006/relationships/image" Target="../media/image49.png"/><Relationship Id="rId5" Type="http://schemas.openxmlformats.org/officeDocument/2006/relationships/image" Target="../media/image42.png"/><Relationship Id="rId6" Type="http://schemas.openxmlformats.org/officeDocument/2006/relationships/image" Target="../media/image45.png"/><Relationship Id="rId7" Type="http://schemas.openxmlformats.org/officeDocument/2006/relationships/image" Target="../media/image39.png"/><Relationship Id="rId8" Type="http://schemas.openxmlformats.org/officeDocument/2006/relationships/image" Target="../media/image54.png"/><Relationship Id="rId10"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uocjpriesgorpa.atlassian.net/jira/software/projects/CAPSTONE/list?jql=project%20%3D%20CAPSTONE%20ORDER%20BY%20cf%5B10015%5D%20ASC%2C%20cf%5B10019%5D%20ASC" TargetMode="External"/><Relationship Id="rId4" Type="http://schemas.openxmlformats.org/officeDocument/2006/relationships/hyperlink" Target="https://github.com/JoselynPinoDiaz/SB_Mallen_002D_RPA/blob/prod/Fase%201/Evidencias%20Grupales/1.5_GuiaEstudiante_Fase%201_Definicion%20Proyecto%20APT.docx" TargetMode="External"/><Relationship Id="rId5" Type="http://schemas.openxmlformats.org/officeDocument/2006/relationships/hyperlink" Target="https://duocjpriesgorpa.atlassian.net/wiki/spaces/R/over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p:nvPr/>
        </p:nvSpPr>
        <p:spPr>
          <a:xfrm>
            <a:off x="824207" y="6426636"/>
            <a:ext cx="2297998" cy="431365"/>
          </a:xfrm>
          <a:custGeom>
            <a:rect b="b" l="l" r="r" t="t"/>
            <a:pathLst>
              <a:path extrusionOk="0" h="647047" w="3446997">
                <a:moveTo>
                  <a:pt x="0" y="0"/>
                </a:moveTo>
                <a:lnTo>
                  <a:pt x="3446997" y="0"/>
                </a:lnTo>
                <a:lnTo>
                  <a:pt x="3446997" y="647047"/>
                </a:lnTo>
                <a:lnTo>
                  <a:pt x="0" y="64704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57" name="Google Shape;157;p3"/>
          <p:cNvSpPr/>
          <p:nvPr/>
        </p:nvSpPr>
        <p:spPr>
          <a:xfrm>
            <a:off x="685800" y="685800"/>
            <a:ext cx="2318806" cy="517867"/>
          </a:xfrm>
          <a:custGeom>
            <a:rect b="b" l="l" r="r" t="t"/>
            <a:pathLst>
              <a:path extrusionOk="0" h="776800" w="3478209">
                <a:moveTo>
                  <a:pt x="0" y="0"/>
                </a:moveTo>
                <a:lnTo>
                  <a:pt x="3478209" y="0"/>
                </a:lnTo>
                <a:lnTo>
                  <a:pt x="3478209" y="776800"/>
                </a:lnTo>
                <a:lnTo>
                  <a:pt x="0" y="776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58" name="Google Shape;158;p3"/>
          <p:cNvSpPr/>
          <p:nvPr/>
        </p:nvSpPr>
        <p:spPr>
          <a:xfrm rot="-5400000">
            <a:off x="6020060" y="-6020061"/>
            <a:ext cx="151882" cy="12192001"/>
          </a:xfrm>
          <a:custGeom>
            <a:rect b="b" l="l" r="r" t="t"/>
            <a:pathLst>
              <a:path extrusionOk="0" h="5624919" w="587437">
                <a:moveTo>
                  <a:pt x="0" y="0"/>
                </a:moveTo>
                <a:lnTo>
                  <a:pt x="587437" y="0"/>
                </a:lnTo>
                <a:lnTo>
                  <a:pt x="587437" y="5624919"/>
                </a:lnTo>
                <a:lnTo>
                  <a:pt x="0" y="5624919"/>
                </a:lnTo>
                <a:lnTo>
                  <a:pt x="0" y="0"/>
                </a:lnTo>
                <a:close/>
              </a:path>
            </a:pathLst>
          </a:custGeom>
          <a:blipFill rotWithShape="1">
            <a:blip r:embed="rId5">
              <a:alphaModFix/>
            </a:blip>
            <a:stretch>
              <a:fillRect b="-21588" l="-1943447" r="-23081924" t="-343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933" u="none" cap="none" strike="noStrike">
              <a:solidFill>
                <a:srgbClr val="000000"/>
              </a:solidFill>
              <a:latin typeface="Arial"/>
              <a:ea typeface="Arial"/>
              <a:cs typeface="Arial"/>
              <a:sym typeface="Arial"/>
            </a:endParaRPr>
          </a:p>
        </p:txBody>
      </p:sp>
      <p:sp>
        <p:nvSpPr>
          <p:cNvPr id="159" name="Google Shape;159;p3"/>
          <p:cNvSpPr txBox="1"/>
          <p:nvPr/>
        </p:nvSpPr>
        <p:spPr>
          <a:xfrm>
            <a:off x="982650" y="1618850"/>
            <a:ext cx="10226700" cy="43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s-ES" sz="2667" u="none" cap="none" strike="noStrike">
                <a:solidFill>
                  <a:srgbClr val="000000"/>
                </a:solidFill>
                <a:latin typeface="Arial"/>
                <a:ea typeface="Arial"/>
                <a:cs typeface="Arial"/>
                <a:sym typeface="Arial"/>
              </a:rPr>
              <a:t>Informe Avance</a:t>
            </a:r>
            <a:r>
              <a:rPr lang="es-ES" sz="2667"/>
              <a:t> 01</a:t>
            </a:r>
            <a:endParaRPr b="0" i="0" sz="26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2667" u="none" cap="none" strike="noStrike">
                <a:solidFill>
                  <a:srgbClr val="000000"/>
                </a:solidFill>
                <a:latin typeface="Arial"/>
                <a:ea typeface="Arial"/>
                <a:cs typeface="Arial"/>
                <a:sym typeface="Arial"/>
              </a:rPr>
              <a:t>“</a:t>
            </a:r>
            <a:r>
              <a:rPr b="1" lang="es-ES" sz="2667"/>
              <a:t>Automatización de solicitudes académicas con Blue Prism”</a:t>
            </a:r>
            <a:endParaRPr b="1" sz="2667"/>
          </a:p>
          <a:p>
            <a:pPr indent="0" lvl="0" marL="0" marR="0" rtl="0" algn="ctr">
              <a:lnSpc>
                <a:spcPct val="100000"/>
              </a:lnSpc>
              <a:spcBef>
                <a:spcPts val="0"/>
              </a:spcBef>
              <a:spcAft>
                <a:spcPts val="0"/>
              </a:spcAft>
              <a:buNone/>
            </a:pPr>
            <a:r>
              <a:rPr b="1" i="0" lang="es-ES" sz="2667" u="none" cap="none" strike="noStrike">
                <a:solidFill>
                  <a:srgbClr val="000000"/>
                </a:solidFill>
                <a:latin typeface="Arial"/>
                <a:ea typeface="Arial"/>
                <a:cs typeface="Arial"/>
                <a:sym typeface="Arial"/>
              </a:rPr>
              <a:t> </a:t>
            </a:r>
            <a:r>
              <a:rPr b="0" i="0" lang="es-ES" sz="933" u="none" cap="none" strike="noStrike">
                <a:solidFill>
                  <a:srgbClr val="000000"/>
                </a:solidFill>
                <a:latin typeface="Arial"/>
                <a:ea typeface="Arial"/>
                <a:cs typeface="Arial"/>
                <a:sym typeface="Arial"/>
              </a:rPr>
              <a:t> </a:t>
            </a:r>
            <a:endParaRPr b="0" i="0" sz="933"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1867" u="none" cap="none" strike="noStrike">
                <a:solidFill>
                  <a:srgbClr val="000000"/>
                </a:solidFill>
                <a:latin typeface="Arial"/>
                <a:ea typeface="Arial"/>
                <a:cs typeface="Arial"/>
                <a:sym typeface="Arial"/>
              </a:rPr>
              <a:t>Docente</a:t>
            </a:r>
            <a:endParaRPr b="1" i="0" sz="18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lang="es-ES" sz="1867"/>
              <a:t>Eliana Mallén Gonzalez Gonzalez</a:t>
            </a:r>
            <a:endParaRPr b="0" i="0" sz="18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1867" u="none" cap="none" strike="noStrike">
                <a:solidFill>
                  <a:srgbClr val="000000"/>
                </a:solidFill>
                <a:latin typeface="Arial"/>
                <a:ea typeface="Arial"/>
                <a:cs typeface="Arial"/>
                <a:sym typeface="Arial"/>
              </a:rPr>
              <a:t>Equipo </a:t>
            </a:r>
            <a:r>
              <a:rPr b="1" lang="es-ES" sz="1867"/>
              <a:t>11</a:t>
            </a:r>
            <a:endParaRPr b="1" i="0" sz="18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ES" sz="1867" u="none" cap="none" strike="noStrike">
                <a:solidFill>
                  <a:srgbClr val="000000"/>
                </a:solidFill>
                <a:latin typeface="Arial"/>
                <a:ea typeface="Arial"/>
                <a:cs typeface="Arial"/>
                <a:sym typeface="Arial"/>
              </a:rPr>
              <a:t>Jose</a:t>
            </a:r>
            <a:r>
              <a:rPr lang="es-ES" sz="1867"/>
              <a:t>lyn Alicia Pino Diaz</a:t>
            </a:r>
            <a:endParaRPr/>
          </a:p>
          <a:p>
            <a:pPr indent="0" lvl="0" marL="0" marR="0" rtl="0" algn="ctr">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1867" u="none" cap="none" strike="noStrike">
                <a:solidFill>
                  <a:srgbClr val="000000"/>
                </a:solidFill>
                <a:latin typeface="Arial"/>
                <a:ea typeface="Arial"/>
                <a:cs typeface="Arial"/>
                <a:sym typeface="Arial"/>
              </a:rPr>
              <a:t>Duoc UC Sede San Bernardo </a:t>
            </a:r>
            <a:endParaRPr/>
          </a:p>
          <a:p>
            <a:pPr indent="0" lvl="0" marL="0" marR="0" rtl="0" algn="ctr">
              <a:lnSpc>
                <a:spcPct val="100000"/>
              </a:lnSpc>
              <a:spcBef>
                <a:spcPts val="0"/>
              </a:spcBef>
              <a:spcAft>
                <a:spcPts val="0"/>
              </a:spcAft>
              <a:buNone/>
            </a:pPr>
            <a:r>
              <a:rPr b="0" i="0" lang="es-ES" sz="1867" u="none" cap="none" strike="noStrike">
                <a:solidFill>
                  <a:srgbClr val="000000"/>
                </a:solidFill>
                <a:latin typeface="Arial"/>
                <a:ea typeface="Arial"/>
                <a:cs typeface="Arial"/>
                <a:sym typeface="Arial"/>
              </a:rPr>
              <a:t>Escuela de Informática y Telecomunicaciones</a:t>
            </a:r>
            <a:endParaRPr/>
          </a:p>
          <a:p>
            <a:pPr indent="0" lvl="0" marL="0" marR="0" rtl="0" algn="ctr">
              <a:lnSpc>
                <a:spcPct val="100000"/>
              </a:lnSpc>
              <a:spcBef>
                <a:spcPts val="0"/>
              </a:spcBef>
              <a:spcAft>
                <a:spcPts val="0"/>
              </a:spcAft>
              <a:buNone/>
            </a:pPr>
            <a:r>
              <a:rPr b="0" i="0" lang="es-ES" sz="1867" u="none" cap="none" strike="noStrike">
                <a:solidFill>
                  <a:srgbClr val="000000"/>
                </a:solidFill>
                <a:latin typeface="Arial"/>
                <a:ea typeface="Arial"/>
                <a:cs typeface="Arial"/>
                <a:sym typeface="Arial"/>
              </a:rPr>
              <a:t>Carrera: Ingeniería en Informática</a:t>
            </a:r>
            <a:endParaRPr/>
          </a:p>
          <a:p>
            <a:pPr indent="0" lvl="0" marL="0" marR="0" rtl="0" algn="ctr">
              <a:lnSpc>
                <a:spcPct val="100000"/>
              </a:lnSpc>
              <a:spcBef>
                <a:spcPts val="0"/>
              </a:spcBef>
              <a:spcAft>
                <a:spcPts val="0"/>
              </a:spcAft>
              <a:buNone/>
            </a:pPr>
            <a:r>
              <a:rPr b="0" i="0" lang="es-ES" sz="1867" u="none" cap="none" strike="noStrike">
                <a:solidFill>
                  <a:srgbClr val="000000"/>
                </a:solidFill>
                <a:latin typeface="Arial"/>
                <a:ea typeface="Arial"/>
                <a:cs typeface="Arial"/>
                <a:sym typeface="Arial"/>
              </a:rPr>
              <a:t>Año: 202</a:t>
            </a:r>
            <a:r>
              <a:rPr lang="es-ES" sz="1867"/>
              <a:t>6</a:t>
            </a:r>
            <a:endParaRPr b="0" i="0" sz="933" u="none" cap="none" strike="noStrike">
              <a:solidFill>
                <a:srgbClr val="000000"/>
              </a:solidFill>
              <a:latin typeface="Arial"/>
              <a:ea typeface="Arial"/>
              <a:cs typeface="Arial"/>
              <a:sym typeface="Arial"/>
            </a:endParaRPr>
          </a:p>
        </p:txBody>
      </p:sp>
      <p:pic>
        <p:nvPicPr>
          <p:cNvPr descr="SummIT Ciberseguridad 2022 – Duoc UC" id="160" name="Google Shape;160;p3"/>
          <p:cNvPicPr preferRelativeResize="0"/>
          <p:nvPr/>
        </p:nvPicPr>
        <p:blipFill rotWithShape="1">
          <a:blip r:embed="rId6">
            <a:alphaModFix/>
          </a:blip>
          <a:srcRect b="0" l="0" r="0" t="0"/>
          <a:stretch/>
        </p:blipFill>
        <p:spPr>
          <a:xfrm>
            <a:off x="4407777" y="661640"/>
            <a:ext cx="3098800" cy="996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f8bb8eb9a8_0_7"/>
          <p:cNvSpPr txBox="1"/>
          <p:nvPr>
            <p:ph idx="2" type="body"/>
          </p:nvPr>
        </p:nvSpPr>
        <p:spPr>
          <a:xfrm>
            <a:off x="6254800" y="1256600"/>
            <a:ext cx="5937300" cy="3856500"/>
          </a:xfrm>
          <a:prstGeom prst="rect">
            <a:avLst/>
          </a:prstGeom>
        </p:spPr>
        <p:txBody>
          <a:bodyPr anchorCtr="0" anchor="t" bIns="45700" lIns="90000" spcFirstLastPara="1" rIns="91425" wrap="square" tIns="45700">
            <a:noAutofit/>
          </a:bodyPr>
          <a:lstStyle/>
          <a:p>
            <a:pPr indent="-431800" lvl="0" marL="609600" rtl="0" algn="l">
              <a:lnSpc>
                <a:spcPct val="150000"/>
              </a:lnSpc>
              <a:spcBef>
                <a:spcPts val="400"/>
              </a:spcBef>
              <a:spcAft>
                <a:spcPts val="0"/>
              </a:spcAft>
              <a:buClr>
                <a:srgbClr val="666666"/>
              </a:buClr>
              <a:buSzPts val="2000"/>
              <a:buChar char="»"/>
            </a:pPr>
            <a:r>
              <a:rPr lang="es-ES" sz="2000">
                <a:solidFill>
                  <a:srgbClr val="666666"/>
                </a:solidFill>
              </a:rPr>
              <a:t>Introducción</a:t>
            </a:r>
            <a:endParaRPr sz="2000">
              <a:solidFill>
                <a:srgbClr val="666666"/>
              </a:solidFill>
            </a:endParaRPr>
          </a:p>
          <a:p>
            <a:pPr indent="-431800" lvl="0" marL="609600" rtl="0" algn="l">
              <a:lnSpc>
                <a:spcPct val="150000"/>
              </a:lnSpc>
              <a:spcBef>
                <a:spcPts val="400"/>
              </a:spcBef>
              <a:spcAft>
                <a:spcPts val="0"/>
              </a:spcAft>
              <a:buClr>
                <a:srgbClr val="666666"/>
              </a:buClr>
              <a:buSzPts val="2000"/>
              <a:buChar char="»"/>
            </a:pPr>
            <a:r>
              <a:rPr lang="es-ES" sz="2000">
                <a:solidFill>
                  <a:srgbClr val="666666"/>
                </a:solidFill>
              </a:rPr>
              <a:t>Objetivos del Proyecto</a:t>
            </a:r>
            <a:endParaRPr sz="2000">
              <a:solidFill>
                <a:srgbClr val="666666"/>
              </a:solidFill>
            </a:endParaRPr>
          </a:p>
          <a:p>
            <a:pPr indent="-431800" lvl="0" marL="609600" rtl="0" algn="l">
              <a:lnSpc>
                <a:spcPct val="150000"/>
              </a:lnSpc>
              <a:spcBef>
                <a:spcPts val="400"/>
              </a:spcBef>
              <a:spcAft>
                <a:spcPts val="0"/>
              </a:spcAft>
              <a:buClr>
                <a:srgbClr val="666666"/>
              </a:buClr>
              <a:buSzPts val="2000"/>
              <a:buChar char="»"/>
            </a:pPr>
            <a:r>
              <a:rPr lang="es-ES" sz="2000">
                <a:solidFill>
                  <a:srgbClr val="666666"/>
                </a:solidFill>
              </a:rPr>
              <a:t>Contexto y Análisis Inicial</a:t>
            </a:r>
            <a:endParaRPr sz="2000">
              <a:solidFill>
                <a:srgbClr val="666666"/>
              </a:solidFill>
            </a:endParaRPr>
          </a:p>
          <a:p>
            <a:pPr indent="-431800" lvl="0" marL="609600" rtl="0" algn="l">
              <a:lnSpc>
                <a:spcPct val="150000"/>
              </a:lnSpc>
              <a:spcBef>
                <a:spcPts val="400"/>
              </a:spcBef>
              <a:spcAft>
                <a:spcPts val="0"/>
              </a:spcAft>
              <a:buClr>
                <a:srgbClr val="666666"/>
              </a:buClr>
              <a:buSzPts val="2000"/>
              <a:buChar char="»"/>
            </a:pPr>
            <a:r>
              <a:rPr lang="es-ES" sz="2000">
                <a:solidFill>
                  <a:srgbClr val="666666"/>
                </a:solidFill>
              </a:rPr>
              <a:t>Factibilidad</a:t>
            </a:r>
            <a:endParaRPr sz="2000">
              <a:solidFill>
                <a:srgbClr val="666666"/>
              </a:solidFill>
            </a:endParaRPr>
          </a:p>
          <a:p>
            <a:pPr indent="-431800" lvl="0" marL="609600" rtl="0" algn="l">
              <a:lnSpc>
                <a:spcPct val="150000"/>
              </a:lnSpc>
              <a:spcBef>
                <a:spcPts val="400"/>
              </a:spcBef>
              <a:spcAft>
                <a:spcPts val="0"/>
              </a:spcAft>
              <a:buClr>
                <a:srgbClr val="666666"/>
              </a:buClr>
              <a:buSzPts val="2000"/>
              <a:buChar char="»"/>
            </a:pPr>
            <a:r>
              <a:rPr lang="es-ES" sz="2000">
                <a:solidFill>
                  <a:srgbClr val="666666"/>
                </a:solidFill>
              </a:rPr>
              <a:t>Metodología de Trabajo</a:t>
            </a:r>
            <a:endParaRPr sz="2000">
              <a:solidFill>
                <a:srgbClr val="666666"/>
              </a:solidFill>
            </a:endParaRPr>
          </a:p>
          <a:p>
            <a:pPr indent="-431800" lvl="0" marL="609600" rtl="0" algn="l">
              <a:lnSpc>
                <a:spcPct val="150000"/>
              </a:lnSpc>
              <a:spcBef>
                <a:spcPts val="400"/>
              </a:spcBef>
              <a:spcAft>
                <a:spcPts val="0"/>
              </a:spcAft>
              <a:buClr>
                <a:srgbClr val="666666"/>
              </a:buClr>
              <a:buSzPts val="2000"/>
              <a:buChar char="»"/>
            </a:pPr>
            <a:r>
              <a:rPr lang="es-ES" sz="2000">
                <a:solidFill>
                  <a:srgbClr val="666666"/>
                </a:solidFill>
              </a:rPr>
              <a:t>Plan de Trabajo</a:t>
            </a:r>
            <a:endParaRPr sz="2000">
              <a:solidFill>
                <a:srgbClr val="666666"/>
              </a:solidFill>
            </a:endParaRPr>
          </a:p>
          <a:p>
            <a:pPr indent="-431800" lvl="0" marL="609600" rtl="0" algn="l">
              <a:lnSpc>
                <a:spcPct val="150000"/>
              </a:lnSpc>
              <a:spcBef>
                <a:spcPts val="400"/>
              </a:spcBef>
              <a:spcAft>
                <a:spcPts val="0"/>
              </a:spcAft>
              <a:buClr>
                <a:srgbClr val="666666"/>
              </a:buClr>
              <a:buSzPts val="2000"/>
              <a:buFont typeface="Arial"/>
              <a:buChar char="»"/>
            </a:pPr>
            <a:r>
              <a:rPr lang="es-ES" sz="2000">
                <a:solidFill>
                  <a:srgbClr val="666666"/>
                </a:solidFill>
              </a:rPr>
              <a:t>Conclusiones y Reflexión</a:t>
            </a:r>
            <a:endParaRPr sz="2000">
              <a:solidFill>
                <a:srgbClr val="666666"/>
              </a:solidFill>
            </a:endParaRPr>
          </a:p>
        </p:txBody>
      </p:sp>
      <p:sp>
        <p:nvSpPr>
          <p:cNvPr id="166" name="Google Shape;166;g3f8bb8eb9a8_0_7"/>
          <p:cNvSpPr txBox="1"/>
          <p:nvPr>
            <p:ph type="title"/>
          </p:nvPr>
        </p:nvSpPr>
        <p:spPr>
          <a:xfrm>
            <a:off x="-72567" y="2126500"/>
            <a:ext cx="5393700" cy="20859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s-ES" sz="7500">
                <a:solidFill>
                  <a:srgbClr val="818990"/>
                </a:solidFill>
              </a:rPr>
              <a:t>Agenda</a:t>
            </a:r>
            <a:endParaRPr sz="7500">
              <a:solidFill>
                <a:srgbClr val="818990"/>
              </a:solidFill>
            </a:endParaRPr>
          </a:p>
        </p:txBody>
      </p:sp>
      <p:pic>
        <p:nvPicPr>
          <p:cNvPr id="167" name="Google Shape;167;g3f8bb8eb9a8_0_7"/>
          <p:cNvPicPr preferRelativeResize="0"/>
          <p:nvPr/>
        </p:nvPicPr>
        <p:blipFill>
          <a:blip r:embed="rId3">
            <a:alphaModFix/>
          </a:blip>
          <a:stretch>
            <a:fillRect/>
          </a:stretch>
        </p:blipFill>
        <p:spPr>
          <a:xfrm>
            <a:off x="177200" y="6177967"/>
            <a:ext cx="2719232" cy="4552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f8bb8eb9a8_0_0"/>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Introducción | </a:t>
            </a:r>
            <a:r>
              <a:rPr b="1" lang="es-ES" sz="2883">
                <a:solidFill>
                  <a:srgbClr val="44546A"/>
                </a:solidFill>
              </a:rPr>
              <a:t>¿Qué es RPA?</a:t>
            </a:r>
            <a:endParaRPr/>
          </a:p>
        </p:txBody>
      </p:sp>
      <p:pic>
        <p:nvPicPr>
          <p:cNvPr descr="Robot icon vector. Isolated contour symbol illustration (proporcionado por Getty Images)" id="173" name="Google Shape;173;g3f8bb8eb9a8_0_0"/>
          <p:cNvPicPr preferRelativeResize="0"/>
          <p:nvPr/>
        </p:nvPicPr>
        <p:blipFill>
          <a:blip r:embed="rId3">
            <a:alphaModFix/>
          </a:blip>
          <a:stretch>
            <a:fillRect/>
          </a:stretch>
        </p:blipFill>
        <p:spPr>
          <a:xfrm>
            <a:off x="4433191" y="1437708"/>
            <a:ext cx="2658365" cy="2658365"/>
          </a:xfrm>
          <a:prstGeom prst="rect">
            <a:avLst/>
          </a:prstGeom>
          <a:noFill/>
          <a:ln>
            <a:noFill/>
          </a:ln>
        </p:spPr>
      </p:pic>
      <p:pic>
        <p:nvPicPr>
          <p:cNvPr descr="a cartoon drawing of a computer on a desk with a sign that says ' abc ' on it (proporcionado por Tenor)" id="174" name="Google Shape;174;g3f8bb8eb9a8_0_0"/>
          <p:cNvPicPr preferRelativeResize="0"/>
          <p:nvPr/>
        </p:nvPicPr>
        <p:blipFill>
          <a:blip r:embed="rId4">
            <a:alphaModFix/>
          </a:blip>
          <a:stretch>
            <a:fillRect/>
          </a:stretch>
        </p:blipFill>
        <p:spPr>
          <a:xfrm>
            <a:off x="7951150" y="1489551"/>
            <a:ext cx="3886750" cy="2658368"/>
          </a:xfrm>
          <a:prstGeom prst="rect">
            <a:avLst/>
          </a:prstGeom>
          <a:noFill/>
          <a:ln>
            <a:noFill/>
          </a:ln>
        </p:spPr>
      </p:pic>
      <p:pic>
        <p:nvPicPr>
          <p:cNvPr id="175" name="Google Shape;175;g3f8bb8eb9a8_0_0"/>
          <p:cNvPicPr preferRelativeResize="0"/>
          <p:nvPr/>
        </p:nvPicPr>
        <p:blipFill>
          <a:blip r:embed="rId5">
            <a:alphaModFix/>
          </a:blip>
          <a:stretch>
            <a:fillRect/>
          </a:stretch>
        </p:blipFill>
        <p:spPr>
          <a:xfrm>
            <a:off x="3476450" y="5412824"/>
            <a:ext cx="4619183" cy="827967"/>
          </a:xfrm>
          <a:prstGeom prst="rect">
            <a:avLst/>
          </a:prstGeom>
          <a:noFill/>
          <a:ln>
            <a:noFill/>
          </a:ln>
        </p:spPr>
      </p:pic>
      <p:pic>
        <p:nvPicPr>
          <p:cNvPr descr="Men working on packaging line  Grayscale  Layered     Have the right quantity,    Ready for shipment, . (proporcionado por Getty Images)" id="176" name="Google Shape;176;g3f8bb8eb9a8_0_0"/>
          <p:cNvPicPr preferRelativeResize="0"/>
          <p:nvPr/>
        </p:nvPicPr>
        <p:blipFill>
          <a:blip r:embed="rId6">
            <a:alphaModFix/>
          </a:blip>
          <a:stretch>
            <a:fillRect/>
          </a:stretch>
        </p:blipFill>
        <p:spPr>
          <a:xfrm>
            <a:off x="476450" y="1489551"/>
            <a:ext cx="3000000" cy="2658376"/>
          </a:xfrm>
          <a:prstGeom prst="rect">
            <a:avLst/>
          </a:prstGeom>
          <a:noFill/>
          <a:ln>
            <a:noFill/>
          </a:ln>
        </p:spPr>
      </p:pic>
      <p:sp>
        <p:nvSpPr>
          <p:cNvPr id="177" name="Google Shape;177;g3f8bb8eb9a8_0_0"/>
          <p:cNvSpPr/>
          <p:nvPr/>
        </p:nvSpPr>
        <p:spPr>
          <a:xfrm>
            <a:off x="3780125" y="2289353"/>
            <a:ext cx="489300" cy="996300"/>
          </a:xfrm>
          <a:prstGeom prst="chevron">
            <a:avLst>
              <a:gd fmla="val 50000" name="adj"/>
            </a:avLst>
          </a:prstGeom>
          <a:solidFill>
            <a:srgbClr val="073763"/>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78" name="Google Shape;178;g3f8bb8eb9a8_0_0"/>
          <p:cNvSpPr/>
          <p:nvPr/>
        </p:nvSpPr>
        <p:spPr>
          <a:xfrm>
            <a:off x="7138958" y="2289353"/>
            <a:ext cx="489300" cy="996300"/>
          </a:xfrm>
          <a:prstGeom prst="chevron">
            <a:avLst>
              <a:gd fmla="val 50000" name="adj"/>
            </a:avLst>
          </a:prstGeom>
          <a:solidFill>
            <a:srgbClr val="073763"/>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179" name="Google Shape;179;g3f8bb8eb9a8_0_0"/>
          <p:cNvSpPr txBox="1"/>
          <p:nvPr/>
        </p:nvSpPr>
        <p:spPr>
          <a:xfrm>
            <a:off x="476425" y="4223900"/>
            <a:ext cx="2897100" cy="434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lang="es-ES" sz="1800">
                <a:solidFill>
                  <a:srgbClr val="002060"/>
                </a:solidFill>
              </a:rPr>
              <a:t>T</a:t>
            </a:r>
            <a:r>
              <a:rPr lang="es-ES" sz="1800">
                <a:solidFill>
                  <a:srgbClr val="002060"/>
                </a:solidFill>
              </a:rPr>
              <a:t>areas digitales repetitivas </a:t>
            </a:r>
            <a:endParaRPr sz="1800"/>
          </a:p>
        </p:txBody>
      </p:sp>
      <p:sp>
        <p:nvSpPr>
          <p:cNvPr id="180" name="Google Shape;180;g3f8bb8eb9a8_0_0"/>
          <p:cNvSpPr txBox="1"/>
          <p:nvPr/>
        </p:nvSpPr>
        <p:spPr>
          <a:xfrm>
            <a:off x="7951150" y="4223900"/>
            <a:ext cx="4014000" cy="6834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lang="es-ES" sz="1800">
                <a:solidFill>
                  <a:srgbClr val="002060"/>
                </a:solidFill>
              </a:rPr>
              <a:t>O</a:t>
            </a:r>
            <a:r>
              <a:rPr lang="es-ES" sz="1800">
                <a:solidFill>
                  <a:srgbClr val="002060"/>
                </a:solidFill>
              </a:rPr>
              <a:t>ptimizar tiempos, liberar tareas rutinarias y mejorar la productividad</a:t>
            </a:r>
            <a:endParaRPr sz="1800"/>
          </a:p>
        </p:txBody>
      </p:sp>
      <p:sp>
        <p:nvSpPr>
          <p:cNvPr id="181" name="Google Shape;181;g3f8bb8eb9a8_0_0"/>
          <p:cNvSpPr txBox="1"/>
          <p:nvPr/>
        </p:nvSpPr>
        <p:spPr>
          <a:xfrm>
            <a:off x="4707125" y="4223900"/>
            <a:ext cx="2110500" cy="1061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1000"/>
              </a:spcBef>
              <a:spcAft>
                <a:spcPts val="0"/>
              </a:spcAft>
              <a:buNone/>
            </a:pPr>
            <a:r>
              <a:rPr lang="es-ES" sz="1800">
                <a:solidFill>
                  <a:srgbClr val="002060"/>
                </a:solidFill>
              </a:rPr>
              <a:t>Herramienta</a:t>
            </a:r>
            <a:endParaRPr sz="1800">
              <a:solidFill>
                <a:srgbClr val="002060"/>
              </a:solidFill>
            </a:endParaRPr>
          </a:p>
          <a:p>
            <a:pPr indent="0" lvl="0" marL="0" rtl="0" algn="ctr">
              <a:lnSpc>
                <a:spcPct val="90000"/>
              </a:lnSpc>
              <a:spcBef>
                <a:spcPts val="1000"/>
              </a:spcBef>
              <a:spcAft>
                <a:spcPts val="0"/>
              </a:spcAft>
              <a:buNone/>
            </a:pPr>
            <a:r>
              <a:rPr lang="es-ES" sz="1800">
                <a:solidFill>
                  <a:srgbClr val="002060"/>
                </a:solidFill>
              </a:rPr>
              <a:t>Robotic Process Automation</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f8bb8eb9a8_0_366"/>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2800">
                <a:solidFill>
                  <a:srgbClr val="000000"/>
                </a:solidFill>
                <a:latin typeface="Arial"/>
                <a:ea typeface="Arial"/>
                <a:cs typeface="Arial"/>
                <a:sym typeface="Arial"/>
              </a:rPr>
              <a:t>Objetivos del Proyecto</a:t>
            </a:r>
            <a:endParaRPr/>
          </a:p>
        </p:txBody>
      </p:sp>
      <p:sp>
        <p:nvSpPr>
          <p:cNvPr id="187" name="Google Shape;187;g3f8bb8eb9a8_0_366"/>
          <p:cNvSpPr txBox="1"/>
          <p:nvPr/>
        </p:nvSpPr>
        <p:spPr>
          <a:xfrm>
            <a:off x="1118400" y="1210850"/>
            <a:ext cx="10113600" cy="554100"/>
          </a:xfrm>
          <a:prstGeom prst="rect">
            <a:avLst/>
          </a:prstGeom>
          <a:noFill/>
          <a:ln cap="flat" cmpd="sng" w="19050">
            <a:solidFill>
              <a:srgbClr val="0D5CDF"/>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ES" sz="1200">
                <a:solidFill>
                  <a:srgbClr val="4472C4"/>
                </a:solidFill>
              </a:rPr>
              <a:t>Desarrollar </a:t>
            </a:r>
            <a:r>
              <a:rPr lang="es-ES" sz="1200"/>
              <a:t>un </a:t>
            </a:r>
            <a:r>
              <a:rPr b="1" lang="es-ES" sz="1200">
                <a:solidFill>
                  <a:srgbClr val="4472C4"/>
                </a:solidFill>
              </a:rPr>
              <a:t>prototipo </a:t>
            </a:r>
            <a:r>
              <a:rPr lang="es-ES" sz="1200"/>
              <a:t>de </a:t>
            </a:r>
            <a:r>
              <a:rPr b="1" lang="es-ES" sz="1200">
                <a:solidFill>
                  <a:srgbClr val="4472C4"/>
                </a:solidFill>
              </a:rPr>
              <a:t>automatización </a:t>
            </a:r>
            <a:r>
              <a:rPr lang="es-ES" sz="1200"/>
              <a:t>en</a:t>
            </a:r>
            <a:r>
              <a:rPr lang="es-ES" sz="1200"/>
              <a:t> Blue Prism</a:t>
            </a:r>
            <a:r>
              <a:rPr lang="es-ES" sz="1200"/>
              <a:t> para la gestión de </a:t>
            </a:r>
            <a:r>
              <a:rPr b="1" lang="es-ES" sz="1200">
                <a:solidFill>
                  <a:srgbClr val="4472C4"/>
                </a:solidFill>
              </a:rPr>
              <a:t>solicitudes académicas de renuncia</a:t>
            </a:r>
            <a:r>
              <a:rPr lang="es-ES" sz="1200">
                <a:solidFill>
                  <a:srgbClr val="4472C4"/>
                </a:solidFill>
              </a:rPr>
              <a:t> </a:t>
            </a:r>
            <a:r>
              <a:rPr lang="es-ES" sz="1200"/>
              <a:t>en la Escuela de Informática Duoc UC, reduciendo la carga administrativa y validando su escalabilidad institucional. </a:t>
            </a:r>
            <a:endParaRPr sz="1200"/>
          </a:p>
        </p:txBody>
      </p:sp>
      <p:grpSp>
        <p:nvGrpSpPr>
          <p:cNvPr id="188" name="Google Shape;188;g3f8bb8eb9a8_0_366"/>
          <p:cNvGrpSpPr/>
          <p:nvPr/>
        </p:nvGrpSpPr>
        <p:grpSpPr>
          <a:xfrm>
            <a:off x="3658400" y="1872637"/>
            <a:ext cx="2493709" cy="4172195"/>
            <a:chOff x="1118240" y="283725"/>
            <a:chExt cx="2090810" cy="4076400"/>
          </a:xfrm>
        </p:grpSpPr>
        <p:sp>
          <p:nvSpPr>
            <p:cNvPr id="189" name="Google Shape;189;g3f8bb8eb9a8_0_366"/>
            <p:cNvSpPr/>
            <p:nvPr/>
          </p:nvSpPr>
          <p:spPr>
            <a:xfrm>
              <a:off x="1178650" y="283725"/>
              <a:ext cx="2030400" cy="4076400"/>
            </a:xfrm>
            <a:prstGeom prst="rect">
              <a:avLst/>
            </a:prstGeom>
            <a:solidFill>
              <a:srgbClr val="0C57D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 name="Google Shape;190;g3f8bb8eb9a8_0_366"/>
            <p:cNvSpPr/>
            <p:nvPr/>
          </p:nvSpPr>
          <p:spPr>
            <a:xfrm>
              <a:off x="1118240" y="341750"/>
              <a:ext cx="2030400" cy="2067300"/>
            </a:xfrm>
            <a:prstGeom prst="rect">
              <a:avLst/>
            </a:prstGeom>
            <a:solidFill>
              <a:srgbClr val="FFFFFF"/>
            </a:solidFill>
            <a:ln cap="flat" cmpd="sng" w="25400">
              <a:solidFill>
                <a:srgbClr val="0D5CD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 name="Google Shape;191;g3f8bb8eb9a8_0_366"/>
            <p:cNvSpPr/>
            <p:nvPr/>
          </p:nvSpPr>
          <p:spPr>
            <a:xfrm>
              <a:off x="1129097" y="1451374"/>
              <a:ext cx="2005800" cy="608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s-ES" sz="1600">
                  <a:solidFill>
                    <a:srgbClr val="E69138"/>
                  </a:solidFill>
                  <a:latin typeface="Roboto Medium"/>
                  <a:ea typeface="Roboto Medium"/>
                  <a:cs typeface="Roboto Medium"/>
                  <a:sym typeface="Roboto Medium"/>
                </a:rPr>
                <a:t>Diseño y Factibilidad </a:t>
              </a:r>
              <a:endParaRPr sz="1600">
                <a:solidFill>
                  <a:srgbClr val="E69138"/>
                </a:solidFill>
                <a:latin typeface="Roboto Medium"/>
                <a:ea typeface="Roboto Medium"/>
                <a:cs typeface="Roboto Medium"/>
                <a:sym typeface="Roboto Medium"/>
              </a:endParaRPr>
            </a:p>
          </p:txBody>
        </p:sp>
        <p:sp>
          <p:nvSpPr>
            <p:cNvPr id="192" name="Google Shape;192;g3f8bb8eb9a8_0_366"/>
            <p:cNvSpPr/>
            <p:nvPr/>
          </p:nvSpPr>
          <p:spPr>
            <a:xfrm>
              <a:off x="1233850" y="470600"/>
              <a:ext cx="1815000" cy="675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s-ES" sz="5000">
                  <a:solidFill>
                    <a:srgbClr val="1F497D"/>
                  </a:solidFill>
                  <a:latin typeface="Roboto"/>
                  <a:ea typeface="Roboto"/>
                  <a:cs typeface="Roboto"/>
                  <a:sym typeface="Roboto"/>
                </a:rPr>
                <a:t>Fase 2</a:t>
              </a:r>
              <a:r>
                <a:rPr b="1" lang="es-ES" sz="5000">
                  <a:solidFill>
                    <a:srgbClr val="0D5CDF"/>
                  </a:solidFill>
                  <a:latin typeface="Roboto"/>
                  <a:ea typeface="Roboto"/>
                  <a:cs typeface="Roboto"/>
                  <a:sym typeface="Roboto"/>
                </a:rPr>
                <a:t> </a:t>
              </a:r>
              <a:endParaRPr sz="5000">
                <a:solidFill>
                  <a:srgbClr val="0D5CDF"/>
                </a:solidFill>
                <a:latin typeface="Roboto Thin"/>
                <a:ea typeface="Roboto Thin"/>
                <a:cs typeface="Roboto Thin"/>
                <a:sym typeface="Roboto Thin"/>
              </a:endParaRPr>
            </a:p>
          </p:txBody>
        </p:sp>
        <p:sp>
          <p:nvSpPr>
            <p:cNvPr id="193" name="Google Shape;193;g3f8bb8eb9a8_0_366"/>
            <p:cNvSpPr/>
            <p:nvPr/>
          </p:nvSpPr>
          <p:spPr>
            <a:xfrm rot="5400000">
              <a:off x="1938871" y="2437213"/>
              <a:ext cx="389100" cy="278100"/>
            </a:xfrm>
            <a:prstGeom prst="rightArrow">
              <a:avLst>
                <a:gd fmla="val 34239" name="adj1"/>
                <a:gd fmla="val 57035" name="adj2"/>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4" name="Google Shape;194;g3f8bb8eb9a8_0_366"/>
            <p:cNvSpPr/>
            <p:nvPr/>
          </p:nvSpPr>
          <p:spPr>
            <a:xfrm>
              <a:off x="1118297" y="2723193"/>
              <a:ext cx="2030400" cy="1085400"/>
            </a:xfrm>
            <a:prstGeom prst="rect">
              <a:avLst/>
            </a:prstGeom>
            <a:noFill/>
            <a:ln>
              <a:noFill/>
            </a:ln>
          </p:spPr>
          <p:txBody>
            <a:bodyPr anchorCtr="0" anchor="t" bIns="121900" lIns="121900" spcFirstLastPara="1" rIns="121900" wrap="square" tIns="121900">
              <a:noAutofit/>
            </a:bodyPr>
            <a:lstStyle/>
            <a:p>
              <a:pPr indent="-249851" lvl="0" marL="360001" rtl="0" algn="l">
                <a:lnSpc>
                  <a:spcPct val="115000"/>
                </a:lnSpc>
                <a:spcBef>
                  <a:spcPts val="0"/>
                </a:spcBef>
                <a:spcAft>
                  <a:spcPts val="0"/>
                </a:spcAft>
                <a:buClr>
                  <a:srgbClr val="FFFFFF"/>
                </a:buClr>
                <a:buSzPts val="1100"/>
                <a:buFont typeface="Roboto"/>
                <a:buChar char="●"/>
              </a:pPr>
              <a:r>
                <a:rPr lang="es-ES" sz="1100">
                  <a:solidFill>
                    <a:srgbClr val="FFFFFF"/>
                  </a:solidFill>
                  <a:latin typeface="Roboto"/>
                  <a:ea typeface="Roboto"/>
                  <a:cs typeface="Roboto"/>
                  <a:sym typeface="Roboto"/>
                </a:rPr>
                <a:t>Determinar la </a:t>
              </a:r>
              <a:r>
                <a:rPr b="1" lang="es-ES" sz="1100">
                  <a:solidFill>
                    <a:srgbClr val="FF9900"/>
                  </a:solidFill>
                  <a:latin typeface="Roboto"/>
                  <a:ea typeface="Roboto"/>
                  <a:cs typeface="Roboto"/>
                  <a:sym typeface="Roboto"/>
                </a:rPr>
                <a:t>factibilidad </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lang="es-ES" sz="1100">
                  <a:solidFill>
                    <a:srgbClr val="FFFFFF"/>
                  </a:solidFill>
                  <a:latin typeface="Roboto"/>
                  <a:ea typeface="Roboto"/>
                  <a:cs typeface="Roboto"/>
                  <a:sym typeface="Roboto"/>
                </a:rPr>
                <a:t>Realizar  </a:t>
              </a:r>
              <a:r>
                <a:rPr b="1" lang="es-ES" sz="1100">
                  <a:solidFill>
                    <a:srgbClr val="FF9900"/>
                  </a:solidFill>
                  <a:latin typeface="Roboto"/>
                  <a:ea typeface="Roboto"/>
                  <a:cs typeface="Roboto"/>
                  <a:sym typeface="Roboto"/>
                </a:rPr>
                <a:t>evaluaciones de análisis estratégico</a:t>
              </a:r>
              <a:r>
                <a:rPr b="1" lang="es-ES" sz="1100">
                  <a:solidFill>
                    <a:srgbClr val="FFFFFF"/>
                  </a:solidFill>
                  <a:latin typeface="Roboto"/>
                  <a:ea typeface="Roboto"/>
                  <a:cs typeface="Roboto"/>
                  <a:sym typeface="Roboto"/>
                </a:rPr>
                <a:t>.</a:t>
              </a:r>
              <a:endParaRPr sz="1100">
                <a:solidFill>
                  <a:srgbClr val="FFFFFF"/>
                </a:solidFill>
                <a:latin typeface="Roboto"/>
                <a:ea typeface="Roboto"/>
                <a:cs typeface="Roboto"/>
                <a:sym typeface="Roboto"/>
              </a:endParaRPr>
            </a:p>
          </p:txBody>
        </p:sp>
      </p:grpSp>
      <p:grpSp>
        <p:nvGrpSpPr>
          <p:cNvPr id="195" name="Google Shape;195;g3f8bb8eb9a8_0_366"/>
          <p:cNvGrpSpPr/>
          <p:nvPr/>
        </p:nvGrpSpPr>
        <p:grpSpPr>
          <a:xfrm>
            <a:off x="6198400" y="1872637"/>
            <a:ext cx="2493724" cy="4172195"/>
            <a:chOff x="1118227" y="283725"/>
            <a:chExt cx="2090823" cy="4076400"/>
          </a:xfrm>
        </p:grpSpPr>
        <p:sp>
          <p:nvSpPr>
            <p:cNvPr id="196" name="Google Shape;196;g3f8bb8eb9a8_0_366"/>
            <p:cNvSpPr/>
            <p:nvPr/>
          </p:nvSpPr>
          <p:spPr>
            <a:xfrm>
              <a:off x="1178650" y="283725"/>
              <a:ext cx="2030400" cy="4076400"/>
            </a:xfrm>
            <a:prstGeom prst="rect">
              <a:avLst/>
            </a:prstGeom>
            <a:solidFill>
              <a:srgbClr val="0C57D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 name="Google Shape;197;g3f8bb8eb9a8_0_366"/>
            <p:cNvSpPr/>
            <p:nvPr/>
          </p:nvSpPr>
          <p:spPr>
            <a:xfrm>
              <a:off x="1118227" y="341751"/>
              <a:ext cx="2030400" cy="2073000"/>
            </a:xfrm>
            <a:prstGeom prst="rect">
              <a:avLst/>
            </a:prstGeom>
            <a:solidFill>
              <a:srgbClr val="FFFFFF"/>
            </a:solidFill>
            <a:ln cap="flat" cmpd="sng" w="25400">
              <a:solidFill>
                <a:srgbClr val="0D5CD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 name="Google Shape;198;g3f8bb8eb9a8_0_366"/>
            <p:cNvSpPr/>
            <p:nvPr/>
          </p:nvSpPr>
          <p:spPr>
            <a:xfrm>
              <a:off x="1129064" y="1442776"/>
              <a:ext cx="2005800" cy="6081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s-ES" sz="1600">
                  <a:solidFill>
                    <a:srgbClr val="E69138"/>
                  </a:solidFill>
                  <a:latin typeface="Roboto Medium"/>
                  <a:ea typeface="Roboto Medium"/>
                  <a:cs typeface="Roboto Medium"/>
                  <a:sym typeface="Roboto Medium"/>
                </a:rPr>
                <a:t>Desarrollo del Robot (RPA) </a:t>
              </a:r>
              <a:endParaRPr sz="1600">
                <a:solidFill>
                  <a:srgbClr val="E69138"/>
                </a:solidFill>
                <a:latin typeface="Roboto Medium"/>
                <a:ea typeface="Roboto Medium"/>
                <a:cs typeface="Roboto Medium"/>
                <a:sym typeface="Roboto Medium"/>
              </a:endParaRPr>
            </a:p>
          </p:txBody>
        </p:sp>
        <p:sp>
          <p:nvSpPr>
            <p:cNvPr id="199" name="Google Shape;199;g3f8bb8eb9a8_0_366"/>
            <p:cNvSpPr/>
            <p:nvPr/>
          </p:nvSpPr>
          <p:spPr>
            <a:xfrm>
              <a:off x="1233850" y="470600"/>
              <a:ext cx="1815000" cy="675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s-ES" sz="5000">
                  <a:solidFill>
                    <a:srgbClr val="1F497D"/>
                  </a:solidFill>
                  <a:latin typeface="Roboto"/>
                  <a:ea typeface="Roboto"/>
                  <a:cs typeface="Roboto"/>
                  <a:sym typeface="Roboto"/>
                </a:rPr>
                <a:t>Fase 3</a:t>
              </a:r>
              <a:endParaRPr sz="5000">
                <a:solidFill>
                  <a:srgbClr val="1F497D"/>
                </a:solidFill>
                <a:latin typeface="Roboto Thin"/>
                <a:ea typeface="Roboto Thin"/>
                <a:cs typeface="Roboto Thin"/>
                <a:sym typeface="Roboto Thin"/>
              </a:endParaRPr>
            </a:p>
          </p:txBody>
        </p:sp>
        <p:sp>
          <p:nvSpPr>
            <p:cNvPr id="200" name="Google Shape;200;g3f8bb8eb9a8_0_366"/>
            <p:cNvSpPr/>
            <p:nvPr/>
          </p:nvSpPr>
          <p:spPr>
            <a:xfrm rot="5400000">
              <a:off x="1938871" y="2403519"/>
              <a:ext cx="389100" cy="278100"/>
            </a:xfrm>
            <a:prstGeom prst="rightArrow">
              <a:avLst>
                <a:gd fmla="val 34239" name="adj1"/>
                <a:gd fmla="val 57035" name="adj2"/>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 name="Google Shape;201;g3f8bb8eb9a8_0_366"/>
            <p:cNvSpPr/>
            <p:nvPr/>
          </p:nvSpPr>
          <p:spPr>
            <a:xfrm>
              <a:off x="1118297" y="2655804"/>
              <a:ext cx="2030400" cy="1085400"/>
            </a:xfrm>
            <a:prstGeom prst="rect">
              <a:avLst/>
            </a:prstGeom>
            <a:noFill/>
            <a:ln>
              <a:noFill/>
            </a:ln>
          </p:spPr>
          <p:txBody>
            <a:bodyPr anchorCtr="0" anchor="t" bIns="121900" lIns="121900" spcFirstLastPara="1" rIns="121900" wrap="square" tIns="121900">
              <a:noAutofit/>
            </a:bodyPr>
            <a:lstStyle/>
            <a:p>
              <a:pPr indent="-249851" lvl="0" marL="360001" rtl="0" algn="l">
                <a:lnSpc>
                  <a:spcPct val="115000"/>
                </a:lnSpc>
                <a:spcBef>
                  <a:spcPts val="0"/>
                </a:spcBef>
                <a:spcAft>
                  <a:spcPts val="0"/>
                </a:spcAft>
                <a:buClr>
                  <a:srgbClr val="FFFFFF"/>
                </a:buClr>
                <a:buSzPts val="1100"/>
                <a:buFont typeface="Roboto"/>
                <a:buChar char="●"/>
              </a:pPr>
              <a:r>
                <a:rPr b="1" lang="es-ES" sz="1100">
                  <a:solidFill>
                    <a:srgbClr val="FF9900"/>
                  </a:solidFill>
                  <a:latin typeface="Roboto"/>
                  <a:ea typeface="Roboto"/>
                  <a:cs typeface="Roboto"/>
                  <a:sym typeface="Roboto"/>
                </a:rPr>
                <a:t>Configurar el entorno</a:t>
              </a:r>
              <a:r>
                <a:rPr lang="es-ES" sz="1100">
                  <a:solidFill>
                    <a:srgbClr val="FF9900"/>
                  </a:solidFill>
                  <a:latin typeface="Roboto"/>
                  <a:ea typeface="Roboto"/>
                  <a:cs typeface="Roboto"/>
                  <a:sym typeface="Roboto"/>
                </a:rPr>
                <a:t>,</a:t>
              </a:r>
              <a:r>
                <a:rPr lang="es-ES" sz="1100">
                  <a:solidFill>
                    <a:srgbClr val="FFFFFF"/>
                  </a:solidFill>
                  <a:latin typeface="Roboto"/>
                  <a:ea typeface="Roboto"/>
                  <a:cs typeface="Roboto"/>
                  <a:sym typeface="Roboto"/>
                </a:rPr>
                <a:t> accesos y credenciales en Blue Prism.</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b="1" lang="es-ES" sz="1100">
                  <a:solidFill>
                    <a:srgbClr val="FF9900"/>
                  </a:solidFill>
                  <a:latin typeface="Roboto"/>
                  <a:ea typeface="Roboto"/>
                  <a:cs typeface="Roboto"/>
                  <a:sym typeface="Roboto"/>
                </a:rPr>
                <a:t>Programar </a:t>
              </a:r>
              <a:r>
                <a:rPr lang="es-ES" sz="1100">
                  <a:solidFill>
                    <a:srgbClr val="FFFFFF"/>
                  </a:solidFill>
                  <a:latin typeface="Roboto"/>
                  <a:ea typeface="Roboto"/>
                  <a:cs typeface="Roboto"/>
                  <a:sym typeface="Roboto"/>
                </a:rPr>
                <a:t>la lógica de solicitudes</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b="1" lang="es-ES" sz="1100">
                  <a:solidFill>
                    <a:srgbClr val="FF9900"/>
                  </a:solidFill>
                  <a:latin typeface="Roboto"/>
                  <a:ea typeface="Roboto"/>
                  <a:cs typeface="Roboto"/>
                  <a:sym typeface="Roboto"/>
                </a:rPr>
                <a:t>Automatizar </a:t>
              </a:r>
              <a:r>
                <a:rPr lang="es-ES" sz="1100">
                  <a:solidFill>
                    <a:srgbClr val="FFFFFF"/>
                  </a:solidFill>
                  <a:latin typeface="Roboto"/>
                  <a:ea typeface="Roboto"/>
                  <a:cs typeface="Roboto"/>
                  <a:sym typeface="Roboto"/>
                </a:rPr>
                <a:t>la extracción de datos y el cierre de solicitudes. </a:t>
              </a:r>
              <a:endParaRPr sz="1100">
                <a:solidFill>
                  <a:srgbClr val="FFFFFF"/>
                </a:solidFill>
                <a:latin typeface="Roboto"/>
                <a:ea typeface="Roboto"/>
                <a:cs typeface="Roboto"/>
                <a:sym typeface="Roboto"/>
              </a:endParaRPr>
            </a:p>
          </p:txBody>
        </p:sp>
      </p:grpSp>
      <p:grpSp>
        <p:nvGrpSpPr>
          <p:cNvPr id="202" name="Google Shape;202;g3f8bb8eb9a8_0_366"/>
          <p:cNvGrpSpPr/>
          <p:nvPr/>
        </p:nvGrpSpPr>
        <p:grpSpPr>
          <a:xfrm>
            <a:off x="8724750" y="1872637"/>
            <a:ext cx="2507375" cy="4172195"/>
            <a:chOff x="1106782" y="283725"/>
            <a:chExt cx="2102268" cy="4076400"/>
          </a:xfrm>
        </p:grpSpPr>
        <p:sp>
          <p:nvSpPr>
            <p:cNvPr id="203" name="Google Shape;203;g3f8bb8eb9a8_0_366"/>
            <p:cNvSpPr/>
            <p:nvPr/>
          </p:nvSpPr>
          <p:spPr>
            <a:xfrm>
              <a:off x="1178650" y="283725"/>
              <a:ext cx="2030400" cy="4076400"/>
            </a:xfrm>
            <a:prstGeom prst="rect">
              <a:avLst/>
            </a:prstGeom>
            <a:solidFill>
              <a:srgbClr val="0C57D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 name="Google Shape;204;g3f8bb8eb9a8_0_366"/>
            <p:cNvSpPr/>
            <p:nvPr/>
          </p:nvSpPr>
          <p:spPr>
            <a:xfrm>
              <a:off x="1118227" y="341751"/>
              <a:ext cx="2030400" cy="2067300"/>
            </a:xfrm>
            <a:prstGeom prst="rect">
              <a:avLst/>
            </a:prstGeom>
            <a:solidFill>
              <a:srgbClr val="FFFFFF"/>
            </a:solidFill>
            <a:ln cap="flat" cmpd="sng" w="25400">
              <a:solidFill>
                <a:srgbClr val="0D5CD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 name="Google Shape;205;g3f8bb8eb9a8_0_366"/>
            <p:cNvSpPr/>
            <p:nvPr/>
          </p:nvSpPr>
          <p:spPr>
            <a:xfrm>
              <a:off x="1106782" y="1434935"/>
              <a:ext cx="2030400" cy="608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None/>
              </a:pPr>
              <a:r>
                <a:rPr lang="es-ES" sz="1600">
                  <a:solidFill>
                    <a:srgbClr val="E69138"/>
                  </a:solidFill>
                  <a:latin typeface="Roboto Medium"/>
                  <a:ea typeface="Roboto Medium"/>
                  <a:cs typeface="Roboto Medium"/>
                  <a:sym typeface="Roboto Medium"/>
                </a:rPr>
                <a:t>Control, Errores y Cierre</a:t>
              </a:r>
              <a:r>
                <a:rPr lang="es-ES" sz="1100">
                  <a:solidFill>
                    <a:srgbClr val="E69138"/>
                  </a:solidFill>
                </a:rPr>
                <a:t> </a:t>
              </a:r>
              <a:endParaRPr sz="1600">
                <a:solidFill>
                  <a:srgbClr val="E69138"/>
                </a:solidFill>
                <a:latin typeface="Roboto Medium"/>
                <a:ea typeface="Roboto Medium"/>
                <a:cs typeface="Roboto Medium"/>
                <a:sym typeface="Roboto Medium"/>
              </a:endParaRPr>
            </a:p>
          </p:txBody>
        </p:sp>
        <p:sp>
          <p:nvSpPr>
            <p:cNvPr id="206" name="Google Shape;206;g3f8bb8eb9a8_0_366"/>
            <p:cNvSpPr/>
            <p:nvPr/>
          </p:nvSpPr>
          <p:spPr>
            <a:xfrm>
              <a:off x="1233850" y="470600"/>
              <a:ext cx="1815000" cy="675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s-ES" sz="5000">
                  <a:solidFill>
                    <a:srgbClr val="1F497D"/>
                  </a:solidFill>
                  <a:latin typeface="Roboto"/>
                  <a:ea typeface="Roboto"/>
                  <a:cs typeface="Roboto"/>
                  <a:sym typeface="Roboto"/>
                </a:rPr>
                <a:t>Fase 4</a:t>
              </a:r>
              <a:endParaRPr sz="5000">
                <a:solidFill>
                  <a:srgbClr val="1F497D"/>
                </a:solidFill>
                <a:latin typeface="Roboto Thin"/>
                <a:ea typeface="Roboto Thin"/>
                <a:cs typeface="Roboto Thin"/>
                <a:sym typeface="Roboto Thin"/>
              </a:endParaRPr>
            </a:p>
          </p:txBody>
        </p:sp>
        <p:sp>
          <p:nvSpPr>
            <p:cNvPr id="207" name="Google Shape;207;g3f8bb8eb9a8_0_366"/>
            <p:cNvSpPr/>
            <p:nvPr/>
          </p:nvSpPr>
          <p:spPr>
            <a:xfrm rot="5400000">
              <a:off x="1938871" y="2425982"/>
              <a:ext cx="389100" cy="278100"/>
            </a:xfrm>
            <a:prstGeom prst="rightArrow">
              <a:avLst>
                <a:gd fmla="val 34239" name="adj1"/>
                <a:gd fmla="val 57035" name="adj2"/>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8" name="Google Shape;208;g3f8bb8eb9a8_0_366"/>
            <p:cNvSpPr/>
            <p:nvPr/>
          </p:nvSpPr>
          <p:spPr>
            <a:xfrm>
              <a:off x="1118297" y="2453636"/>
              <a:ext cx="2030400" cy="1085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lang="es-ES" sz="1100">
                  <a:solidFill>
                    <a:srgbClr val="FFFFFF"/>
                  </a:solidFill>
                  <a:latin typeface="Roboto"/>
                  <a:ea typeface="Roboto"/>
                  <a:cs typeface="Roboto"/>
                  <a:sym typeface="Roboto"/>
                </a:rPr>
                <a:t>Construir rutinas de </a:t>
              </a:r>
              <a:r>
                <a:rPr b="1" lang="es-ES" sz="1100">
                  <a:solidFill>
                    <a:srgbClr val="FF9900"/>
                  </a:solidFill>
                  <a:latin typeface="Roboto"/>
                  <a:ea typeface="Roboto"/>
                  <a:cs typeface="Roboto"/>
                  <a:sym typeface="Roboto"/>
                </a:rPr>
                <a:t>validación </a:t>
              </a:r>
              <a:r>
                <a:rPr lang="es-ES" sz="1100">
                  <a:solidFill>
                    <a:srgbClr val="FFFFFF"/>
                  </a:solidFill>
                  <a:latin typeface="Roboto"/>
                  <a:ea typeface="Roboto"/>
                  <a:cs typeface="Roboto"/>
                  <a:sym typeface="Roboto"/>
                </a:rPr>
                <a:t>y evidencias.</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lang="es-ES" sz="1100">
                  <a:solidFill>
                    <a:srgbClr val="FFFFFF"/>
                  </a:solidFill>
                  <a:latin typeface="Roboto"/>
                  <a:ea typeface="Roboto"/>
                  <a:cs typeface="Roboto"/>
                  <a:sym typeface="Roboto"/>
                </a:rPr>
                <a:t>Definir la gestión de </a:t>
              </a:r>
              <a:r>
                <a:rPr b="1" lang="es-ES" sz="1100">
                  <a:solidFill>
                    <a:srgbClr val="FF9900"/>
                  </a:solidFill>
                  <a:latin typeface="Roboto"/>
                  <a:ea typeface="Roboto"/>
                  <a:cs typeface="Roboto"/>
                  <a:sym typeface="Roboto"/>
                </a:rPr>
                <a:t>excepciones </a:t>
              </a:r>
              <a:r>
                <a:rPr lang="es-ES" sz="1100">
                  <a:solidFill>
                    <a:srgbClr val="FFFFFF"/>
                  </a:solidFill>
                  <a:latin typeface="Roboto"/>
                  <a:ea typeface="Roboto"/>
                  <a:cs typeface="Roboto"/>
                  <a:sym typeface="Roboto"/>
                </a:rPr>
                <a:t>y alertas.</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lang="es-ES" sz="1100">
                  <a:solidFill>
                    <a:srgbClr val="FFFFFF"/>
                  </a:solidFill>
                  <a:latin typeface="Roboto"/>
                  <a:ea typeface="Roboto"/>
                  <a:cs typeface="Roboto"/>
                  <a:sym typeface="Roboto"/>
                </a:rPr>
                <a:t>Estructurar reportabilidad. </a:t>
              </a:r>
              <a:endParaRPr sz="1100">
                <a:solidFill>
                  <a:srgbClr val="FFFFFF"/>
                </a:solidFill>
                <a:latin typeface="Roboto"/>
                <a:ea typeface="Roboto"/>
                <a:cs typeface="Roboto"/>
                <a:sym typeface="Roboto"/>
              </a:endParaRPr>
            </a:p>
          </p:txBody>
        </p:sp>
      </p:grpSp>
      <p:grpSp>
        <p:nvGrpSpPr>
          <p:cNvPr id="209" name="Google Shape;209;g3f8bb8eb9a8_0_366"/>
          <p:cNvGrpSpPr/>
          <p:nvPr/>
        </p:nvGrpSpPr>
        <p:grpSpPr>
          <a:xfrm>
            <a:off x="1118400" y="1872658"/>
            <a:ext cx="2493719" cy="4172195"/>
            <a:chOff x="1118231" y="283725"/>
            <a:chExt cx="2090819" cy="4076400"/>
          </a:xfrm>
        </p:grpSpPr>
        <p:sp>
          <p:nvSpPr>
            <p:cNvPr id="210" name="Google Shape;210;g3f8bb8eb9a8_0_366"/>
            <p:cNvSpPr/>
            <p:nvPr/>
          </p:nvSpPr>
          <p:spPr>
            <a:xfrm>
              <a:off x="1178650" y="283725"/>
              <a:ext cx="2030400" cy="4076400"/>
            </a:xfrm>
            <a:prstGeom prst="rect">
              <a:avLst/>
            </a:prstGeom>
            <a:solidFill>
              <a:srgbClr val="0C57D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g3f8bb8eb9a8_0_366"/>
            <p:cNvSpPr/>
            <p:nvPr/>
          </p:nvSpPr>
          <p:spPr>
            <a:xfrm>
              <a:off x="1233923" y="1225061"/>
              <a:ext cx="1815000" cy="608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None/>
              </a:pPr>
              <a:r>
                <a:rPr lang="es-ES" sz="1600">
                  <a:solidFill>
                    <a:srgbClr val="0D5CDF"/>
                  </a:solidFill>
                  <a:latin typeface="Roboto Medium"/>
                  <a:ea typeface="Roboto Medium"/>
                  <a:cs typeface="Roboto Medium"/>
                  <a:sym typeface="Roboto Medium"/>
                </a:rPr>
                <a:t>Levantamiento y Requerimientos</a:t>
              </a:r>
              <a:endParaRPr sz="1600">
                <a:solidFill>
                  <a:srgbClr val="0D5CDF"/>
                </a:solidFill>
                <a:latin typeface="Roboto Medium"/>
                <a:ea typeface="Roboto Medium"/>
                <a:cs typeface="Roboto Medium"/>
                <a:sym typeface="Roboto Medium"/>
              </a:endParaRPr>
            </a:p>
          </p:txBody>
        </p:sp>
        <p:sp>
          <p:nvSpPr>
            <p:cNvPr id="212" name="Google Shape;212;g3f8bb8eb9a8_0_366"/>
            <p:cNvSpPr/>
            <p:nvPr/>
          </p:nvSpPr>
          <p:spPr>
            <a:xfrm>
              <a:off x="1233850" y="470600"/>
              <a:ext cx="1815000" cy="675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s-ES" sz="5300">
                  <a:solidFill>
                    <a:srgbClr val="0D5CDF"/>
                  </a:solidFill>
                  <a:latin typeface="Roboto"/>
                  <a:ea typeface="Roboto"/>
                  <a:cs typeface="Roboto"/>
                  <a:sym typeface="Roboto"/>
                </a:rPr>
                <a:t>FASE 1</a:t>
              </a:r>
              <a:endParaRPr sz="5300">
                <a:solidFill>
                  <a:srgbClr val="0D5CDF"/>
                </a:solidFill>
                <a:latin typeface="Roboto Thin"/>
                <a:ea typeface="Roboto Thin"/>
                <a:cs typeface="Roboto Thin"/>
                <a:sym typeface="Roboto Thin"/>
              </a:endParaRPr>
            </a:p>
          </p:txBody>
        </p:sp>
        <p:sp>
          <p:nvSpPr>
            <p:cNvPr id="213" name="Google Shape;213;g3f8bb8eb9a8_0_366"/>
            <p:cNvSpPr/>
            <p:nvPr/>
          </p:nvSpPr>
          <p:spPr>
            <a:xfrm rot="5400000">
              <a:off x="1938871" y="2392287"/>
              <a:ext cx="389100" cy="278100"/>
            </a:xfrm>
            <a:prstGeom prst="rightArrow">
              <a:avLst>
                <a:gd fmla="val 34239" name="adj1"/>
                <a:gd fmla="val 57035" name="adj2"/>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g3f8bb8eb9a8_0_366"/>
            <p:cNvSpPr/>
            <p:nvPr/>
          </p:nvSpPr>
          <p:spPr>
            <a:xfrm>
              <a:off x="1118297" y="2689499"/>
              <a:ext cx="2030400" cy="1085400"/>
            </a:xfrm>
            <a:prstGeom prst="rect">
              <a:avLst/>
            </a:prstGeom>
            <a:noFill/>
            <a:ln>
              <a:noFill/>
            </a:ln>
          </p:spPr>
          <p:txBody>
            <a:bodyPr anchorCtr="0" anchor="t" bIns="121900" lIns="121900" spcFirstLastPara="1" rIns="121900" wrap="square" tIns="121900">
              <a:noAutofit/>
            </a:bodyPr>
            <a:lstStyle/>
            <a:p>
              <a:pPr indent="-249851" lvl="0" marL="360001" rtl="0" algn="l">
                <a:lnSpc>
                  <a:spcPct val="115000"/>
                </a:lnSpc>
                <a:spcBef>
                  <a:spcPts val="0"/>
                </a:spcBef>
                <a:spcAft>
                  <a:spcPts val="0"/>
                </a:spcAft>
                <a:buClr>
                  <a:srgbClr val="FFFFFF"/>
                </a:buClr>
                <a:buSzPts val="1100"/>
                <a:buFont typeface="Roboto"/>
                <a:buChar char="●"/>
              </a:pPr>
              <a:r>
                <a:rPr lang="es-ES" sz="1100">
                  <a:solidFill>
                    <a:schemeClr val="lt1"/>
                  </a:solidFill>
                  <a:latin typeface="Roboto"/>
                  <a:ea typeface="Roboto"/>
                  <a:cs typeface="Roboto"/>
                  <a:sym typeface="Roboto"/>
                </a:rPr>
                <a:t>Identificar </a:t>
              </a:r>
              <a:r>
                <a:rPr b="1" lang="es-ES" sz="1100">
                  <a:solidFill>
                    <a:srgbClr val="FF9900"/>
                  </a:solidFill>
                  <a:latin typeface="Roboto"/>
                  <a:ea typeface="Roboto"/>
                  <a:cs typeface="Roboto"/>
                  <a:sym typeface="Roboto"/>
                </a:rPr>
                <a:t>interesados </a:t>
              </a:r>
              <a:r>
                <a:rPr lang="es-ES" sz="1100">
                  <a:solidFill>
                    <a:srgbClr val="FFFFFF"/>
                  </a:solidFill>
                  <a:latin typeface="Roboto"/>
                  <a:ea typeface="Roboto"/>
                  <a:cs typeface="Roboto"/>
                  <a:sym typeface="Roboto"/>
                </a:rPr>
                <a:t>y </a:t>
              </a:r>
              <a:r>
                <a:rPr b="1" lang="es-ES" sz="1100">
                  <a:solidFill>
                    <a:srgbClr val="FF9900"/>
                  </a:solidFill>
                  <a:latin typeface="Roboto"/>
                  <a:ea typeface="Roboto"/>
                  <a:cs typeface="Roboto"/>
                  <a:sym typeface="Roboto"/>
                </a:rPr>
                <a:t>antecedentes </a:t>
              </a:r>
              <a:r>
                <a:rPr lang="es-ES" sz="1100">
                  <a:solidFill>
                    <a:srgbClr val="FFFFFF"/>
                  </a:solidFill>
                  <a:latin typeface="Roboto"/>
                  <a:ea typeface="Roboto"/>
                  <a:cs typeface="Roboto"/>
                  <a:sym typeface="Roboto"/>
                </a:rPr>
                <a:t>clave.</a:t>
              </a:r>
              <a:endParaRPr sz="1100">
                <a:solidFill>
                  <a:srgbClr val="FFFFFF"/>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lang="es-ES" sz="1100">
                  <a:solidFill>
                    <a:schemeClr val="lt1"/>
                  </a:solidFill>
                  <a:latin typeface="Roboto"/>
                  <a:ea typeface="Roboto"/>
                  <a:cs typeface="Roboto"/>
                  <a:sym typeface="Roboto"/>
                </a:rPr>
                <a:t>Definir </a:t>
              </a:r>
              <a:r>
                <a:rPr b="1" lang="es-ES" sz="1100">
                  <a:solidFill>
                    <a:srgbClr val="FF9900"/>
                  </a:solidFill>
                  <a:latin typeface="Roboto"/>
                  <a:ea typeface="Roboto"/>
                  <a:cs typeface="Roboto"/>
                  <a:sym typeface="Roboto"/>
                </a:rPr>
                <a:t>requerimientos</a:t>
              </a:r>
              <a:endParaRPr sz="1100">
                <a:solidFill>
                  <a:srgbClr val="FF9900"/>
                </a:solidFill>
                <a:latin typeface="Roboto"/>
                <a:ea typeface="Roboto"/>
                <a:cs typeface="Roboto"/>
                <a:sym typeface="Roboto"/>
              </a:endParaRPr>
            </a:p>
            <a:p>
              <a:pPr indent="-249851" lvl="0" marL="360001" rtl="0" algn="l">
                <a:lnSpc>
                  <a:spcPct val="115000"/>
                </a:lnSpc>
                <a:spcBef>
                  <a:spcPts val="0"/>
                </a:spcBef>
                <a:spcAft>
                  <a:spcPts val="0"/>
                </a:spcAft>
                <a:buClr>
                  <a:srgbClr val="FFFFFF"/>
                </a:buClr>
                <a:buSzPts val="1100"/>
                <a:buFont typeface="Roboto"/>
                <a:buChar char="●"/>
              </a:pPr>
              <a:r>
                <a:rPr lang="es-ES" sz="1100">
                  <a:solidFill>
                    <a:schemeClr val="lt1"/>
                  </a:solidFill>
                  <a:latin typeface="Roboto"/>
                  <a:ea typeface="Roboto"/>
                  <a:cs typeface="Roboto"/>
                  <a:sym typeface="Roboto"/>
                </a:rPr>
                <a:t>Definir </a:t>
              </a:r>
              <a:r>
                <a:rPr b="1" lang="es-ES" sz="1100">
                  <a:solidFill>
                    <a:srgbClr val="FF9900"/>
                  </a:solidFill>
                  <a:latin typeface="Roboto"/>
                  <a:ea typeface="Roboto"/>
                  <a:cs typeface="Roboto"/>
                  <a:sym typeface="Roboto"/>
                </a:rPr>
                <a:t>metodología </a:t>
              </a:r>
              <a:r>
                <a:rPr lang="es-ES" sz="1100">
                  <a:solidFill>
                    <a:schemeClr val="lt1"/>
                  </a:solidFill>
                  <a:latin typeface="Roboto"/>
                  <a:ea typeface="Roboto"/>
                  <a:cs typeface="Roboto"/>
                  <a:sym typeface="Roboto"/>
                </a:rPr>
                <a:t>y </a:t>
              </a:r>
              <a:r>
                <a:rPr b="1" lang="es-ES" sz="1100">
                  <a:solidFill>
                    <a:srgbClr val="FF9900"/>
                  </a:solidFill>
                  <a:latin typeface="Roboto"/>
                  <a:ea typeface="Roboto"/>
                  <a:cs typeface="Roboto"/>
                  <a:sym typeface="Roboto"/>
                </a:rPr>
                <a:t>herramienta de estrategia y enfoque</a:t>
              </a:r>
              <a:r>
                <a:rPr lang="es-ES" sz="1100">
                  <a:solidFill>
                    <a:srgbClr val="FF9900"/>
                  </a:solidFill>
                  <a:latin typeface="Roboto"/>
                  <a:ea typeface="Roboto"/>
                  <a:cs typeface="Roboto"/>
                  <a:sym typeface="Roboto"/>
                </a:rPr>
                <a:t> </a:t>
              </a:r>
              <a:r>
                <a:rPr lang="es-ES" sz="1100">
                  <a:solidFill>
                    <a:srgbClr val="FFFFFF"/>
                  </a:solidFill>
                  <a:latin typeface="Roboto"/>
                  <a:ea typeface="Roboto"/>
                  <a:cs typeface="Roboto"/>
                  <a:sym typeface="Roboto"/>
                </a:rPr>
                <a:t>de análisis</a:t>
              </a:r>
              <a:endParaRPr sz="1100">
                <a:solidFill>
                  <a:srgbClr val="FFFFFF"/>
                </a:solidFill>
                <a:latin typeface="Roboto"/>
                <a:ea typeface="Roboto"/>
                <a:cs typeface="Roboto"/>
                <a:sym typeface="Roboto"/>
              </a:endParaRPr>
            </a:p>
          </p:txBody>
        </p:sp>
        <p:sp>
          <p:nvSpPr>
            <p:cNvPr id="215" name="Google Shape;215;g3f8bb8eb9a8_0_366"/>
            <p:cNvSpPr/>
            <p:nvPr/>
          </p:nvSpPr>
          <p:spPr>
            <a:xfrm>
              <a:off x="1118231" y="341754"/>
              <a:ext cx="2030400" cy="2073000"/>
            </a:xfrm>
            <a:prstGeom prst="rect">
              <a:avLst/>
            </a:prstGeom>
            <a:solidFill>
              <a:srgbClr val="FFFFFF"/>
            </a:solidFill>
            <a:ln cap="flat" cmpd="sng" w="25400">
              <a:solidFill>
                <a:srgbClr val="0D5CDF"/>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16" name="Google Shape;216;g3f8bb8eb9a8_0_366"/>
          <p:cNvSpPr/>
          <p:nvPr/>
        </p:nvSpPr>
        <p:spPr>
          <a:xfrm>
            <a:off x="1178575" y="2079300"/>
            <a:ext cx="2316300" cy="8193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s-ES" sz="5000">
                <a:solidFill>
                  <a:srgbClr val="1F497D"/>
                </a:solidFill>
                <a:latin typeface="Roboto"/>
                <a:ea typeface="Roboto"/>
                <a:cs typeface="Roboto"/>
                <a:sym typeface="Roboto"/>
              </a:rPr>
              <a:t>Fase 1</a:t>
            </a:r>
            <a:endParaRPr sz="5000">
              <a:solidFill>
                <a:srgbClr val="1F497D"/>
              </a:solidFill>
              <a:latin typeface="Roboto Thin"/>
              <a:ea typeface="Roboto Thin"/>
              <a:cs typeface="Roboto Thin"/>
              <a:sym typeface="Roboto Thin"/>
            </a:endParaRPr>
          </a:p>
        </p:txBody>
      </p:sp>
      <p:sp>
        <p:nvSpPr>
          <p:cNvPr id="217" name="Google Shape;217;g3f8bb8eb9a8_0_366"/>
          <p:cNvSpPr/>
          <p:nvPr/>
        </p:nvSpPr>
        <p:spPr>
          <a:xfrm>
            <a:off x="1118400" y="3059850"/>
            <a:ext cx="2392200" cy="7383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s-ES" sz="1600">
                <a:solidFill>
                  <a:srgbClr val="E69138"/>
                </a:solidFill>
                <a:latin typeface="Roboto Medium"/>
                <a:ea typeface="Roboto Medium"/>
                <a:cs typeface="Roboto Medium"/>
                <a:sym typeface="Roboto Medium"/>
              </a:rPr>
              <a:t>Levantamiento y Requerimientos</a:t>
            </a:r>
            <a:r>
              <a:rPr lang="es-ES" sz="1600">
                <a:solidFill>
                  <a:srgbClr val="1F497D"/>
                </a:solidFill>
                <a:latin typeface="Roboto Medium"/>
                <a:ea typeface="Roboto Medium"/>
                <a:cs typeface="Roboto Medium"/>
                <a:sym typeface="Roboto Medium"/>
              </a:rPr>
              <a:t> </a:t>
            </a:r>
            <a:endParaRPr sz="1600">
              <a:solidFill>
                <a:srgbClr val="1F497D"/>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9"/>
          <p:cNvSpPr txBox="1"/>
          <p:nvPr>
            <p:ph type="title"/>
          </p:nvPr>
        </p:nvSpPr>
        <p:spPr>
          <a:xfrm>
            <a:off x="2936416" y="2749423"/>
            <a:ext cx="5470133" cy="93318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b="1" lang="es-ES" sz="2600">
                <a:solidFill>
                  <a:schemeClr val="lt1"/>
                </a:solidFill>
              </a:rPr>
              <a:t>Descripción General del Proyecto</a:t>
            </a: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f8bb8eb9a8_0_426"/>
          <p:cNvSpPr txBox="1"/>
          <p:nvPr/>
        </p:nvSpPr>
        <p:spPr>
          <a:xfrm>
            <a:off x="204600" y="1150675"/>
            <a:ext cx="11782800" cy="985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600"/>
              </a:spcBef>
              <a:spcAft>
                <a:spcPts val="1600"/>
              </a:spcAft>
              <a:buNone/>
            </a:pPr>
            <a:r>
              <a:rPr lang="es-ES" sz="1300">
                <a:solidFill>
                  <a:srgbClr val="666666"/>
                </a:solidFill>
              </a:rPr>
              <a:t>La directora de la escuela de informática de DUOC UC, gestiona de forma manual un alto volumen de solicitudes académicas. Entre estas, los tickets por renuncia destacan por ser procesos rutinarios de cinco pasos que generan una alta carga administrativa, restando tiempo a la toma de decisiones estratégica de la Dirección.</a:t>
            </a:r>
            <a:endParaRPr sz="1200"/>
          </a:p>
        </p:txBody>
      </p:sp>
      <p:sp>
        <p:nvSpPr>
          <p:cNvPr id="228" name="Google Shape;228;g3f8bb8eb9a8_0_426"/>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Contexto</a:t>
            </a:r>
            <a:endParaRPr/>
          </a:p>
        </p:txBody>
      </p:sp>
      <p:sp>
        <p:nvSpPr>
          <p:cNvPr id="229" name="Google Shape;229;g3f8bb8eb9a8_0_426"/>
          <p:cNvSpPr/>
          <p:nvPr/>
        </p:nvSpPr>
        <p:spPr>
          <a:xfrm>
            <a:off x="0" y="2328401"/>
            <a:ext cx="3282000" cy="4529700"/>
          </a:xfrm>
          <a:prstGeom prst="round1Rect">
            <a:avLst>
              <a:gd fmla="val 28052" name="adj"/>
            </a:avLst>
          </a:prstGeom>
          <a:solidFill>
            <a:srgbClr val="232F4B"/>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30" name="Google Shape;230;g3f8bb8eb9a8_0_426"/>
          <p:cNvSpPr txBox="1"/>
          <p:nvPr/>
        </p:nvSpPr>
        <p:spPr>
          <a:xfrm>
            <a:off x="8081800" y="2534800"/>
            <a:ext cx="2068500" cy="430800"/>
          </a:xfrm>
          <a:prstGeom prst="rect">
            <a:avLst/>
          </a:prstGeom>
          <a:noFill/>
          <a:ln>
            <a:noFill/>
          </a:ln>
        </p:spPr>
        <p:txBody>
          <a:bodyPr anchorCtr="0" anchor="t" bIns="121900" lIns="121900" spcFirstLastPara="1" rIns="121900" wrap="square" tIns="121900">
            <a:spAutoFit/>
          </a:bodyPr>
          <a:lstStyle/>
          <a:p>
            <a:pPr indent="0" lvl="0" marL="0" rtl="0" algn="just">
              <a:lnSpc>
                <a:spcPct val="150000"/>
              </a:lnSpc>
              <a:spcBef>
                <a:spcPts val="1600"/>
              </a:spcBef>
              <a:spcAft>
                <a:spcPts val="1600"/>
              </a:spcAft>
              <a:buNone/>
            </a:pPr>
            <a:r>
              <a:rPr lang="es-ES" sz="1200">
                <a:solidFill>
                  <a:srgbClr val="666666"/>
                </a:solidFill>
              </a:rPr>
              <a:t>Estructura Organizacional</a:t>
            </a:r>
            <a:endParaRPr sz="1200">
              <a:solidFill>
                <a:srgbClr val="666666"/>
              </a:solidFill>
            </a:endParaRPr>
          </a:p>
        </p:txBody>
      </p:sp>
      <p:cxnSp>
        <p:nvCxnSpPr>
          <p:cNvPr id="231" name="Google Shape;231;g3f8bb8eb9a8_0_426"/>
          <p:cNvCxnSpPr>
            <a:stCxn id="232" idx="2"/>
            <a:endCxn id="233" idx="0"/>
          </p:cNvCxnSpPr>
          <p:nvPr/>
        </p:nvCxnSpPr>
        <p:spPr>
          <a:xfrm rot="5400000">
            <a:off x="8633469" y="3863107"/>
            <a:ext cx="490500" cy="520800"/>
          </a:xfrm>
          <a:prstGeom prst="bentConnector3">
            <a:avLst>
              <a:gd fmla="val 50007" name="adj1"/>
            </a:avLst>
          </a:prstGeom>
          <a:noFill/>
          <a:ln cap="flat" cmpd="sng" w="14425">
            <a:solidFill>
              <a:srgbClr val="0C57D3"/>
            </a:solidFill>
            <a:prstDash val="solid"/>
            <a:round/>
            <a:headEnd len="sm" w="sm" type="none"/>
            <a:tailEnd len="sm" w="sm" type="stealth"/>
          </a:ln>
        </p:spPr>
      </p:cxnSp>
      <p:sp>
        <p:nvSpPr>
          <p:cNvPr id="232" name="Google Shape;232;g3f8bb8eb9a8_0_426"/>
          <p:cNvSpPr txBox="1"/>
          <p:nvPr/>
        </p:nvSpPr>
        <p:spPr>
          <a:xfrm>
            <a:off x="8509269" y="3601057"/>
            <a:ext cx="12597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marR="0" rtl="0" algn="ctr">
              <a:lnSpc>
                <a:spcPct val="100000"/>
              </a:lnSpc>
              <a:spcBef>
                <a:spcPts val="0"/>
              </a:spcBef>
              <a:spcAft>
                <a:spcPts val="0"/>
              </a:spcAft>
              <a:buNone/>
            </a:pPr>
            <a:r>
              <a:rPr lang="es-ES" sz="800">
                <a:solidFill>
                  <a:srgbClr val="0C57D3"/>
                </a:solidFill>
                <a:latin typeface="Roboto"/>
                <a:ea typeface="Roboto"/>
                <a:cs typeface="Roboto"/>
                <a:sym typeface="Roboto"/>
              </a:rPr>
              <a:t>DIRECTOR DE SEDE</a:t>
            </a:r>
            <a:endParaRPr sz="800">
              <a:solidFill>
                <a:srgbClr val="0C57D3"/>
              </a:solidFill>
              <a:latin typeface="Roboto"/>
              <a:ea typeface="Roboto"/>
              <a:cs typeface="Roboto"/>
              <a:sym typeface="Roboto"/>
            </a:endParaRPr>
          </a:p>
        </p:txBody>
      </p:sp>
      <p:sp>
        <p:nvSpPr>
          <p:cNvPr id="234" name="Google Shape;234;g3f8bb8eb9a8_0_426"/>
          <p:cNvSpPr txBox="1"/>
          <p:nvPr/>
        </p:nvSpPr>
        <p:spPr>
          <a:xfrm>
            <a:off x="6846615" y="4841839"/>
            <a:ext cx="12576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rtl="0" algn="ctr">
              <a:spcBef>
                <a:spcPts val="0"/>
              </a:spcBef>
              <a:spcAft>
                <a:spcPts val="0"/>
              </a:spcAft>
              <a:buNone/>
            </a:pPr>
            <a:r>
              <a:rPr lang="es-ES" sz="800">
                <a:solidFill>
                  <a:srgbClr val="0C57D3"/>
                </a:solidFill>
                <a:latin typeface="Roboto"/>
                <a:ea typeface="Roboto"/>
                <a:cs typeface="Roboto"/>
                <a:sym typeface="Roboto"/>
              </a:rPr>
              <a:t>DIRECTOR POR ESCUELA</a:t>
            </a:r>
            <a:endParaRPr sz="800">
              <a:solidFill>
                <a:srgbClr val="0C57D3"/>
              </a:solidFill>
              <a:latin typeface="Roboto"/>
              <a:ea typeface="Roboto"/>
              <a:cs typeface="Roboto"/>
              <a:sym typeface="Roboto"/>
            </a:endParaRPr>
          </a:p>
        </p:txBody>
      </p:sp>
      <p:sp>
        <p:nvSpPr>
          <p:cNvPr id="233" name="Google Shape;233;g3f8bb8eb9a8_0_426"/>
          <p:cNvSpPr txBox="1"/>
          <p:nvPr/>
        </p:nvSpPr>
        <p:spPr>
          <a:xfrm>
            <a:off x="7989407" y="4368820"/>
            <a:ext cx="12576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marR="0" rtl="0" algn="ctr">
              <a:lnSpc>
                <a:spcPct val="100000"/>
              </a:lnSpc>
              <a:spcBef>
                <a:spcPts val="0"/>
              </a:spcBef>
              <a:spcAft>
                <a:spcPts val="0"/>
              </a:spcAft>
              <a:buNone/>
            </a:pPr>
            <a:r>
              <a:rPr lang="es-ES" sz="800">
                <a:solidFill>
                  <a:srgbClr val="0C57D3"/>
                </a:solidFill>
                <a:latin typeface="Roboto"/>
                <a:ea typeface="Roboto"/>
                <a:cs typeface="Roboto"/>
                <a:sym typeface="Roboto"/>
              </a:rPr>
              <a:t>SUBDIRECTOR ACADÉMICO </a:t>
            </a:r>
            <a:endParaRPr sz="800">
              <a:solidFill>
                <a:srgbClr val="0C57D3"/>
              </a:solidFill>
              <a:latin typeface="Roboto"/>
              <a:ea typeface="Roboto"/>
              <a:cs typeface="Roboto"/>
              <a:sym typeface="Roboto"/>
            </a:endParaRPr>
          </a:p>
        </p:txBody>
      </p:sp>
      <p:sp>
        <p:nvSpPr>
          <p:cNvPr id="235" name="Google Shape;235;g3f8bb8eb9a8_0_426"/>
          <p:cNvSpPr txBox="1"/>
          <p:nvPr/>
        </p:nvSpPr>
        <p:spPr>
          <a:xfrm>
            <a:off x="8505137" y="3189940"/>
            <a:ext cx="12597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marR="0" rtl="0" algn="ctr">
              <a:lnSpc>
                <a:spcPct val="100000"/>
              </a:lnSpc>
              <a:spcBef>
                <a:spcPts val="0"/>
              </a:spcBef>
              <a:spcAft>
                <a:spcPts val="0"/>
              </a:spcAft>
              <a:buNone/>
            </a:pPr>
            <a:r>
              <a:rPr lang="es-ES" sz="800">
                <a:solidFill>
                  <a:srgbClr val="0C57D3"/>
                </a:solidFill>
                <a:latin typeface="Roboto"/>
                <a:ea typeface="Roboto"/>
                <a:cs typeface="Roboto"/>
                <a:sym typeface="Roboto"/>
              </a:rPr>
              <a:t>RECTOR</a:t>
            </a:r>
            <a:endParaRPr sz="800">
              <a:solidFill>
                <a:srgbClr val="0C57D3"/>
              </a:solidFill>
              <a:latin typeface="Roboto"/>
              <a:ea typeface="Roboto"/>
              <a:cs typeface="Roboto"/>
              <a:sym typeface="Roboto"/>
            </a:endParaRPr>
          </a:p>
        </p:txBody>
      </p:sp>
      <p:sp>
        <p:nvSpPr>
          <p:cNvPr id="236" name="Google Shape;236;g3f8bb8eb9a8_0_426"/>
          <p:cNvSpPr txBox="1"/>
          <p:nvPr/>
        </p:nvSpPr>
        <p:spPr>
          <a:xfrm>
            <a:off x="9448058" y="4368820"/>
            <a:ext cx="12597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marR="0" rtl="0" algn="ctr">
              <a:lnSpc>
                <a:spcPct val="100000"/>
              </a:lnSpc>
              <a:spcBef>
                <a:spcPts val="0"/>
              </a:spcBef>
              <a:spcAft>
                <a:spcPts val="0"/>
              </a:spcAft>
              <a:buNone/>
            </a:pPr>
            <a:r>
              <a:rPr lang="es-ES" sz="800">
                <a:solidFill>
                  <a:srgbClr val="0C57D3"/>
                </a:solidFill>
                <a:latin typeface="Roboto"/>
                <a:ea typeface="Roboto"/>
                <a:cs typeface="Roboto"/>
                <a:sym typeface="Roboto"/>
              </a:rPr>
              <a:t>SUBDIRECTOR DE GESTIÓN</a:t>
            </a:r>
            <a:endParaRPr sz="800">
              <a:solidFill>
                <a:srgbClr val="0C57D3"/>
              </a:solidFill>
              <a:latin typeface="Roboto"/>
              <a:ea typeface="Roboto"/>
              <a:cs typeface="Roboto"/>
              <a:sym typeface="Roboto"/>
            </a:endParaRPr>
          </a:p>
        </p:txBody>
      </p:sp>
      <p:sp>
        <p:nvSpPr>
          <p:cNvPr id="237" name="Google Shape;237;g3f8bb8eb9a8_0_426"/>
          <p:cNvSpPr txBox="1"/>
          <p:nvPr/>
        </p:nvSpPr>
        <p:spPr>
          <a:xfrm>
            <a:off x="9448058" y="4815268"/>
            <a:ext cx="12597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marR="0" rtl="0" algn="ctr">
              <a:lnSpc>
                <a:spcPct val="100000"/>
              </a:lnSpc>
              <a:spcBef>
                <a:spcPts val="0"/>
              </a:spcBef>
              <a:spcAft>
                <a:spcPts val="0"/>
              </a:spcAft>
              <a:buNone/>
            </a:pPr>
            <a:r>
              <a:rPr lang="es-ES" sz="800">
                <a:solidFill>
                  <a:srgbClr val="0C57D3"/>
                </a:solidFill>
                <a:latin typeface="Roboto"/>
                <a:ea typeface="Roboto"/>
                <a:cs typeface="Roboto"/>
                <a:sym typeface="Roboto"/>
              </a:rPr>
              <a:t>EQUIPO DE FINANCIAMIENTO </a:t>
            </a:r>
            <a:endParaRPr sz="800">
              <a:solidFill>
                <a:srgbClr val="0C57D3"/>
              </a:solidFill>
              <a:latin typeface="Roboto"/>
              <a:ea typeface="Roboto"/>
              <a:cs typeface="Roboto"/>
              <a:sym typeface="Roboto"/>
            </a:endParaRPr>
          </a:p>
        </p:txBody>
      </p:sp>
      <p:sp>
        <p:nvSpPr>
          <p:cNvPr id="238" name="Google Shape;238;g3f8bb8eb9a8_0_426"/>
          <p:cNvSpPr txBox="1"/>
          <p:nvPr/>
        </p:nvSpPr>
        <p:spPr>
          <a:xfrm>
            <a:off x="10908731" y="4368820"/>
            <a:ext cx="1259700" cy="277200"/>
          </a:xfrm>
          <a:prstGeom prst="rect">
            <a:avLst/>
          </a:prstGeom>
          <a:noFill/>
          <a:ln cap="flat" cmpd="sng" w="14425">
            <a:solidFill>
              <a:srgbClr val="0C57D3"/>
            </a:solidFill>
            <a:prstDash val="solid"/>
            <a:round/>
            <a:headEnd len="sm" w="sm" type="none"/>
            <a:tailEnd len="sm" w="sm" type="none"/>
          </a:ln>
        </p:spPr>
        <p:txBody>
          <a:bodyPr anchorCtr="0" anchor="ctr" bIns="69225" lIns="69225" spcFirstLastPara="1" rIns="69225" wrap="square" tIns="69225">
            <a:noAutofit/>
          </a:bodyPr>
          <a:lstStyle/>
          <a:p>
            <a:pPr indent="0" lvl="0" marL="0" marR="0" rtl="0" algn="ctr">
              <a:lnSpc>
                <a:spcPct val="100000"/>
              </a:lnSpc>
              <a:spcBef>
                <a:spcPts val="0"/>
              </a:spcBef>
              <a:spcAft>
                <a:spcPts val="0"/>
              </a:spcAft>
              <a:buNone/>
            </a:pPr>
            <a:r>
              <a:rPr lang="es-ES" sz="800">
                <a:solidFill>
                  <a:srgbClr val="0C57D3"/>
                </a:solidFill>
                <a:latin typeface="Roboto"/>
                <a:ea typeface="Roboto"/>
                <a:cs typeface="Roboto"/>
                <a:sym typeface="Roboto"/>
              </a:rPr>
              <a:t>SUBDIRECTOR DE COMUNICACIONES</a:t>
            </a:r>
            <a:endParaRPr sz="800">
              <a:solidFill>
                <a:srgbClr val="0C57D3"/>
              </a:solidFill>
              <a:latin typeface="Roboto"/>
              <a:ea typeface="Roboto"/>
              <a:cs typeface="Roboto"/>
              <a:sym typeface="Roboto"/>
            </a:endParaRPr>
          </a:p>
        </p:txBody>
      </p:sp>
      <p:cxnSp>
        <p:nvCxnSpPr>
          <p:cNvPr id="239" name="Google Shape;239;g3f8bb8eb9a8_0_426"/>
          <p:cNvCxnSpPr>
            <a:stCxn id="235" idx="2"/>
            <a:endCxn id="232" idx="0"/>
          </p:cNvCxnSpPr>
          <p:nvPr/>
        </p:nvCxnSpPr>
        <p:spPr>
          <a:xfrm>
            <a:off x="9134987" y="3467140"/>
            <a:ext cx="4200" cy="133800"/>
          </a:xfrm>
          <a:prstGeom prst="straightConnector1">
            <a:avLst/>
          </a:prstGeom>
          <a:noFill/>
          <a:ln cap="flat" cmpd="sng" w="14425">
            <a:solidFill>
              <a:srgbClr val="0C57D3"/>
            </a:solidFill>
            <a:prstDash val="solid"/>
            <a:round/>
            <a:headEnd len="sm" w="sm" type="none"/>
            <a:tailEnd len="sm" w="sm" type="stealth"/>
          </a:ln>
        </p:spPr>
      </p:cxnSp>
      <p:cxnSp>
        <p:nvCxnSpPr>
          <p:cNvPr id="240" name="Google Shape;240;g3f8bb8eb9a8_0_426"/>
          <p:cNvCxnSpPr>
            <a:stCxn id="232" idx="2"/>
            <a:endCxn id="236" idx="0"/>
          </p:cNvCxnSpPr>
          <p:nvPr/>
        </p:nvCxnSpPr>
        <p:spPr>
          <a:xfrm flipH="1" rot="-5400000">
            <a:off x="9363219" y="3654157"/>
            <a:ext cx="490500" cy="938700"/>
          </a:xfrm>
          <a:prstGeom prst="bentConnector3">
            <a:avLst>
              <a:gd fmla="val 50007" name="adj1"/>
            </a:avLst>
          </a:prstGeom>
          <a:noFill/>
          <a:ln cap="flat" cmpd="sng" w="14425">
            <a:solidFill>
              <a:srgbClr val="0C57D3"/>
            </a:solidFill>
            <a:prstDash val="solid"/>
            <a:round/>
            <a:headEnd len="sm" w="sm" type="none"/>
            <a:tailEnd len="sm" w="sm" type="stealth"/>
          </a:ln>
        </p:spPr>
      </p:cxnSp>
      <p:cxnSp>
        <p:nvCxnSpPr>
          <p:cNvPr id="241" name="Google Shape;241;g3f8bb8eb9a8_0_426"/>
          <p:cNvCxnSpPr>
            <a:stCxn id="232" idx="2"/>
            <a:endCxn id="238" idx="0"/>
          </p:cNvCxnSpPr>
          <p:nvPr/>
        </p:nvCxnSpPr>
        <p:spPr>
          <a:xfrm flipH="1" rot="-5400000">
            <a:off x="10093569" y="2923807"/>
            <a:ext cx="490500" cy="2399400"/>
          </a:xfrm>
          <a:prstGeom prst="bentConnector3">
            <a:avLst>
              <a:gd fmla="val 50007" name="adj1"/>
            </a:avLst>
          </a:prstGeom>
          <a:noFill/>
          <a:ln cap="flat" cmpd="sng" w="14425">
            <a:solidFill>
              <a:srgbClr val="0C57D3"/>
            </a:solidFill>
            <a:prstDash val="solid"/>
            <a:round/>
            <a:headEnd len="sm" w="sm" type="none"/>
            <a:tailEnd len="sm" w="sm" type="stealth"/>
          </a:ln>
        </p:spPr>
      </p:cxnSp>
      <p:cxnSp>
        <p:nvCxnSpPr>
          <p:cNvPr id="242" name="Google Shape;242;g3f8bb8eb9a8_0_426"/>
          <p:cNvCxnSpPr>
            <a:stCxn id="236" idx="2"/>
            <a:endCxn id="237" idx="0"/>
          </p:cNvCxnSpPr>
          <p:nvPr/>
        </p:nvCxnSpPr>
        <p:spPr>
          <a:xfrm>
            <a:off x="10077908" y="4646020"/>
            <a:ext cx="0" cy="169200"/>
          </a:xfrm>
          <a:prstGeom prst="straightConnector1">
            <a:avLst/>
          </a:prstGeom>
          <a:noFill/>
          <a:ln cap="flat" cmpd="sng" w="14425">
            <a:solidFill>
              <a:srgbClr val="0C57D3"/>
            </a:solidFill>
            <a:prstDash val="solid"/>
            <a:round/>
            <a:headEnd len="sm" w="sm" type="none"/>
            <a:tailEnd len="sm" w="sm" type="stealth"/>
          </a:ln>
        </p:spPr>
      </p:cxnSp>
      <p:cxnSp>
        <p:nvCxnSpPr>
          <p:cNvPr id="243" name="Google Shape;243;g3f8bb8eb9a8_0_426"/>
          <p:cNvCxnSpPr>
            <a:stCxn id="232" idx="2"/>
            <a:endCxn id="234" idx="0"/>
          </p:cNvCxnSpPr>
          <p:nvPr/>
        </p:nvCxnSpPr>
        <p:spPr>
          <a:xfrm rot="5400000">
            <a:off x="7825419" y="3528157"/>
            <a:ext cx="963600" cy="1663800"/>
          </a:xfrm>
          <a:prstGeom prst="bentConnector3">
            <a:avLst>
              <a:gd fmla="val 49999" name="adj1"/>
            </a:avLst>
          </a:prstGeom>
          <a:noFill/>
          <a:ln cap="flat" cmpd="sng" w="14425">
            <a:solidFill>
              <a:srgbClr val="0C57D3"/>
            </a:solidFill>
            <a:prstDash val="solid"/>
            <a:round/>
            <a:headEnd len="sm" w="sm" type="none"/>
            <a:tailEnd len="sm" w="sm" type="stealth"/>
          </a:ln>
        </p:spPr>
      </p:cxnSp>
      <p:pic>
        <p:nvPicPr>
          <p:cNvPr descr="Man working at computer (proporcionado por Getty Images)" id="244" name="Google Shape;244;g3f8bb8eb9a8_0_426"/>
          <p:cNvPicPr preferRelativeResize="0"/>
          <p:nvPr/>
        </p:nvPicPr>
        <p:blipFill>
          <a:blip r:embed="rId3">
            <a:alphaModFix/>
          </a:blip>
          <a:stretch>
            <a:fillRect/>
          </a:stretch>
        </p:blipFill>
        <p:spPr>
          <a:xfrm>
            <a:off x="3769034" y="3075938"/>
            <a:ext cx="2812088" cy="2265598"/>
          </a:xfrm>
          <a:prstGeom prst="rect">
            <a:avLst/>
          </a:prstGeom>
          <a:noFill/>
          <a:ln>
            <a:noFill/>
          </a:ln>
        </p:spPr>
      </p:pic>
      <p:sp>
        <p:nvSpPr>
          <p:cNvPr id="245" name="Google Shape;245;g3f8bb8eb9a8_0_426"/>
          <p:cNvSpPr txBox="1"/>
          <p:nvPr/>
        </p:nvSpPr>
        <p:spPr>
          <a:xfrm>
            <a:off x="70667" y="2852133"/>
            <a:ext cx="2973300" cy="2901300"/>
          </a:xfrm>
          <a:prstGeom prst="rect">
            <a:avLst/>
          </a:prstGeom>
          <a:noFill/>
          <a:ln>
            <a:noFill/>
          </a:ln>
        </p:spPr>
        <p:txBody>
          <a:bodyPr anchorCtr="0" anchor="t" bIns="121900" lIns="121900" spcFirstLastPara="1" rIns="121900" wrap="square" tIns="121900">
            <a:spAutoFit/>
          </a:bodyPr>
          <a:lstStyle/>
          <a:p>
            <a:pPr indent="-311150" lvl="0" marL="355600" rtl="0" algn="l">
              <a:lnSpc>
                <a:spcPct val="150000"/>
              </a:lnSpc>
              <a:spcBef>
                <a:spcPts val="1600"/>
              </a:spcBef>
              <a:spcAft>
                <a:spcPts val="0"/>
              </a:spcAft>
              <a:buClr>
                <a:schemeClr val="lt1"/>
              </a:buClr>
              <a:buSzPts val="1100"/>
              <a:buChar char="●"/>
            </a:pPr>
            <a:r>
              <a:rPr b="1" lang="es-ES" sz="1500">
                <a:solidFill>
                  <a:srgbClr val="FF9900"/>
                </a:solidFill>
              </a:rPr>
              <a:t>60%</a:t>
            </a:r>
            <a:r>
              <a:rPr b="1" lang="es-ES" sz="1500">
                <a:solidFill>
                  <a:schemeClr val="lt1"/>
                </a:solidFill>
              </a:rPr>
              <a:t> </a:t>
            </a:r>
            <a:r>
              <a:rPr lang="es-ES" sz="1500">
                <a:solidFill>
                  <a:schemeClr val="lt1"/>
                </a:solidFill>
              </a:rPr>
              <a:t>del tiempo semanal de en </a:t>
            </a:r>
            <a:r>
              <a:rPr b="1" lang="es-ES" sz="1500">
                <a:solidFill>
                  <a:srgbClr val="FF9900"/>
                </a:solidFill>
              </a:rPr>
              <a:t>tareas administrativas repetitivas.</a:t>
            </a:r>
            <a:endParaRPr b="1" sz="1500">
              <a:solidFill>
                <a:srgbClr val="FF9900"/>
              </a:solidFill>
            </a:endParaRPr>
          </a:p>
          <a:p>
            <a:pPr indent="-311150" lvl="0" marL="355600" rtl="0" algn="l">
              <a:lnSpc>
                <a:spcPct val="150000"/>
              </a:lnSpc>
              <a:spcBef>
                <a:spcPts val="0"/>
              </a:spcBef>
              <a:spcAft>
                <a:spcPts val="0"/>
              </a:spcAft>
              <a:buClr>
                <a:schemeClr val="lt1"/>
              </a:buClr>
              <a:buSzPts val="1100"/>
              <a:buChar char="●"/>
            </a:pPr>
            <a:r>
              <a:rPr b="1" lang="es-ES" sz="1500">
                <a:solidFill>
                  <a:srgbClr val="FF9900"/>
                </a:solidFill>
              </a:rPr>
              <a:t>30%</a:t>
            </a:r>
            <a:r>
              <a:rPr lang="es-ES" sz="1500">
                <a:solidFill>
                  <a:schemeClr val="lt1"/>
                </a:solidFill>
              </a:rPr>
              <a:t> </a:t>
            </a:r>
            <a:r>
              <a:rPr b="1" lang="es-ES" sz="1500">
                <a:solidFill>
                  <a:srgbClr val="FF9900"/>
                </a:solidFill>
              </a:rPr>
              <a:t>solicitudes </a:t>
            </a:r>
            <a:r>
              <a:rPr lang="es-ES" sz="1500">
                <a:solidFill>
                  <a:schemeClr val="lt1"/>
                </a:solidFill>
              </a:rPr>
              <a:t>académicas </a:t>
            </a:r>
            <a:r>
              <a:rPr b="1" lang="es-ES" sz="1500">
                <a:solidFill>
                  <a:srgbClr val="FF9900"/>
                </a:solidFill>
              </a:rPr>
              <a:t>por renuncia</a:t>
            </a:r>
            <a:endParaRPr b="1" sz="1500">
              <a:solidFill>
                <a:srgbClr val="FF9900"/>
              </a:solidFill>
            </a:endParaRPr>
          </a:p>
          <a:p>
            <a:pPr indent="-311150" lvl="0" marL="355600" rtl="0" algn="l">
              <a:lnSpc>
                <a:spcPct val="150000"/>
              </a:lnSpc>
              <a:spcBef>
                <a:spcPts val="0"/>
              </a:spcBef>
              <a:spcAft>
                <a:spcPts val="0"/>
              </a:spcAft>
              <a:buClr>
                <a:schemeClr val="lt1"/>
              </a:buClr>
              <a:buSzPts val="1100"/>
              <a:buChar char="●"/>
            </a:pPr>
            <a:r>
              <a:rPr b="1" lang="es-ES" sz="1500">
                <a:solidFill>
                  <a:srgbClr val="FF9900"/>
                </a:solidFill>
              </a:rPr>
              <a:t>100% de dependencia manual</a:t>
            </a:r>
            <a:r>
              <a:rPr lang="es-ES" sz="1500">
                <a:solidFill>
                  <a:schemeClr val="lt1"/>
                </a:solidFill>
              </a:rPr>
              <a:t> para el proceso del flujo de solicitudes.</a:t>
            </a:r>
            <a:endParaRPr sz="11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f8bb8eb9a8_0_455"/>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Análisis Inicial</a:t>
            </a:r>
            <a:endParaRPr/>
          </a:p>
        </p:txBody>
      </p:sp>
      <p:sp>
        <p:nvSpPr>
          <p:cNvPr id="251" name="Google Shape;251;g3f8bb8eb9a8_0_455"/>
          <p:cNvSpPr txBox="1"/>
          <p:nvPr/>
        </p:nvSpPr>
        <p:spPr>
          <a:xfrm>
            <a:off x="0" y="6447600"/>
            <a:ext cx="9027600" cy="384900"/>
          </a:xfrm>
          <a:prstGeom prst="rect">
            <a:avLst/>
          </a:prstGeom>
          <a:noFill/>
          <a:ln>
            <a:noFill/>
          </a:ln>
        </p:spPr>
        <p:txBody>
          <a:bodyPr anchorCtr="0" anchor="t" bIns="121900" lIns="121900" spcFirstLastPara="1" rIns="121900" wrap="square" tIns="121900">
            <a:spAutoFit/>
          </a:bodyPr>
          <a:lstStyle/>
          <a:p>
            <a:pPr indent="0" lvl="0" marL="0" rtl="0" algn="just">
              <a:lnSpc>
                <a:spcPct val="150000"/>
              </a:lnSpc>
              <a:spcBef>
                <a:spcPts val="0"/>
              </a:spcBef>
              <a:spcAft>
                <a:spcPts val="800"/>
              </a:spcAft>
              <a:buNone/>
            </a:pPr>
            <a:r>
              <a:rPr i="1" lang="es-ES" sz="900">
                <a:solidFill>
                  <a:srgbClr val="999999"/>
                </a:solidFill>
              </a:rPr>
              <a:t> Importante: La prioridad fue definida por el impacto directo que tiene cada problema sobre la operatividad y el bienestar laboral.</a:t>
            </a:r>
            <a:endParaRPr i="1" sz="900">
              <a:solidFill>
                <a:srgbClr val="999999"/>
              </a:solidFill>
            </a:endParaRPr>
          </a:p>
        </p:txBody>
      </p:sp>
      <p:pic>
        <p:nvPicPr>
          <p:cNvPr descr="Job Meeting, Interview Icon (proporcionado por Getty Images)" id="252" name="Google Shape;252;g3f8bb8eb9a8_0_455"/>
          <p:cNvPicPr preferRelativeResize="0"/>
          <p:nvPr/>
        </p:nvPicPr>
        <p:blipFill rotWithShape="1">
          <a:blip r:embed="rId3">
            <a:alphaModFix/>
          </a:blip>
          <a:srcRect b="19990" l="8997" r="11939" t="15941"/>
          <a:stretch/>
        </p:blipFill>
        <p:spPr>
          <a:xfrm>
            <a:off x="608538" y="1814333"/>
            <a:ext cx="1323668" cy="1072532"/>
          </a:xfrm>
          <a:prstGeom prst="rect">
            <a:avLst/>
          </a:prstGeom>
          <a:noFill/>
          <a:ln>
            <a:noFill/>
          </a:ln>
        </p:spPr>
      </p:pic>
      <p:pic>
        <p:nvPicPr>
          <p:cNvPr descr="Documents archive line icon. Files vector illustration isolated on white. Paper sheets outline style design, designed for web and app. Eps 10. (proporcionado por Getty Images)" id="253" name="Google Shape;253;g3f8bb8eb9a8_0_455"/>
          <p:cNvPicPr preferRelativeResize="0"/>
          <p:nvPr/>
        </p:nvPicPr>
        <p:blipFill rotWithShape="1">
          <a:blip r:embed="rId4">
            <a:alphaModFix/>
          </a:blip>
          <a:srcRect b="3404" l="5347" r="10978" t="2832"/>
          <a:stretch/>
        </p:blipFill>
        <p:spPr>
          <a:xfrm>
            <a:off x="4828795" y="2073890"/>
            <a:ext cx="792899" cy="888499"/>
          </a:xfrm>
          <a:prstGeom prst="rect">
            <a:avLst/>
          </a:prstGeom>
          <a:noFill/>
          <a:ln>
            <a:noFill/>
          </a:ln>
        </p:spPr>
      </p:pic>
      <p:pic>
        <p:nvPicPr>
          <p:cNvPr descr="Audit, exam, survey report black icon, contract sign (proporcionado por Getty Images)" id="254" name="Google Shape;254;g3f8bb8eb9a8_0_455"/>
          <p:cNvPicPr preferRelativeResize="0"/>
          <p:nvPr/>
        </p:nvPicPr>
        <p:blipFill rotWithShape="1">
          <a:blip r:embed="rId5">
            <a:alphaModFix/>
          </a:blip>
          <a:srcRect b="13595" l="12197" r="9915" t="13434"/>
          <a:stretch/>
        </p:blipFill>
        <p:spPr>
          <a:xfrm>
            <a:off x="275743" y="5939091"/>
            <a:ext cx="485955" cy="455265"/>
          </a:xfrm>
          <a:prstGeom prst="rect">
            <a:avLst/>
          </a:prstGeom>
          <a:noFill/>
          <a:ln>
            <a:noFill/>
          </a:ln>
        </p:spPr>
      </p:pic>
      <p:sp>
        <p:nvSpPr>
          <p:cNvPr id="255" name="Google Shape;255;g3f8bb8eb9a8_0_455"/>
          <p:cNvSpPr txBox="1"/>
          <p:nvPr/>
        </p:nvSpPr>
        <p:spPr>
          <a:xfrm>
            <a:off x="464971" y="1216017"/>
            <a:ext cx="2776800" cy="446400"/>
          </a:xfrm>
          <a:prstGeom prst="rect">
            <a:avLst/>
          </a:prstGeom>
          <a:noFill/>
          <a:ln>
            <a:noFill/>
          </a:ln>
        </p:spPr>
        <p:txBody>
          <a:bodyPr anchorCtr="0" anchor="t" bIns="121900" lIns="121900" spcFirstLastPara="1" rIns="121900" wrap="square" tIns="121900">
            <a:spAutoFit/>
          </a:bodyPr>
          <a:lstStyle/>
          <a:p>
            <a:pPr indent="0" lvl="0" marL="0" rtl="0" algn="just">
              <a:lnSpc>
                <a:spcPct val="150000"/>
              </a:lnSpc>
              <a:spcBef>
                <a:spcPts val="1600"/>
              </a:spcBef>
              <a:spcAft>
                <a:spcPts val="1600"/>
              </a:spcAft>
              <a:buNone/>
            </a:pPr>
            <a:r>
              <a:rPr lang="es-ES" sz="1300">
                <a:solidFill>
                  <a:srgbClr val="666666"/>
                </a:solidFill>
              </a:rPr>
              <a:t>Técnicas de Levantamiento:</a:t>
            </a:r>
            <a:endParaRPr sz="1300">
              <a:solidFill>
                <a:srgbClr val="666666"/>
              </a:solidFill>
            </a:endParaRPr>
          </a:p>
        </p:txBody>
      </p:sp>
      <p:sp>
        <p:nvSpPr>
          <p:cNvPr id="256" name="Google Shape;256;g3f8bb8eb9a8_0_455"/>
          <p:cNvSpPr/>
          <p:nvPr/>
        </p:nvSpPr>
        <p:spPr>
          <a:xfrm>
            <a:off x="506638" y="3033550"/>
            <a:ext cx="1610700" cy="2471100"/>
          </a:xfrm>
          <a:prstGeom prst="roundRect">
            <a:avLst>
              <a:gd fmla="val 16667" name="adj"/>
            </a:avLst>
          </a:prstGeom>
          <a:solidFill>
            <a:srgbClr val="C9DAF8"/>
          </a:solidFill>
          <a:ln>
            <a:noFill/>
          </a:ln>
        </p:spPr>
        <p:txBody>
          <a:bodyPr anchorCtr="0" anchor="ctr" bIns="121900" lIns="121900" spcFirstLastPara="1" rIns="121900" wrap="square" tIns="121900">
            <a:noAutofit/>
          </a:bodyPr>
          <a:lstStyle/>
          <a:p>
            <a:pPr indent="0" lvl="0" marL="0" rtl="0" algn="ctr">
              <a:lnSpc>
                <a:spcPct val="150000"/>
              </a:lnSpc>
              <a:spcBef>
                <a:spcPts val="1600"/>
              </a:spcBef>
              <a:spcAft>
                <a:spcPts val="0"/>
              </a:spcAft>
              <a:buNone/>
            </a:pPr>
            <a:r>
              <a:rPr b="1" lang="es-ES" sz="1200">
                <a:solidFill>
                  <a:schemeClr val="dk1"/>
                </a:solidFill>
              </a:rPr>
              <a:t>Entrevistas</a:t>
            </a:r>
            <a:endParaRPr b="1" sz="1200">
              <a:solidFill>
                <a:schemeClr val="dk1"/>
              </a:solidFill>
            </a:endParaRPr>
          </a:p>
          <a:p>
            <a:pPr indent="0" lvl="0" marL="0" rtl="0" algn="ctr">
              <a:lnSpc>
                <a:spcPct val="150000"/>
              </a:lnSpc>
              <a:spcBef>
                <a:spcPts val="1600"/>
              </a:spcBef>
              <a:spcAft>
                <a:spcPts val="1600"/>
              </a:spcAft>
              <a:buNone/>
            </a:pPr>
            <a:r>
              <a:rPr lang="es-ES" sz="1200">
                <a:solidFill>
                  <a:schemeClr val="dk1"/>
                </a:solidFill>
              </a:rPr>
              <a:t>Sesión con directora para obtener una visión estratégica y operativa.</a:t>
            </a:r>
            <a:endParaRPr sz="1200"/>
          </a:p>
        </p:txBody>
      </p:sp>
      <p:sp>
        <p:nvSpPr>
          <p:cNvPr id="257" name="Google Shape;257;g3f8bb8eb9a8_0_455"/>
          <p:cNvSpPr/>
          <p:nvPr/>
        </p:nvSpPr>
        <p:spPr>
          <a:xfrm>
            <a:off x="2481854" y="3033550"/>
            <a:ext cx="1610700" cy="2471100"/>
          </a:xfrm>
          <a:prstGeom prst="roundRect">
            <a:avLst>
              <a:gd fmla="val 16667" name="adj"/>
            </a:avLst>
          </a:prstGeom>
          <a:solidFill>
            <a:srgbClr val="C9DAF8"/>
          </a:solidFill>
          <a:ln>
            <a:noFill/>
          </a:ln>
        </p:spPr>
        <p:txBody>
          <a:bodyPr anchorCtr="0" anchor="ctr" bIns="121900" lIns="121900" spcFirstLastPara="1" rIns="121900" wrap="square" tIns="121900">
            <a:noAutofit/>
          </a:bodyPr>
          <a:lstStyle/>
          <a:p>
            <a:pPr indent="0" lvl="0" marL="0" rtl="0" algn="ctr">
              <a:lnSpc>
                <a:spcPct val="150000"/>
              </a:lnSpc>
              <a:spcBef>
                <a:spcPts val="1600"/>
              </a:spcBef>
              <a:spcAft>
                <a:spcPts val="0"/>
              </a:spcAft>
              <a:buNone/>
            </a:pPr>
            <a:r>
              <a:rPr b="1" lang="es-ES" sz="1200">
                <a:solidFill>
                  <a:schemeClr val="dk1"/>
                </a:solidFill>
              </a:rPr>
              <a:t>Shadowing</a:t>
            </a:r>
            <a:endParaRPr b="1" sz="1200">
              <a:solidFill>
                <a:schemeClr val="dk1"/>
              </a:solidFill>
            </a:endParaRPr>
          </a:p>
          <a:p>
            <a:pPr indent="0" lvl="0" marL="0" rtl="0" algn="ctr">
              <a:lnSpc>
                <a:spcPct val="150000"/>
              </a:lnSpc>
              <a:spcBef>
                <a:spcPts val="1600"/>
              </a:spcBef>
              <a:spcAft>
                <a:spcPts val="1600"/>
              </a:spcAft>
              <a:buNone/>
            </a:pPr>
            <a:r>
              <a:rPr lang="es-ES" sz="1200">
                <a:solidFill>
                  <a:schemeClr val="dk1"/>
                </a:solidFill>
              </a:rPr>
              <a:t>Observación en tiempo real del proceso manual de gestión de solicitudes</a:t>
            </a:r>
            <a:endParaRPr sz="1200"/>
          </a:p>
        </p:txBody>
      </p:sp>
      <p:sp>
        <p:nvSpPr>
          <p:cNvPr id="258" name="Google Shape;258;g3f8bb8eb9a8_0_455"/>
          <p:cNvSpPr/>
          <p:nvPr/>
        </p:nvSpPr>
        <p:spPr>
          <a:xfrm>
            <a:off x="4457071" y="3033550"/>
            <a:ext cx="1610700" cy="2471100"/>
          </a:xfrm>
          <a:prstGeom prst="roundRect">
            <a:avLst>
              <a:gd fmla="val 16667" name="adj"/>
            </a:avLst>
          </a:prstGeom>
          <a:solidFill>
            <a:srgbClr val="C9DAF8"/>
          </a:solidFill>
          <a:ln>
            <a:noFill/>
          </a:ln>
        </p:spPr>
        <p:txBody>
          <a:bodyPr anchorCtr="0" anchor="ctr" bIns="121900" lIns="121900" spcFirstLastPara="1" rIns="121900" wrap="square" tIns="121900">
            <a:noAutofit/>
          </a:bodyPr>
          <a:lstStyle/>
          <a:p>
            <a:pPr indent="0" lvl="0" marL="0" rtl="0" algn="ctr">
              <a:lnSpc>
                <a:spcPct val="150000"/>
              </a:lnSpc>
              <a:spcBef>
                <a:spcPts val="1600"/>
              </a:spcBef>
              <a:spcAft>
                <a:spcPts val="0"/>
              </a:spcAft>
              <a:buNone/>
            </a:pPr>
            <a:r>
              <a:rPr b="1" lang="es-ES" sz="1200">
                <a:solidFill>
                  <a:schemeClr val="dk1"/>
                </a:solidFill>
              </a:rPr>
              <a:t>Documentos</a:t>
            </a:r>
            <a:endParaRPr b="1" sz="1200">
              <a:solidFill>
                <a:schemeClr val="dk1"/>
              </a:solidFill>
            </a:endParaRPr>
          </a:p>
          <a:p>
            <a:pPr indent="0" lvl="0" marL="0" rtl="0" algn="ctr">
              <a:lnSpc>
                <a:spcPct val="150000"/>
              </a:lnSpc>
              <a:spcBef>
                <a:spcPts val="1600"/>
              </a:spcBef>
              <a:spcAft>
                <a:spcPts val="1600"/>
              </a:spcAft>
              <a:buNone/>
            </a:pPr>
            <a:r>
              <a:rPr lang="es-ES" sz="1200">
                <a:solidFill>
                  <a:schemeClr val="dk1"/>
                </a:solidFill>
              </a:rPr>
              <a:t>Análisis en la plataforma CRM para analizar flujo del proceso y estimar volúmenes</a:t>
            </a:r>
            <a:endParaRPr sz="1200"/>
          </a:p>
        </p:txBody>
      </p:sp>
      <p:sp>
        <p:nvSpPr>
          <p:cNvPr id="259" name="Google Shape;259;g3f8bb8eb9a8_0_455"/>
          <p:cNvSpPr/>
          <p:nvPr/>
        </p:nvSpPr>
        <p:spPr>
          <a:xfrm>
            <a:off x="6305068" y="948017"/>
            <a:ext cx="296400" cy="5217600"/>
          </a:xfrm>
          <a:prstGeom prst="leftBrace">
            <a:avLst>
              <a:gd fmla="val 50000" name="adj1"/>
              <a:gd fmla="val 50000" name="adj2"/>
            </a:avLst>
          </a:prstGeom>
          <a:noFill/>
          <a:ln cap="flat" cmpd="sng" w="12700">
            <a:solidFill>
              <a:srgbClr val="0942A1"/>
            </a:solidFill>
            <a:prstDash val="dash"/>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pic>
        <p:nvPicPr>
          <p:cNvPr id="260" name="Google Shape;260;g3f8bb8eb9a8_0_455"/>
          <p:cNvPicPr preferRelativeResize="0"/>
          <p:nvPr/>
        </p:nvPicPr>
        <p:blipFill>
          <a:blip r:embed="rId6">
            <a:alphaModFix/>
          </a:blip>
          <a:stretch>
            <a:fillRect/>
          </a:stretch>
        </p:blipFill>
        <p:spPr>
          <a:xfrm>
            <a:off x="6915537" y="1014865"/>
            <a:ext cx="4742800" cy="2471199"/>
          </a:xfrm>
          <a:prstGeom prst="rect">
            <a:avLst/>
          </a:prstGeom>
          <a:noFill/>
          <a:ln>
            <a:noFill/>
          </a:ln>
        </p:spPr>
      </p:pic>
      <p:pic>
        <p:nvPicPr>
          <p:cNvPr id="261" name="Google Shape;261;g3f8bb8eb9a8_0_455"/>
          <p:cNvPicPr preferRelativeResize="0"/>
          <p:nvPr/>
        </p:nvPicPr>
        <p:blipFill>
          <a:blip r:embed="rId7">
            <a:alphaModFix/>
          </a:blip>
          <a:stretch>
            <a:fillRect/>
          </a:stretch>
        </p:blipFill>
        <p:spPr>
          <a:xfrm>
            <a:off x="6888730" y="3587409"/>
            <a:ext cx="4838301" cy="2471200"/>
          </a:xfrm>
          <a:prstGeom prst="rect">
            <a:avLst/>
          </a:prstGeom>
          <a:noFill/>
          <a:ln>
            <a:noFill/>
          </a:ln>
        </p:spPr>
      </p:pic>
      <p:pic>
        <p:nvPicPr>
          <p:cNvPr descr="Web Visibility icon / gray color (proporcionado por Getty Images)" id="262" name="Google Shape;262;g3f8bb8eb9a8_0_455"/>
          <p:cNvPicPr preferRelativeResize="0"/>
          <p:nvPr/>
        </p:nvPicPr>
        <p:blipFill>
          <a:blip r:embed="rId8">
            <a:alphaModFix/>
          </a:blip>
          <a:stretch>
            <a:fillRect/>
          </a:stretch>
        </p:blipFill>
        <p:spPr>
          <a:xfrm>
            <a:off x="2659771" y="1875052"/>
            <a:ext cx="1144832" cy="11448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f8bb8eb9a8_0_2029"/>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Factibilidad </a:t>
            </a:r>
            <a:endParaRPr/>
          </a:p>
        </p:txBody>
      </p:sp>
      <p:pic>
        <p:nvPicPr>
          <p:cNvPr id="268" name="Google Shape;268;g3f8bb8eb9a8_0_2029"/>
          <p:cNvPicPr preferRelativeResize="0"/>
          <p:nvPr/>
        </p:nvPicPr>
        <p:blipFill>
          <a:blip r:embed="rId3">
            <a:alphaModFix/>
          </a:blip>
          <a:stretch>
            <a:fillRect/>
          </a:stretch>
        </p:blipFill>
        <p:spPr>
          <a:xfrm>
            <a:off x="3534550" y="1780850"/>
            <a:ext cx="4205200" cy="4107050"/>
          </a:xfrm>
          <a:prstGeom prst="rect">
            <a:avLst/>
          </a:prstGeom>
          <a:noFill/>
          <a:ln>
            <a:noFill/>
          </a:ln>
        </p:spPr>
      </p:pic>
      <p:pic>
        <p:nvPicPr>
          <p:cNvPr id="269" name="Google Shape;269;g3f8bb8eb9a8_0_2029"/>
          <p:cNvPicPr preferRelativeResize="0"/>
          <p:nvPr/>
        </p:nvPicPr>
        <p:blipFill>
          <a:blip r:embed="rId4">
            <a:alphaModFix/>
          </a:blip>
          <a:stretch>
            <a:fillRect/>
          </a:stretch>
        </p:blipFill>
        <p:spPr>
          <a:xfrm>
            <a:off x="8358125" y="1862349"/>
            <a:ext cx="1770184" cy="1319197"/>
          </a:xfrm>
          <a:prstGeom prst="rect">
            <a:avLst/>
          </a:prstGeom>
          <a:noFill/>
          <a:ln>
            <a:noFill/>
          </a:ln>
        </p:spPr>
      </p:pic>
      <p:pic>
        <p:nvPicPr>
          <p:cNvPr id="270" name="Google Shape;270;g3f8bb8eb9a8_0_2029"/>
          <p:cNvPicPr preferRelativeResize="0"/>
          <p:nvPr/>
        </p:nvPicPr>
        <p:blipFill>
          <a:blip r:embed="rId5">
            <a:alphaModFix/>
          </a:blip>
          <a:stretch>
            <a:fillRect/>
          </a:stretch>
        </p:blipFill>
        <p:spPr>
          <a:xfrm>
            <a:off x="10442606" y="1862349"/>
            <a:ext cx="1319219" cy="1319197"/>
          </a:xfrm>
          <a:prstGeom prst="rect">
            <a:avLst/>
          </a:prstGeom>
          <a:noFill/>
          <a:ln>
            <a:noFill/>
          </a:ln>
        </p:spPr>
      </p:pic>
      <p:pic>
        <p:nvPicPr>
          <p:cNvPr id="271" name="Google Shape;271;g3f8bb8eb9a8_0_2029"/>
          <p:cNvPicPr preferRelativeResize="0"/>
          <p:nvPr/>
        </p:nvPicPr>
        <p:blipFill rotWithShape="1">
          <a:blip r:embed="rId6">
            <a:alphaModFix/>
          </a:blip>
          <a:srcRect b="0" l="16184" r="16440" t="5927"/>
          <a:stretch/>
        </p:blipFill>
        <p:spPr>
          <a:xfrm>
            <a:off x="8468950" y="3567508"/>
            <a:ext cx="1770175" cy="1443317"/>
          </a:xfrm>
          <a:prstGeom prst="rect">
            <a:avLst/>
          </a:prstGeom>
          <a:noFill/>
          <a:ln>
            <a:noFill/>
          </a:ln>
        </p:spPr>
      </p:pic>
      <p:pic>
        <p:nvPicPr>
          <p:cNvPr descr="format (proporcionado por Getty Images)" id="272" name="Google Shape;272;g3f8bb8eb9a8_0_2029"/>
          <p:cNvPicPr preferRelativeResize="0"/>
          <p:nvPr/>
        </p:nvPicPr>
        <p:blipFill>
          <a:blip r:embed="rId7">
            <a:alphaModFix/>
          </a:blip>
          <a:stretch>
            <a:fillRect/>
          </a:stretch>
        </p:blipFill>
        <p:spPr>
          <a:xfrm>
            <a:off x="10442599" y="3472275"/>
            <a:ext cx="1451950" cy="1451950"/>
          </a:xfrm>
          <a:prstGeom prst="rect">
            <a:avLst/>
          </a:prstGeom>
          <a:noFill/>
          <a:ln>
            <a:noFill/>
          </a:ln>
        </p:spPr>
      </p:pic>
      <p:sp>
        <p:nvSpPr>
          <p:cNvPr id="273" name="Google Shape;273;g3f8bb8eb9a8_0_2029"/>
          <p:cNvSpPr/>
          <p:nvPr/>
        </p:nvSpPr>
        <p:spPr>
          <a:xfrm>
            <a:off x="0" y="1662417"/>
            <a:ext cx="3282000" cy="5273100"/>
          </a:xfrm>
          <a:prstGeom prst="round1Rect">
            <a:avLst>
              <a:gd fmla="val 18601" name="adj"/>
            </a:avLst>
          </a:prstGeom>
          <a:solidFill>
            <a:srgbClr val="232F4B"/>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274" name="Google Shape;274;g3f8bb8eb9a8_0_2029"/>
          <p:cNvSpPr txBox="1"/>
          <p:nvPr/>
        </p:nvSpPr>
        <p:spPr>
          <a:xfrm>
            <a:off x="-46050" y="2023539"/>
            <a:ext cx="3137100" cy="4043100"/>
          </a:xfrm>
          <a:prstGeom prst="rect">
            <a:avLst/>
          </a:prstGeom>
          <a:noFill/>
          <a:ln>
            <a:noFill/>
          </a:ln>
        </p:spPr>
        <p:txBody>
          <a:bodyPr anchorCtr="0" anchor="t" bIns="121900" lIns="121900" spcFirstLastPara="1" rIns="121900" wrap="square" tIns="121900">
            <a:spAutoFit/>
          </a:bodyPr>
          <a:lstStyle/>
          <a:p>
            <a:pPr indent="0" lvl="0" marL="0" rtl="0" algn="l">
              <a:lnSpc>
                <a:spcPct val="150000"/>
              </a:lnSpc>
              <a:spcBef>
                <a:spcPts val="2400"/>
              </a:spcBef>
              <a:spcAft>
                <a:spcPts val="0"/>
              </a:spcAft>
              <a:buNone/>
            </a:pPr>
            <a:r>
              <a:rPr b="1" lang="es-ES" sz="1500" u="sng">
                <a:solidFill>
                  <a:srgbClr val="F1C232"/>
                </a:solidFill>
              </a:rPr>
              <a:t>Características del Proyecto:</a:t>
            </a:r>
            <a:endParaRPr b="1" sz="1500" u="sng">
              <a:solidFill>
                <a:srgbClr val="F1C232"/>
              </a:solidFill>
            </a:endParaRPr>
          </a:p>
          <a:p>
            <a:pPr indent="0" lvl="0" marL="0" rtl="0" algn="l">
              <a:lnSpc>
                <a:spcPct val="150000"/>
              </a:lnSpc>
              <a:spcBef>
                <a:spcPts val="800"/>
              </a:spcBef>
              <a:spcAft>
                <a:spcPts val="0"/>
              </a:spcAft>
              <a:buNone/>
            </a:pPr>
            <a:r>
              <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Trazabilidad en tiempo real</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Compatibilidad con dispositivos y herramientas</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Escalabilidad y adaptabilidad</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Gestión automática de excepciones</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Disponibilidad operativa</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Seguridad de datos</a:t>
            </a:r>
            <a:endParaRPr sz="1500">
              <a:solidFill>
                <a:schemeClr val="lt1"/>
              </a:solidFill>
            </a:endParaRPr>
          </a:p>
          <a:p>
            <a:pPr indent="-209550" lvl="0" marL="355600" rtl="0" algn="l">
              <a:lnSpc>
                <a:spcPct val="150000"/>
              </a:lnSpc>
              <a:spcBef>
                <a:spcPts val="0"/>
              </a:spcBef>
              <a:spcAft>
                <a:spcPts val="0"/>
              </a:spcAft>
              <a:buClr>
                <a:schemeClr val="lt1"/>
              </a:buClr>
              <a:buSzPts val="1500"/>
              <a:buAutoNum type="arabicPeriod"/>
            </a:pPr>
            <a:r>
              <a:rPr lang="es-ES" sz="1500">
                <a:solidFill>
                  <a:schemeClr val="lt1"/>
                </a:solidFill>
              </a:rPr>
              <a:t>Cumplimiento normativo</a:t>
            </a:r>
            <a:endParaRPr sz="1500">
              <a:solidFill>
                <a:schemeClr val="lt1"/>
              </a:solidFill>
            </a:endParaRPr>
          </a:p>
        </p:txBody>
      </p:sp>
      <p:pic>
        <p:nvPicPr>
          <p:cNvPr id="275" name="Google Shape;275;g3f8bb8eb9a8_0_2029"/>
          <p:cNvPicPr preferRelativeResize="0"/>
          <p:nvPr/>
        </p:nvPicPr>
        <p:blipFill>
          <a:blip r:embed="rId8">
            <a:alphaModFix/>
          </a:blip>
          <a:stretch>
            <a:fillRect/>
          </a:stretch>
        </p:blipFill>
        <p:spPr>
          <a:xfrm>
            <a:off x="8950500" y="5301545"/>
            <a:ext cx="2490413" cy="446400"/>
          </a:xfrm>
          <a:prstGeom prst="rect">
            <a:avLst/>
          </a:prstGeom>
          <a:noFill/>
          <a:ln>
            <a:noFill/>
          </a:ln>
        </p:spPr>
      </p:pic>
      <p:sp>
        <p:nvSpPr>
          <p:cNvPr id="276" name="Google Shape;276;g3f8bb8eb9a8_0_2029"/>
          <p:cNvSpPr/>
          <p:nvPr/>
        </p:nvSpPr>
        <p:spPr>
          <a:xfrm>
            <a:off x="8183250" y="1476900"/>
            <a:ext cx="3912300" cy="4476000"/>
          </a:xfrm>
          <a:prstGeom prst="roundRect">
            <a:avLst>
              <a:gd fmla="val 16667" name="adj"/>
            </a:avLst>
          </a:prstGeom>
          <a:noFill/>
          <a:ln cap="flat" cmpd="sng" w="19050">
            <a:solidFill>
              <a:srgbClr val="FF9900"/>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anklin Gothic"/>
              <a:ea typeface="Franklin Gothic"/>
              <a:cs typeface="Franklin Gothic"/>
              <a:sym typeface="Frankli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graphicFrame>
        <p:nvGraphicFramePr>
          <p:cNvPr id="281" name="Google Shape;281;p50"/>
          <p:cNvGraphicFramePr/>
          <p:nvPr/>
        </p:nvGraphicFramePr>
        <p:xfrm>
          <a:off x="4542625" y="1662850"/>
          <a:ext cx="3000000" cy="3000000"/>
        </p:xfrm>
        <a:graphic>
          <a:graphicData uri="http://schemas.openxmlformats.org/drawingml/2006/table">
            <a:tbl>
              <a:tblPr>
                <a:noFill/>
                <a:tableStyleId>{9BF5F516-BFAB-419B-ABC8-875F74E25C3B}</a:tableStyleId>
              </a:tblPr>
              <a:tblGrid>
                <a:gridCol w="1177200"/>
                <a:gridCol w="2095600"/>
                <a:gridCol w="1711700"/>
                <a:gridCol w="2388075"/>
              </a:tblGrid>
              <a:tr h="229850">
                <a:tc>
                  <a:txBody>
                    <a:bodyPr/>
                    <a:lstStyle/>
                    <a:p>
                      <a:pPr indent="0" lvl="0" marL="0" rtl="0" algn="l">
                        <a:lnSpc>
                          <a:spcPct val="115000"/>
                        </a:lnSpc>
                        <a:spcBef>
                          <a:spcPts val="0"/>
                        </a:spcBef>
                        <a:spcAft>
                          <a:spcPts val="0"/>
                        </a:spcAft>
                        <a:buNone/>
                      </a:pPr>
                      <a:r>
                        <a:rPr b="1" lang="es-ES" sz="1100">
                          <a:solidFill>
                            <a:schemeClr val="lt1"/>
                          </a:solidFill>
                        </a:rPr>
                        <a:t>Criterio</a:t>
                      </a:r>
                      <a:endParaRPr b="1" sz="1100">
                        <a:solidFill>
                          <a:schemeClr val="lt1"/>
                        </a:solidFill>
                      </a:endParaRPr>
                    </a:p>
                  </a:txBody>
                  <a:tcPr marT="25400" marB="25400" marR="25400" marL="25400" anchor="ctr">
                    <a:lnL cap="flat" cmpd="sng" w="7925">
                      <a:solidFill>
                        <a:srgbClr val="000000"/>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s-ES" sz="1100">
                          <a:solidFill>
                            <a:schemeClr val="lt1"/>
                          </a:solidFill>
                        </a:rPr>
                        <a:t>Test-Driven Development </a:t>
                      </a:r>
                      <a:r>
                        <a:rPr b="1" lang="es-ES" sz="1100">
                          <a:solidFill>
                            <a:srgbClr val="FF9900"/>
                          </a:solidFill>
                        </a:rPr>
                        <a:t>(TDD)</a:t>
                      </a:r>
                      <a:endParaRPr b="1" sz="1100">
                        <a:solidFill>
                          <a:srgbClr val="FF9900"/>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s-ES" sz="1100">
                          <a:solidFill>
                            <a:schemeClr val="lt1"/>
                          </a:solidFill>
                        </a:rPr>
                        <a:t>Extreme Programming</a:t>
                      </a:r>
                      <a:endParaRPr b="1" sz="1100">
                        <a:solidFill>
                          <a:schemeClr val="lt1"/>
                        </a:solidFill>
                      </a:endParaRPr>
                    </a:p>
                    <a:p>
                      <a:pPr indent="0" lvl="0" marL="0" rtl="0" algn="ctr">
                        <a:lnSpc>
                          <a:spcPct val="115000"/>
                        </a:lnSpc>
                        <a:spcBef>
                          <a:spcPts val="0"/>
                        </a:spcBef>
                        <a:spcAft>
                          <a:spcPts val="0"/>
                        </a:spcAft>
                        <a:buNone/>
                      </a:pPr>
                      <a:r>
                        <a:rPr b="1" lang="es-ES" sz="1100">
                          <a:solidFill>
                            <a:srgbClr val="FF9900"/>
                          </a:solidFill>
                        </a:rPr>
                        <a:t> (XP)</a:t>
                      </a:r>
                      <a:endParaRPr b="1" sz="1100">
                        <a:solidFill>
                          <a:srgbClr val="FF9900"/>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s-ES" sz="1100">
                          <a:solidFill>
                            <a:schemeClr val="lt1"/>
                          </a:solidFill>
                        </a:rPr>
                        <a:t>Dynamic Systems Development Method</a:t>
                      </a:r>
                      <a:r>
                        <a:rPr b="1" lang="es-ES" sz="1100">
                          <a:solidFill>
                            <a:srgbClr val="FF9900"/>
                          </a:solidFill>
                        </a:rPr>
                        <a:t> (DSDM)</a:t>
                      </a:r>
                      <a:endParaRPr b="1" sz="1100">
                        <a:solidFill>
                          <a:srgbClr val="FF9900"/>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073763"/>
                    </a:solidFill>
                  </a:tcPr>
                </a:tc>
              </a:tr>
              <a:tr h="519025">
                <a:tc>
                  <a:txBody>
                    <a:bodyPr/>
                    <a:lstStyle/>
                    <a:p>
                      <a:pPr indent="0" lvl="0" marL="0" rtl="0" algn="l">
                        <a:lnSpc>
                          <a:spcPct val="115000"/>
                        </a:lnSpc>
                        <a:spcBef>
                          <a:spcPts val="0"/>
                        </a:spcBef>
                        <a:spcAft>
                          <a:spcPts val="0"/>
                        </a:spcAft>
                        <a:buNone/>
                      </a:pPr>
                      <a:r>
                        <a:rPr lang="es-ES" sz="1100">
                          <a:solidFill>
                            <a:schemeClr val="dk1"/>
                          </a:solidFill>
                        </a:rPr>
                        <a:t>Factibilidad del Equipo</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s-ES" sz="1100">
                          <a:solidFill>
                            <a:schemeClr val="dk1"/>
                          </a:solidFill>
                        </a:rPr>
                        <a:t>Obliga a crear pruebas automatizadas antes del código, duplicando la carga de trabajo de un único desarrollador.</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Requiere obligatoriamente prácticas en pareja (Pair Programming) imposibles de ejecutar en solitario.</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Permite estructurar el proyecto de forma ordenada mediante priorización y control del tiempo.</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519025">
                <a:tc>
                  <a:txBody>
                    <a:bodyPr/>
                    <a:lstStyle/>
                    <a:p>
                      <a:pPr indent="0" lvl="0" marL="0" rtl="0" algn="l">
                        <a:lnSpc>
                          <a:spcPct val="115000"/>
                        </a:lnSpc>
                        <a:spcBef>
                          <a:spcPts val="0"/>
                        </a:spcBef>
                        <a:spcAft>
                          <a:spcPts val="0"/>
                        </a:spcAft>
                        <a:buNone/>
                      </a:pPr>
                      <a:r>
                        <a:rPr lang="es-ES" sz="1100">
                          <a:solidFill>
                            <a:schemeClr val="dk1"/>
                          </a:solidFill>
                        </a:rPr>
                        <a:t>Carga de Gestión y Roles</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s-ES" sz="1100">
                          <a:solidFill>
                            <a:schemeClr val="dk1"/>
                          </a:solidFill>
                        </a:rPr>
                        <a:t>El desarrollador solo ejecuta la lógica de pruebas y código.</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Depende de la interacción continua del equipo técnico.</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La misma persona asume los roles de gestión, desarrollo y pruebas progresivamente.</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519025">
                <a:tc>
                  <a:txBody>
                    <a:bodyPr/>
                    <a:lstStyle/>
                    <a:p>
                      <a:pPr indent="0" lvl="0" marL="0" rtl="0" algn="l">
                        <a:lnSpc>
                          <a:spcPct val="115000"/>
                        </a:lnSpc>
                        <a:spcBef>
                          <a:spcPts val="0"/>
                        </a:spcBef>
                        <a:spcAft>
                          <a:spcPts val="0"/>
                        </a:spcAft>
                        <a:buNone/>
                      </a:pPr>
                      <a:r>
                        <a:rPr lang="es-ES" sz="1100">
                          <a:solidFill>
                            <a:schemeClr val="dk1"/>
                          </a:solidFill>
                        </a:rPr>
                        <a:t>Manejo del Alcance</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s-ES" sz="1100">
                          <a:solidFill>
                            <a:schemeClr val="dk1"/>
                          </a:solidFill>
                        </a:rPr>
                        <a:t>Difícil de ajustar si cambian los componentes web del CRM.</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Cambiante según la retroalimentación diaria del usuario.</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Clasifica qué funcionalidades entregar obligatoriamente (MVP) para no sobrecargar al desarrollador.</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519025">
                <a:tc>
                  <a:txBody>
                    <a:bodyPr/>
                    <a:lstStyle/>
                    <a:p>
                      <a:pPr indent="0" lvl="0" marL="0" rtl="0" algn="l">
                        <a:lnSpc>
                          <a:spcPct val="115000"/>
                        </a:lnSpc>
                        <a:spcBef>
                          <a:spcPts val="0"/>
                        </a:spcBef>
                        <a:spcAft>
                          <a:spcPts val="0"/>
                        </a:spcAft>
                        <a:buNone/>
                      </a:pPr>
                      <a:r>
                        <a:rPr lang="es-ES" sz="1100">
                          <a:solidFill>
                            <a:schemeClr val="dk1"/>
                          </a:solidFill>
                        </a:rPr>
                        <a:t>Relación con el Cliente</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s-ES" sz="1100">
                          <a:solidFill>
                            <a:schemeClr val="dk1"/>
                          </a:solidFill>
                        </a:rPr>
                        <a:t>Centrada en casos de prueba técnicos.</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Exige disponibilidad del cliente para iteraciones rápidas.</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El desarrollador interactúa con la Directora en hitos clave (levantamiento y pruebas).</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96675">
                <a:tc>
                  <a:txBody>
                    <a:bodyPr/>
                    <a:lstStyle/>
                    <a:p>
                      <a:pPr indent="0" lvl="0" marL="0" rtl="0" algn="l">
                        <a:lnSpc>
                          <a:spcPct val="115000"/>
                        </a:lnSpc>
                        <a:spcBef>
                          <a:spcPts val="0"/>
                        </a:spcBef>
                        <a:spcAft>
                          <a:spcPts val="0"/>
                        </a:spcAft>
                        <a:buNone/>
                      </a:pPr>
                      <a:r>
                        <a:rPr lang="es-ES" sz="1100">
                          <a:solidFill>
                            <a:schemeClr val="dk1"/>
                          </a:solidFill>
                        </a:rPr>
                        <a:t>Aplicación en Blue Prism / CRM</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C9DAF8"/>
                    </a:solidFill>
                  </a:tcPr>
                </a:tc>
                <a:tc>
                  <a:txBody>
                    <a:bodyPr/>
                    <a:lstStyle/>
                    <a:p>
                      <a:pPr indent="0" lvl="0" marL="0" rtl="0" algn="l">
                        <a:lnSpc>
                          <a:spcPct val="115000"/>
                        </a:lnSpc>
                        <a:spcBef>
                          <a:spcPts val="0"/>
                        </a:spcBef>
                        <a:spcAft>
                          <a:spcPts val="0"/>
                        </a:spcAft>
                        <a:buNone/>
                      </a:pPr>
                      <a:r>
                        <a:rPr lang="es-ES" sz="1100">
                          <a:solidFill>
                            <a:schemeClr val="dk1"/>
                          </a:solidFill>
                        </a:rPr>
                        <a:t>N</a:t>
                      </a:r>
                      <a:r>
                        <a:rPr lang="es-ES" sz="1100">
                          <a:solidFill>
                            <a:schemeClr val="dk1"/>
                          </a:solidFill>
                        </a:rPr>
                        <a:t>o es práctico para interfaces web dinámicas.</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Carece de la documentación requerida por entornos institucionales.</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ES" sz="1100">
                          <a:solidFill>
                            <a:schemeClr val="dk1"/>
                          </a:solidFill>
                        </a:rPr>
                        <a:t> Mantiene la gobernanza que exige Duoc UC sin generar excesiva burocracia.</a:t>
                      </a:r>
                      <a:endParaRPr sz="1100">
                        <a:solidFill>
                          <a:schemeClr val="dk1"/>
                        </a:solidFill>
                      </a:endParaRPr>
                    </a:p>
                  </a:txBody>
                  <a:tcPr marT="25400" marB="25400" marR="25400" marL="25400"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
        <p:nvSpPr>
          <p:cNvPr id="282" name="Google Shape;282;p50"/>
          <p:cNvSpPr txBox="1"/>
          <p:nvPr/>
        </p:nvSpPr>
        <p:spPr>
          <a:xfrm>
            <a:off x="204600" y="1150675"/>
            <a:ext cx="11782800" cy="369300"/>
          </a:xfrm>
          <a:prstGeom prst="rect">
            <a:avLst/>
          </a:prstGeom>
          <a:noFill/>
          <a:ln>
            <a:noFill/>
          </a:ln>
        </p:spPr>
        <p:txBody>
          <a:bodyPr anchorCtr="0" anchor="t" bIns="91425" lIns="91425" spcFirstLastPara="1" rIns="91425" wrap="square" tIns="91425">
            <a:spAutoFit/>
          </a:bodyPr>
          <a:lstStyle/>
          <a:p>
            <a:pPr indent="0" lvl="0" marL="0" rtl="0" algn="just">
              <a:lnSpc>
                <a:spcPct val="107916"/>
              </a:lnSpc>
              <a:spcBef>
                <a:spcPts val="0"/>
              </a:spcBef>
              <a:spcAft>
                <a:spcPts val="800"/>
              </a:spcAft>
              <a:buNone/>
            </a:pPr>
            <a:r>
              <a:rPr lang="es-ES" sz="1200"/>
              <a:t>Con el fin de abordar el caso del proyecto y cumplir con los objetivos, a continuación se encuentra una tabla comparativa de tres alternativas de metodologías a aplicar.</a:t>
            </a:r>
            <a:endParaRPr/>
          </a:p>
        </p:txBody>
      </p:sp>
      <p:sp>
        <p:nvSpPr>
          <p:cNvPr id="283" name="Google Shape;283;p50"/>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Metodología</a:t>
            </a:r>
            <a:endParaRPr/>
          </a:p>
        </p:txBody>
      </p:sp>
      <p:pic>
        <p:nvPicPr>
          <p:cNvPr id="284" name="Google Shape;284;p50"/>
          <p:cNvPicPr preferRelativeResize="0"/>
          <p:nvPr/>
        </p:nvPicPr>
        <p:blipFill rotWithShape="1">
          <a:blip r:embed="rId3">
            <a:alphaModFix/>
          </a:blip>
          <a:srcRect b="7631" l="1596" r="4525" t="8052"/>
          <a:stretch/>
        </p:blipFill>
        <p:spPr>
          <a:xfrm>
            <a:off x="108025" y="2398875"/>
            <a:ext cx="4388550" cy="2412100"/>
          </a:xfrm>
          <a:prstGeom prst="rect">
            <a:avLst/>
          </a:prstGeom>
          <a:noFill/>
          <a:ln>
            <a:noFill/>
          </a:ln>
        </p:spPr>
      </p:pic>
      <p:pic>
        <p:nvPicPr>
          <p:cNvPr descr="Checkbox icon vector. Isolated contour symbol illustration (proporcionado por Getty Images)" id="285" name="Google Shape;285;p50"/>
          <p:cNvPicPr preferRelativeResize="0"/>
          <p:nvPr/>
        </p:nvPicPr>
        <p:blipFill rotWithShape="1">
          <a:blip r:embed="rId4">
            <a:alphaModFix/>
          </a:blip>
          <a:srcRect b="15952" l="21090" r="15098" t="11273"/>
          <a:stretch/>
        </p:blipFill>
        <p:spPr>
          <a:xfrm>
            <a:off x="3450574" y="5683525"/>
            <a:ext cx="902625" cy="1029325"/>
          </a:xfrm>
          <a:prstGeom prst="rect">
            <a:avLst/>
          </a:prstGeom>
          <a:noFill/>
          <a:ln>
            <a:noFill/>
          </a:ln>
        </p:spPr>
      </p:pic>
      <p:pic>
        <p:nvPicPr>
          <p:cNvPr descr="connection (proporcionado por Getty Images)" id="286" name="Google Shape;286;p50"/>
          <p:cNvPicPr preferRelativeResize="0"/>
          <p:nvPr/>
        </p:nvPicPr>
        <p:blipFill>
          <a:blip r:embed="rId5">
            <a:alphaModFix/>
          </a:blip>
          <a:stretch>
            <a:fillRect/>
          </a:stretch>
        </p:blipFill>
        <p:spPr>
          <a:xfrm>
            <a:off x="5428769" y="5809715"/>
            <a:ext cx="963052" cy="963072"/>
          </a:xfrm>
          <a:prstGeom prst="rect">
            <a:avLst/>
          </a:prstGeom>
          <a:noFill/>
          <a:ln>
            <a:noFill/>
          </a:ln>
        </p:spPr>
      </p:pic>
      <p:pic>
        <p:nvPicPr>
          <p:cNvPr descr="Setting the time icon vector. Isolated contour symbol illustration (proporcionado por Getty Images)" id="287" name="Google Shape;287;p50"/>
          <p:cNvPicPr preferRelativeResize="0"/>
          <p:nvPr/>
        </p:nvPicPr>
        <p:blipFill>
          <a:blip r:embed="rId6">
            <a:alphaModFix/>
          </a:blip>
          <a:stretch>
            <a:fillRect/>
          </a:stretch>
        </p:blipFill>
        <p:spPr>
          <a:xfrm>
            <a:off x="4349542" y="5689874"/>
            <a:ext cx="1082885" cy="1082900"/>
          </a:xfrm>
          <a:prstGeom prst="rect">
            <a:avLst/>
          </a:prstGeom>
          <a:noFill/>
          <a:ln>
            <a:noFill/>
          </a:ln>
        </p:spPr>
      </p:pic>
      <p:pic>
        <p:nvPicPr>
          <p:cNvPr descr="certificate (proporcionado por Getty Images)" id="288" name="Google Shape;288;p50"/>
          <p:cNvPicPr preferRelativeResize="0"/>
          <p:nvPr/>
        </p:nvPicPr>
        <p:blipFill>
          <a:blip r:embed="rId7">
            <a:alphaModFix/>
          </a:blip>
          <a:stretch>
            <a:fillRect/>
          </a:stretch>
        </p:blipFill>
        <p:spPr>
          <a:xfrm>
            <a:off x="6388163" y="5749799"/>
            <a:ext cx="963052" cy="9630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g3f8bb8eb9a8_0_2225"/>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Estructura de Desglose del Trabajo EDT|WBS</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rgbClr val="000000"/>
              </a:solidFill>
              <a:latin typeface="Arial"/>
              <a:ea typeface="Arial"/>
              <a:cs typeface="Arial"/>
              <a:sym typeface="Arial"/>
            </a:endParaRPr>
          </a:p>
        </p:txBody>
      </p:sp>
      <p:pic>
        <p:nvPicPr>
          <p:cNvPr id="294" name="Google Shape;294;g3f8bb8eb9a8_0_2225"/>
          <p:cNvPicPr preferRelativeResize="0"/>
          <p:nvPr/>
        </p:nvPicPr>
        <p:blipFill rotWithShape="1">
          <a:blip r:embed="rId3">
            <a:alphaModFix/>
          </a:blip>
          <a:srcRect b="7631" l="1596" r="4525" t="8052"/>
          <a:stretch/>
        </p:blipFill>
        <p:spPr>
          <a:xfrm>
            <a:off x="138633" y="2414674"/>
            <a:ext cx="4326338" cy="2255991"/>
          </a:xfrm>
          <a:prstGeom prst="rect">
            <a:avLst/>
          </a:prstGeom>
          <a:noFill/>
          <a:ln>
            <a:noFill/>
          </a:ln>
        </p:spPr>
      </p:pic>
      <p:cxnSp>
        <p:nvCxnSpPr>
          <p:cNvPr id="295" name="Google Shape;295;g3f8bb8eb9a8_0_2225"/>
          <p:cNvCxnSpPr>
            <a:stCxn id="296" idx="0"/>
            <a:endCxn id="297" idx="2"/>
          </p:cNvCxnSpPr>
          <p:nvPr/>
        </p:nvCxnSpPr>
        <p:spPr>
          <a:xfrm rot="-5400000">
            <a:off x="6473633" y="964383"/>
            <a:ext cx="559500" cy="2765400"/>
          </a:xfrm>
          <a:prstGeom prst="bentConnector3">
            <a:avLst>
              <a:gd fmla="val 49988" name="adj1"/>
            </a:avLst>
          </a:prstGeom>
          <a:noFill/>
          <a:ln cap="flat" cmpd="sng" w="17275">
            <a:solidFill>
              <a:srgbClr val="C2C2C2"/>
            </a:solidFill>
            <a:prstDash val="solid"/>
            <a:miter lim="8000"/>
            <a:headEnd len="sm" w="sm" type="stealth"/>
            <a:tailEnd len="sm" w="sm" type="none"/>
          </a:ln>
        </p:spPr>
      </p:cxnSp>
      <p:cxnSp>
        <p:nvCxnSpPr>
          <p:cNvPr id="298" name="Google Shape;298;g3f8bb8eb9a8_0_2225"/>
          <p:cNvCxnSpPr>
            <a:stCxn id="299" idx="0"/>
            <a:endCxn id="297" idx="2"/>
          </p:cNvCxnSpPr>
          <p:nvPr/>
        </p:nvCxnSpPr>
        <p:spPr>
          <a:xfrm rot="-5400000">
            <a:off x="7230084" y="1720683"/>
            <a:ext cx="559500" cy="1252800"/>
          </a:xfrm>
          <a:prstGeom prst="bentConnector3">
            <a:avLst>
              <a:gd fmla="val 49988" name="adj1"/>
            </a:avLst>
          </a:prstGeom>
          <a:noFill/>
          <a:ln cap="flat" cmpd="sng" w="17275">
            <a:solidFill>
              <a:srgbClr val="C2C2C2"/>
            </a:solidFill>
            <a:prstDash val="solid"/>
            <a:miter lim="8000"/>
            <a:headEnd len="sm" w="sm" type="stealth"/>
            <a:tailEnd len="sm" w="sm" type="none"/>
          </a:ln>
        </p:spPr>
      </p:cxnSp>
      <p:cxnSp>
        <p:nvCxnSpPr>
          <p:cNvPr id="300" name="Google Shape;300;g3f8bb8eb9a8_0_2225"/>
          <p:cNvCxnSpPr>
            <a:stCxn id="301" idx="0"/>
            <a:endCxn id="297" idx="2"/>
          </p:cNvCxnSpPr>
          <p:nvPr/>
        </p:nvCxnSpPr>
        <p:spPr>
          <a:xfrm flipH="1" rot="5400000">
            <a:off x="7977480" y="2226093"/>
            <a:ext cx="541500" cy="224400"/>
          </a:xfrm>
          <a:prstGeom prst="bentConnector3">
            <a:avLst>
              <a:gd fmla="val 50007" name="adj1"/>
            </a:avLst>
          </a:prstGeom>
          <a:noFill/>
          <a:ln cap="flat" cmpd="sng" w="17275">
            <a:solidFill>
              <a:srgbClr val="C2C2C2"/>
            </a:solidFill>
            <a:prstDash val="solid"/>
            <a:miter lim="8000"/>
            <a:headEnd len="sm" w="sm" type="stealth"/>
            <a:tailEnd len="sm" w="sm" type="none"/>
          </a:ln>
        </p:spPr>
      </p:cxnSp>
      <p:cxnSp>
        <p:nvCxnSpPr>
          <p:cNvPr id="302" name="Google Shape;302;g3f8bb8eb9a8_0_2225"/>
          <p:cNvCxnSpPr>
            <a:stCxn id="303" idx="0"/>
            <a:endCxn id="297" idx="2"/>
          </p:cNvCxnSpPr>
          <p:nvPr/>
        </p:nvCxnSpPr>
        <p:spPr>
          <a:xfrm flipH="1" rot="5400000">
            <a:off x="8759084" y="1444503"/>
            <a:ext cx="523800" cy="1769700"/>
          </a:xfrm>
          <a:prstGeom prst="bentConnector3">
            <a:avLst>
              <a:gd fmla="val 49999" name="adj1"/>
            </a:avLst>
          </a:prstGeom>
          <a:noFill/>
          <a:ln cap="flat" cmpd="sng" w="17275">
            <a:solidFill>
              <a:srgbClr val="C2C2C2"/>
            </a:solidFill>
            <a:prstDash val="solid"/>
            <a:miter lim="8000"/>
            <a:headEnd len="sm" w="sm" type="stealth"/>
            <a:tailEnd len="sm" w="sm" type="none"/>
          </a:ln>
        </p:spPr>
      </p:cxnSp>
      <p:cxnSp>
        <p:nvCxnSpPr>
          <p:cNvPr id="304" name="Google Shape;304;g3f8bb8eb9a8_0_2225"/>
          <p:cNvCxnSpPr>
            <a:stCxn id="305" idx="0"/>
            <a:endCxn id="297" idx="2"/>
          </p:cNvCxnSpPr>
          <p:nvPr/>
        </p:nvCxnSpPr>
        <p:spPr>
          <a:xfrm flipH="1" rot="5400000">
            <a:off x="9528047" y="675603"/>
            <a:ext cx="523800" cy="3307500"/>
          </a:xfrm>
          <a:prstGeom prst="bentConnector3">
            <a:avLst>
              <a:gd fmla="val 49999" name="adj1"/>
            </a:avLst>
          </a:prstGeom>
          <a:noFill/>
          <a:ln cap="flat" cmpd="sng" w="17275">
            <a:solidFill>
              <a:srgbClr val="C2C2C2"/>
            </a:solidFill>
            <a:prstDash val="solid"/>
            <a:miter lim="8000"/>
            <a:headEnd len="sm" w="sm" type="stealth"/>
            <a:tailEnd len="sm" w="sm" type="none"/>
          </a:ln>
        </p:spPr>
      </p:cxnSp>
      <p:sp>
        <p:nvSpPr>
          <p:cNvPr id="297" name="Google Shape;297;g3f8bb8eb9a8_0_2225"/>
          <p:cNvSpPr txBox="1"/>
          <p:nvPr/>
        </p:nvSpPr>
        <p:spPr>
          <a:xfrm>
            <a:off x="7147328" y="1735367"/>
            <a:ext cx="1977600" cy="332100"/>
          </a:xfrm>
          <a:prstGeom prst="rect">
            <a:avLst/>
          </a:prstGeom>
          <a:solidFill>
            <a:srgbClr val="1C4587"/>
          </a:solidFill>
          <a:ln>
            <a:noFill/>
          </a:ln>
        </p:spPr>
        <p:txBody>
          <a:bodyPr anchorCtr="0" anchor="ctr" bIns="82900" lIns="82900" spcFirstLastPara="1" rIns="82900" wrap="square" tIns="82900">
            <a:noAutofit/>
          </a:bodyPr>
          <a:lstStyle/>
          <a:p>
            <a:pPr indent="0" lvl="0" marL="0" rtl="0" algn="ctr">
              <a:spcBef>
                <a:spcPts val="0"/>
              </a:spcBef>
              <a:spcAft>
                <a:spcPts val="0"/>
              </a:spcAft>
              <a:buNone/>
            </a:pPr>
            <a:r>
              <a:rPr lang="es-ES" sz="900">
                <a:solidFill>
                  <a:schemeClr val="lt1"/>
                </a:solidFill>
                <a:latin typeface="Roboto"/>
                <a:ea typeface="Roboto"/>
                <a:cs typeface="Roboto"/>
                <a:sym typeface="Roboto"/>
              </a:rPr>
              <a:t>Proyecto RPA</a:t>
            </a:r>
            <a:endParaRPr sz="900">
              <a:solidFill>
                <a:schemeClr val="lt1"/>
              </a:solidFill>
              <a:latin typeface="Roboto"/>
              <a:ea typeface="Roboto"/>
              <a:cs typeface="Roboto"/>
              <a:sym typeface="Roboto"/>
            </a:endParaRPr>
          </a:p>
          <a:p>
            <a:pPr indent="0" lvl="0" marL="0" rtl="0" algn="ctr">
              <a:spcBef>
                <a:spcPts val="0"/>
              </a:spcBef>
              <a:spcAft>
                <a:spcPts val="0"/>
              </a:spcAft>
              <a:buNone/>
            </a:pPr>
            <a:r>
              <a:rPr lang="es-ES" sz="900">
                <a:solidFill>
                  <a:schemeClr val="lt1"/>
                </a:solidFill>
                <a:latin typeface="Roboto"/>
                <a:ea typeface="Roboto"/>
                <a:cs typeface="Roboto"/>
                <a:sym typeface="Roboto"/>
              </a:rPr>
              <a:t>Solicitud académica “Renuncia”</a:t>
            </a:r>
            <a:endParaRPr sz="900">
              <a:solidFill>
                <a:schemeClr val="lt1"/>
              </a:solidFill>
              <a:latin typeface="Roboto"/>
              <a:ea typeface="Roboto"/>
              <a:cs typeface="Roboto"/>
              <a:sym typeface="Roboto"/>
            </a:endParaRPr>
          </a:p>
        </p:txBody>
      </p:sp>
      <p:sp>
        <p:nvSpPr>
          <p:cNvPr id="303" name="Google Shape;303;g3f8bb8eb9a8_0_2225"/>
          <p:cNvSpPr txBox="1"/>
          <p:nvPr/>
        </p:nvSpPr>
        <p:spPr>
          <a:xfrm>
            <a:off x="9295334" y="2591253"/>
            <a:ext cx="1221000" cy="332100"/>
          </a:xfrm>
          <a:prstGeom prst="rect">
            <a:avLst/>
          </a:prstGeom>
          <a:solidFill>
            <a:srgbClr val="073763"/>
          </a:solidFill>
          <a:ln>
            <a:noFill/>
          </a:ln>
        </p:spPr>
        <p:txBody>
          <a:bodyPr anchorCtr="0" anchor="ctr" bIns="82900" lIns="82900" spcFirstLastPara="1" rIns="82900" wrap="square" tIns="82900">
            <a:noAutofit/>
          </a:bodyPr>
          <a:lstStyle/>
          <a:p>
            <a:pPr indent="0" lvl="0" marL="0" marR="0" rtl="0" algn="ctr">
              <a:lnSpc>
                <a:spcPct val="100000"/>
              </a:lnSpc>
              <a:spcBef>
                <a:spcPts val="0"/>
              </a:spcBef>
              <a:spcAft>
                <a:spcPts val="0"/>
              </a:spcAft>
              <a:buNone/>
            </a:pPr>
            <a:r>
              <a:rPr b="1" lang="es-ES" sz="800">
                <a:solidFill>
                  <a:schemeClr val="lt1"/>
                </a:solidFill>
              </a:rPr>
              <a:t>Pruebas y QA</a:t>
            </a:r>
            <a:endParaRPr b="1" sz="800">
              <a:solidFill>
                <a:schemeClr val="lt1"/>
              </a:solidFill>
            </a:endParaRPr>
          </a:p>
        </p:txBody>
      </p:sp>
      <p:sp>
        <p:nvSpPr>
          <p:cNvPr id="301" name="Google Shape;301;g3f8bb8eb9a8_0_2225"/>
          <p:cNvSpPr txBox="1"/>
          <p:nvPr/>
        </p:nvSpPr>
        <p:spPr>
          <a:xfrm>
            <a:off x="7749930" y="2609043"/>
            <a:ext cx="1221000" cy="332100"/>
          </a:xfrm>
          <a:prstGeom prst="rect">
            <a:avLst/>
          </a:prstGeom>
          <a:solidFill>
            <a:srgbClr val="073763"/>
          </a:solidFill>
          <a:ln>
            <a:noFill/>
          </a:ln>
        </p:spPr>
        <p:txBody>
          <a:bodyPr anchorCtr="0" anchor="ctr" bIns="82900" lIns="82900" spcFirstLastPara="1" rIns="82900" wrap="square" tIns="82900">
            <a:noAutofit/>
          </a:bodyPr>
          <a:lstStyle/>
          <a:p>
            <a:pPr indent="0" lvl="0" marL="0" marR="0" rtl="0" algn="ctr">
              <a:lnSpc>
                <a:spcPct val="100000"/>
              </a:lnSpc>
              <a:spcBef>
                <a:spcPts val="0"/>
              </a:spcBef>
              <a:spcAft>
                <a:spcPts val="0"/>
              </a:spcAft>
              <a:buNone/>
            </a:pPr>
            <a:r>
              <a:rPr b="1" lang="es-ES" sz="800">
                <a:solidFill>
                  <a:schemeClr val="lt1"/>
                </a:solidFill>
              </a:rPr>
              <a:t>Desarrollo del Prototipo</a:t>
            </a:r>
            <a:endParaRPr b="1" sz="800">
              <a:solidFill>
                <a:schemeClr val="lt1"/>
              </a:solidFill>
            </a:endParaRPr>
          </a:p>
        </p:txBody>
      </p:sp>
      <p:sp>
        <p:nvSpPr>
          <p:cNvPr id="299" name="Google Shape;299;g3f8bb8eb9a8_0_2225"/>
          <p:cNvSpPr txBox="1"/>
          <p:nvPr/>
        </p:nvSpPr>
        <p:spPr>
          <a:xfrm>
            <a:off x="6272934" y="2626833"/>
            <a:ext cx="1221000" cy="332100"/>
          </a:xfrm>
          <a:prstGeom prst="rect">
            <a:avLst/>
          </a:prstGeom>
          <a:solidFill>
            <a:srgbClr val="073763"/>
          </a:solidFill>
          <a:ln>
            <a:noFill/>
          </a:ln>
        </p:spPr>
        <p:txBody>
          <a:bodyPr anchorCtr="0" anchor="ctr" bIns="82900" lIns="82900" spcFirstLastPara="1" rIns="82900" wrap="square" tIns="82900">
            <a:noAutofit/>
          </a:bodyPr>
          <a:lstStyle/>
          <a:p>
            <a:pPr indent="0" lvl="0" marL="0" marR="0" rtl="0" algn="ctr">
              <a:lnSpc>
                <a:spcPct val="100000"/>
              </a:lnSpc>
              <a:spcBef>
                <a:spcPts val="0"/>
              </a:spcBef>
              <a:spcAft>
                <a:spcPts val="0"/>
              </a:spcAft>
              <a:buNone/>
            </a:pPr>
            <a:r>
              <a:rPr b="1" lang="es-ES" sz="800">
                <a:solidFill>
                  <a:schemeClr val="lt1"/>
                </a:solidFill>
              </a:rPr>
              <a:t>Configuración del Entorno</a:t>
            </a:r>
            <a:endParaRPr b="1" sz="800">
              <a:solidFill>
                <a:schemeClr val="lt1"/>
              </a:solidFill>
            </a:endParaRPr>
          </a:p>
        </p:txBody>
      </p:sp>
      <p:sp>
        <p:nvSpPr>
          <p:cNvPr id="296" name="Google Shape;296;g3f8bb8eb9a8_0_2225"/>
          <p:cNvSpPr txBox="1"/>
          <p:nvPr/>
        </p:nvSpPr>
        <p:spPr>
          <a:xfrm>
            <a:off x="4760183" y="2626833"/>
            <a:ext cx="1221000" cy="332100"/>
          </a:xfrm>
          <a:prstGeom prst="rect">
            <a:avLst/>
          </a:prstGeom>
          <a:solidFill>
            <a:srgbClr val="073763"/>
          </a:solidFill>
          <a:ln>
            <a:noFill/>
          </a:ln>
        </p:spPr>
        <p:txBody>
          <a:bodyPr anchorCtr="0" anchor="ctr" bIns="82900" lIns="82900" spcFirstLastPara="1" rIns="82900" wrap="square" tIns="82900">
            <a:noAutofit/>
          </a:bodyPr>
          <a:lstStyle/>
          <a:p>
            <a:pPr indent="0" lvl="0" marL="0" rtl="0" algn="ctr">
              <a:spcBef>
                <a:spcPts val="0"/>
              </a:spcBef>
              <a:spcAft>
                <a:spcPts val="0"/>
              </a:spcAft>
              <a:buNone/>
            </a:pPr>
            <a:r>
              <a:rPr b="1" lang="es-ES" sz="800">
                <a:solidFill>
                  <a:schemeClr val="lt1"/>
                </a:solidFill>
              </a:rPr>
              <a:t>Análisis y Diseño</a:t>
            </a:r>
            <a:endParaRPr b="1" sz="800">
              <a:solidFill>
                <a:schemeClr val="lt1"/>
              </a:solidFill>
            </a:endParaRPr>
          </a:p>
        </p:txBody>
      </p:sp>
      <p:sp>
        <p:nvSpPr>
          <p:cNvPr id="305" name="Google Shape;305;g3f8bb8eb9a8_0_2225"/>
          <p:cNvSpPr txBox="1"/>
          <p:nvPr/>
        </p:nvSpPr>
        <p:spPr>
          <a:xfrm>
            <a:off x="10833197" y="2591253"/>
            <a:ext cx="1221000" cy="332100"/>
          </a:xfrm>
          <a:prstGeom prst="rect">
            <a:avLst/>
          </a:prstGeom>
          <a:solidFill>
            <a:srgbClr val="073763"/>
          </a:solidFill>
          <a:ln>
            <a:noFill/>
          </a:ln>
        </p:spPr>
        <p:txBody>
          <a:bodyPr anchorCtr="0" anchor="ctr" bIns="82900" lIns="82900" spcFirstLastPara="1" rIns="82900" wrap="square" tIns="82900">
            <a:noAutofit/>
          </a:bodyPr>
          <a:lstStyle/>
          <a:p>
            <a:pPr indent="0" lvl="0" marL="0" marR="0" rtl="0" algn="ctr">
              <a:lnSpc>
                <a:spcPct val="100000"/>
              </a:lnSpc>
              <a:spcBef>
                <a:spcPts val="0"/>
              </a:spcBef>
              <a:spcAft>
                <a:spcPts val="0"/>
              </a:spcAft>
              <a:buNone/>
            </a:pPr>
            <a:r>
              <a:rPr b="1" lang="es-ES" sz="800">
                <a:solidFill>
                  <a:schemeClr val="lt1"/>
                </a:solidFill>
              </a:rPr>
              <a:t>Despliegue, Cierre y Mejora Continua</a:t>
            </a:r>
            <a:endParaRPr b="1" sz="800">
              <a:solidFill>
                <a:schemeClr val="lt1"/>
              </a:solidFill>
            </a:endParaRPr>
          </a:p>
        </p:txBody>
      </p:sp>
      <p:sp>
        <p:nvSpPr>
          <p:cNvPr id="306" name="Google Shape;306;g3f8bb8eb9a8_0_2225"/>
          <p:cNvSpPr txBox="1"/>
          <p:nvPr/>
        </p:nvSpPr>
        <p:spPr>
          <a:xfrm>
            <a:off x="7749930" y="3474104"/>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3.2 Lógica de solicitud</a:t>
            </a:r>
            <a:endParaRPr sz="700">
              <a:solidFill>
                <a:srgbClr val="0C57D3"/>
              </a:solidFill>
            </a:endParaRPr>
          </a:p>
        </p:txBody>
      </p:sp>
      <p:sp>
        <p:nvSpPr>
          <p:cNvPr id="307" name="Google Shape;307;g3f8bb8eb9a8_0_2225"/>
          <p:cNvSpPr txBox="1"/>
          <p:nvPr/>
        </p:nvSpPr>
        <p:spPr>
          <a:xfrm>
            <a:off x="7749930" y="3041574"/>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3.1 Mapeo objetos</a:t>
            </a:r>
            <a:endParaRPr sz="700">
              <a:solidFill>
                <a:srgbClr val="0C57D3"/>
              </a:solidFill>
            </a:endParaRPr>
          </a:p>
          <a:p>
            <a:pPr indent="0" lvl="0" marL="0" rtl="0" algn="l">
              <a:spcBef>
                <a:spcPts val="0"/>
              </a:spcBef>
              <a:spcAft>
                <a:spcPts val="0"/>
              </a:spcAft>
              <a:buNone/>
            </a:pPr>
            <a:r>
              <a:rPr lang="es-ES" sz="700">
                <a:solidFill>
                  <a:srgbClr val="0C57D3"/>
                </a:solidFill>
              </a:rPr>
              <a:t>CRM</a:t>
            </a:r>
            <a:endParaRPr sz="700">
              <a:solidFill>
                <a:srgbClr val="0C57D3"/>
              </a:solidFill>
            </a:endParaRPr>
          </a:p>
        </p:txBody>
      </p:sp>
      <p:sp>
        <p:nvSpPr>
          <p:cNvPr id="308" name="Google Shape;308;g3f8bb8eb9a8_0_2225"/>
          <p:cNvSpPr txBox="1"/>
          <p:nvPr/>
        </p:nvSpPr>
        <p:spPr>
          <a:xfrm>
            <a:off x="7749930" y="3906635"/>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3.3 Control de</a:t>
            </a:r>
            <a:endParaRPr sz="700">
              <a:solidFill>
                <a:srgbClr val="0C57D3"/>
              </a:solidFill>
            </a:endParaRPr>
          </a:p>
          <a:p>
            <a:pPr indent="0" lvl="0" marL="0" rtl="0" algn="l">
              <a:spcBef>
                <a:spcPts val="0"/>
              </a:spcBef>
              <a:spcAft>
                <a:spcPts val="0"/>
              </a:spcAft>
              <a:buNone/>
            </a:pPr>
            <a:r>
              <a:rPr lang="es-ES" sz="700">
                <a:solidFill>
                  <a:srgbClr val="0C57D3"/>
                </a:solidFill>
              </a:rPr>
              <a:t>excepciones</a:t>
            </a:r>
            <a:endParaRPr sz="700">
              <a:solidFill>
                <a:srgbClr val="0C57D3"/>
              </a:solidFill>
            </a:endParaRPr>
          </a:p>
        </p:txBody>
      </p:sp>
      <p:sp>
        <p:nvSpPr>
          <p:cNvPr id="309" name="Google Shape;309;g3f8bb8eb9a8_0_2225"/>
          <p:cNvSpPr txBox="1"/>
          <p:nvPr/>
        </p:nvSpPr>
        <p:spPr>
          <a:xfrm>
            <a:off x="4760183" y="3059364"/>
            <a:ext cx="1221000" cy="332100"/>
          </a:xfrm>
          <a:prstGeom prst="rect">
            <a:avLst/>
          </a:prstGeom>
          <a:solidFill>
            <a:srgbClr val="D9EAD3"/>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1.1 Levantamiento de requerimientos</a:t>
            </a:r>
            <a:endParaRPr sz="700">
              <a:solidFill>
                <a:srgbClr val="0C57D3"/>
              </a:solidFill>
            </a:endParaRPr>
          </a:p>
        </p:txBody>
      </p:sp>
      <p:sp>
        <p:nvSpPr>
          <p:cNvPr id="310" name="Google Shape;310;g3f8bb8eb9a8_0_2225"/>
          <p:cNvSpPr txBox="1"/>
          <p:nvPr/>
        </p:nvSpPr>
        <p:spPr>
          <a:xfrm>
            <a:off x="7749930" y="4339166"/>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3.4 Módulo</a:t>
            </a:r>
            <a:endParaRPr sz="700">
              <a:solidFill>
                <a:srgbClr val="0C57D3"/>
              </a:solidFill>
            </a:endParaRPr>
          </a:p>
          <a:p>
            <a:pPr indent="0" lvl="0" marL="0" rtl="0" algn="l">
              <a:spcBef>
                <a:spcPts val="0"/>
              </a:spcBef>
              <a:spcAft>
                <a:spcPts val="0"/>
              </a:spcAft>
              <a:buNone/>
            </a:pPr>
            <a:r>
              <a:rPr lang="es-ES" sz="700">
                <a:solidFill>
                  <a:srgbClr val="0C57D3"/>
                </a:solidFill>
              </a:rPr>
              <a:t>reportabilidad</a:t>
            </a:r>
            <a:endParaRPr sz="700">
              <a:solidFill>
                <a:srgbClr val="0C57D3"/>
              </a:solidFill>
            </a:endParaRPr>
          </a:p>
        </p:txBody>
      </p:sp>
      <p:sp>
        <p:nvSpPr>
          <p:cNvPr id="311" name="Google Shape;311;g3f8bb8eb9a8_0_2225"/>
          <p:cNvSpPr txBox="1"/>
          <p:nvPr/>
        </p:nvSpPr>
        <p:spPr>
          <a:xfrm>
            <a:off x="10833197" y="3023784"/>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5.1 Reporte de puesta en producción</a:t>
            </a:r>
            <a:endParaRPr sz="700">
              <a:solidFill>
                <a:srgbClr val="0C57D3"/>
              </a:solidFill>
            </a:endParaRPr>
          </a:p>
        </p:txBody>
      </p:sp>
      <p:sp>
        <p:nvSpPr>
          <p:cNvPr id="312" name="Google Shape;312;g3f8bb8eb9a8_0_2225"/>
          <p:cNvSpPr txBox="1"/>
          <p:nvPr/>
        </p:nvSpPr>
        <p:spPr>
          <a:xfrm>
            <a:off x="4760183" y="4356956"/>
            <a:ext cx="1221000" cy="332100"/>
          </a:xfrm>
          <a:prstGeom prst="rect">
            <a:avLst/>
          </a:prstGeom>
          <a:solidFill>
            <a:srgbClr val="D9EAD3"/>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marR="0" rtl="0" algn="l">
              <a:lnSpc>
                <a:spcPct val="100000"/>
              </a:lnSpc>
              <a:spcBef>
                <a:spcPts val="0"/>
              </a:spcBef>
              <a:spcAft>
                <a:spcPts val="0"/>
              </a:spcAft>
              <a:buNone/>
            </a:pPr>
            <a:r>
              <a:rPr lang="es-ES" sz="700">
                <a:solidFill>
                  <a:srgbClr val="0C57D3"/>
                </a:solidFill>
              </a:rPr>
              <a:t>1.4 Diseño funcional</a:t>
            </a:r>
            <a:endParaRPr sz="700">
              <a:solidFill>
                <a:srgbClr val="0C57D3"/>
              </a:solidFill>
            </a:endParaRPr>
          </a:p>
        </p:txBody>
      </p:sp>
      <p:sp>
        <p:nvSpPr>
          <p:cNvPr id="313" name="Google Shape;313;g3f8bb8eb9a8_0_2225"/>
          <p:cNvSpPr txBox="1"/>
          <p:nvPr/>
        </p:nvSpPr>
        <p:spPr>
          <a:xfrm>
            <a:off x="6272934" y="3059364"/>
            <a:ext cx="1221000" cy="332100"/>
          </a:xfrm>
          <a:prstGeom prst="rect">
            <a:avLst/>
          </a:prstGeom>
          <a:solidFill>
            <a:srgbClr val="F9CB9C"/>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2.1 Instalación Blue Prism</a:t>
            </a:r>
            <a:endParaRPr sz="700">
              <a:solidFill>
                <a:srgbClr val="0C57D3"/>
              </a:solidFill>
            </a:endParaRPr>
          </a:p>
        </p:txBody>
      </p:sp>
      <p:sp>
        <p:nvSpPr>
          <p:cNvPr id="314" name="Google Shape;314;g3f8bb8eb9a8_0_2225"/>
          <p:cNvSpPr txBox="1"/>
          <p:nvPr/>
        </p:nvSpPr>
        <p:spPr>
          <a:xfrm>
            <a:off x="6272934" y="3491894"/>
            <a:ext cx="1221000" cy="332100"/>
          </a:xfrm>
          <a:prstGeom prst="rect">
            <a:avLst/>
          </a:prstGeom>
          <a:solidFill>
            <a:srgbClr val="F9CB9C"/>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2.2 Configuración SQL Express</a:t>
            </a:r>
            <a:endParaRPr sz="700">
              <a:solidFill>
                <a:srgbClr val="0C57D3"/>
              </a:solidFill>
            </a:endParaRPr>
          </a:p>
        </p:txBody>
      </p:sp>
      <p:sp>
        <p:nvSpPr>
          <p:cNvPr id="315" name="Google Shape;315;g3f8bb8eb9a8_0_2225"/>
          <p:cNvSpPr txBox="1"/>
          <p:nvPr/>
        </p:nvSpPr>
        <p:spPr>
          <a:xfrm>
            <a:off x="6272934" y="3924425"/>
            <a:ext cx="1221000" cy="332100"/>
          </a:xfrm>
          <a:prstGeom prst="rect">
            <a:avLst/>
          </a:prstGeom>
          <a:solidFill>
            <a:srgbClr val="F4CCCC"/>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2.3 Accesos CRM</a:t>
            </a:r>
            <a:endParaRPr sz="700">
              <a:solidFill>
                <a:srgbClr val="0C57D3"/>
              </a:solidFill>
            </a:endParaRPr>
          </a:p>
        </p:txBody>
      </p:sp>
      <p:sp>
        <p:nvSpPr>
          <p:cNvPr id="316" name="Google Shape;316;g3f8bb8eb9a8_0_2225"/>
          <p:cNvSpPr txBox="1"/>
          <p:nvPr/>
        </p:nvSpPr>
        <p:spPr>
          <a:xfrm>
            <a:off x="9295334" y="3023784"/>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4.1 Ambiente de pruebas</a:t>
            </a:r>
            <a:endParaRPr sz="700">
              <a:solidFill>
                <a:srgbClr val="0C57D3"/>
              </a:solidFill>
            </a:endParaRPr>
          </a:p>
        </p:txBody>
      </p:sp>
      <p:sp>
        <p:nvSpPr>
          <p:cNvPr id="317" name="Google Shape;317;g3f8bb8eb9a8_0_2225"/>
          <p:cNvSpPr txBox="1"/>
          <p:nvPr/>
        </p:nvSpPr>
        <p:spPr>
          <a:xfrm>
            <a:off x="9295334" y="3456315"/>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4.2 Pruebas unitarias</a:t>
            </a:r>
            <a:endParaRPr sz="700">
              <a:solidFill>
                <a:srgbClr val="0C57D3"/>
              </a:solidFill>
            </a:endParaRPr>
          </a:p>
        </p:txBody>
      </p:sp>
      <p:sp>
        <p:nvSpPr>
          <p:cNvPr id="318" name="Google Shape;318;g3f8bb8eb9a8_0_2225"/>
          <p:cNvSpPr txBox="1"/>
          <p:nvPr/>
        </p:nvSpPr>
        <p:spPr>
          <a:xfrm>
            <a:off x="9295334" y="3888845"/>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4.3 Pruebas integrales</a:t>
            </a:r>
            <a:endParaRPr sz="700">
              <a:solidFill>
                <a:srgbClr val="0C57D3"/>
              </a:solidFill>
            </a:endParaRPr>
          </a:p>
        </p:txBody>
      </p:sp>
      <p:sp>
        <p:nvSpPr>
          <p:cNvPr id="319" name="Google Shape;319;g3f8bb8eb9a8_0_2225"/>
          <p:cNvSpPr txBox="1"/>
          <p:nvPr/>
        </p:nvSpPr>
        <p:spPr>
          <a:xfrm>
            <a:off x="10833197" y="3456315"/>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5.2 Paso a producción</a:t>
            </a:r>
            <a:endParaRPr sz="700">
              <a:solidFill>
                <a:srgbClr val="0C57D3"/>
              </a:solidFill>
            </a:endParaRPr>
          </a:p>
        </p:txBody>
      </p:sp>
      <p:sp>
        <p:nvSpPr>
          <p:cNvPr id="320" name="Google Shape;320;g3f8bb8eb9a8_0_2225"/>
          <p:cNvSpPr txBox="1"/>
          <p:nvPr/>
        </p:nvSpPr>
        <p:spPr>
          <a:xfrm>
            <a:off x="10833197" y="3888845"/>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5.3 Pruebas post producción</a:t>
            </a:r>
            <a:endParaRPr sz="700">
              <a:solidFill>
                <a:srgbClr val="0C57D3"/>
              </a:solidFill>
            </a:endParaRPr>
          </a:p>
        </p:txBody>
      </p:sp>
      <p:sp>
        <p:nvSpPr>
          <p:cNvPr id="321" name="Google Shape;321;g3f8bb8eb9a8_0_2225"/>
          <p:cNvSpPr txBox="1"/>
          <p:nvPr/>
        </p:nvSpPr>
        <p:spPr>
          <a:xfrm>
            <a:off x="4760183" y="3491894"/>
            <a:ext cx="1221000" cy="332100"/>
          </a:xfrm>
          <a:prstGeom prst="rect">
            <a:avLst/>
          </a:prstGeom>
          <a:solidFill>
            <a:srgbClr val="D9EAD3"/>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1.2 Plan de alcance</a:t>
            </a:r>
            <a:endParaRPr sz="700">
              <a:solidFill>
                <a:srgbClr val="0C57D3"/>
              </a:solidFill>
            </a:endParaRPr>
          </a:p>
        </p:txBody>
      </p:sp>
      <p:sp>
        <p:nvSpPr>
          <p:cNvPr id="322" name="Google Shape;322;g3f8bb8eb9a8_0_2225"/>
          <p:cNvSpPr txBox="1"/>
          <p:nvPr/>
        </p:nvSpPr>
        <p:spPr>
          <a:xfrm>
            <a:off x="4760183" y="3924425"/>
            <a:ext cx="1221000" cy="332100"/>
          </a:xfrm>
          <a:prstGeom prst="rect">
            <a:avLst/>
          </a:prstGeom>
          <a:solidFill>
            <a:srgbClr val="D9EAD3"/>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1.3 Matriz Stakeholders</a:t>
            </a:r>
            <a:endParaRPr sz="700">
              <a:solidFill>
                <a:srgbClr val="0C57D3"/>
              </a:solidFill>
            </a:endParaRPr>
          </a:p>
        </p:txBody>
      </p:sp>
      <p:cxnSp>
        <p:nvCxnSpPr>
          <p:cNvPr id="323" name="Google Shape;323;g3f8bb8eb9a8_0_2225"/>
          <p:cNvCxnSpPr>
            <a:stCxn id="296" idx="1"/>
            <a:endCxn id="309" idx="1"/>
          </p:cNvCxnSpPr>
          <p:nvPr/>
        </p:nvCxnSpPr>
        <p:spPr>
          <a:xfrm>
            <a:off x="4760183" y="2792883"/>
            <a:ext cx="600" cy="4326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24" name="Google Shape;324;g3f8bb8eb9a8_0_2225"/>
          <p:cNvCxnSpPr>
            <a:stCxn id="296" idx="1"/>
            <a:endCxn id="321" idx="1"/>
          </p:cNvCxnSpPr>
          <p:nvPr/>
        </p:nvCxnSpPr>
        <p:spPr>
          <a:xfrm>
            <a:off x="4760183" y="2792883"/>
            <a:ext cx="600" cy="8652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25" name="Google Shape;325;g3f8bb8eb9a8_0_2225"/>
          <p:cNvCxnSpPr>
            <a:stCxn id="296" idx="1"/>
            <a:endCxn id="322" idx="1"/>
          </p:cNvCxnSpPr>
          <p:nvPr/>
        </p:nvCxnSpPr>
        <p:spPr>
          <a:xfrm>
            <a:off x="4760183" y="2792883"/>
            <a:ext cx="600" cy="12975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26" name="Google Shape;326;g3f8bb8eb9a8_0_2225"/>
          <p:cNvCxnSpPr>
            <a:stCxn id="296" idx="1"/>
            <a:endCxn id="312" idx="1"/>
          </p:cNvCxnSpPr>
          <p:nvPr/>
        </p:nvCxnSpPr>
        <p:spPr>
          <a:xfrm>
            <a:off x="4760183" y="2792883"/>
            <a:ext cx="600" cy="17301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27" name="Google Shape;327;g3f8bb8eb9a8_0_2225"/>
          <p:cNvCxnSpPr>
            <a:stCxn id="301" idx="1"/>
            <a:endCxn id="307" idx="1"/>
          </p:cNvCxnSpPr>
          <p:nvPr/>
        </p:nvCxnSpPr>
        <p:spPr>
          <a:xfrm>
            <a:off x="7749930" y="2775093"/>
            <a:ext cx="600" cy="4326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28" name="Google Shape;328;g3f8bb8eb9a8_0_2225"/>
          <p:cNvCxnSpPr>
            <a:stCxn id="301" idx="1"/>
            <a:endCxn id="306" idx="1"/>
          </p:cNvCxnSpPr>
          <p:nvPr/>
        </p:nvCxnSpPr>
        <p:spPr>
          <a:xfrm>
            <a:off x="7749930" y="2775093"/>
            <a:ext cx="600" cy="8652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29" name="Google Shape;329;g3f8bb8eb9a8_0_2225"/>
          <p:cNvCxnSpPr>
            <a:stCxn id="301" idx="1"/>
            <a:endCxn id="308" idx="1"/>
          </p:cNvCxnSpPr>
          <p:nvPr/>
        </p:nvCxnSpPr>
        <p:spPr>
          <a:xfrm>
            <a:off x="7749930" y="2775093"/>
            <a:ext cx="600" cy="12975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0" name="Google Shape;330;g3f8bb8eb9a8_0_2225"/>
          <p:cNvCxnSpPr>
            <a:stCxn id="301" idx="1"/>
            <a:endCxn id="310" idx="1"/>
          </p:cNvCxnSpPr>
          <p:nvPr/>
        </p:nvCxnSpPr>
        <p:spPr>
          <a:xfrm>
            <a:off x="7749930" y="2775093"/>
            <a:ext cx="600" cy="17301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1" name="Google Shape;331;g3f8bb8eb9a8_0_2225"/>
          <p:cNvCxnSpPr>
            <a:stCxn id="303" idx="1"/>
            <a:endCxn id="316" idx="1"/>
          </p:cNvCxnSpPr>
          <p:nvPr/>
        </p:nvCxnSpPr>
        <p:spPr>
          <a:xfrm>
            <a:off x="9295334" y="2757303"/>
            <a:ext cx="600" cy="4326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2" name="Google Shape;332;g3f8bb8eb9a8_0_2225"/>
          <p:cNvCxnSpPr>
            <a:stCxn id="303" idx="1"/>
            <a:endCxn id="317" idx="1"/>
          </p:cNvCxnSpPr>
          <p:nvPr/>
        </p:nvCxnSpPr>
        <p:spPr>
          <a:xfrm>
            <a:off x="9295334" y="2757303"/>
            <a:ext cx="600" cy="8652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3" name="Google Shape;333;g3f8bb8eb9a8_0_2225"/>
          <p:cNvCxnSpPr>
            <a:stCxn id="303" idx="1"/>
            <a:endCxn id="318" idx="1"/>
          </p:cNvCxnSpPr>
          <p:nvPr/>
        </p:nvCxnSpPr>
        <p:spPr>
          <a:xfrm>
            <a:off x="9295334" y="2757303"/>
            <a:ext cx="600" cy="12975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4" name="Google Shape;334;g3f8bb8eb9a8_0_2225"/>
          <p:cNvCxnSpPr>
            <a:stCxn id="305" idx="1"/>
            <a:endCxn id="311" idx="1"/>
          </p:cNvCxnSpPr>
          <p:nvPr/>
        </p:nvCxnSpPr>
        <p:spPr>
          <a:xfrm>
            <a:off x="10833197" y="2757303"/>
            <a:ext cx="600" cy="4326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5" name="Google Shape;335;g3f8bb8eb9a8_0_2225"/>
          <p:cNvCxnSpPr>
            <a:stCxn id="305" idx="1"/>
            <a:endCxn id="319" idx="1"/>
          </p:cNvCxnSpPr>
          <p:nvPr/>
        </p:nvCxnSpPr>
        <p:spPr>
          <a:xfrm>
            <a:off x="10833197" y="2757303"/>
            <a:ext cx="600" cy="8652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6" name="Google Shape;336;g3f8bb8eb9a8_0_2225"/>
          <p:cNvCxnSpPr>
            <a:stCxn id="305" idx="1"/>
            <a:endCxn id="320" idx="1"/>
          </p:cNvCxnSpPr>
          <p:nvPr/>
        </p:nvCxnSpPr>
        <p:spPr>
          <a:xfrm>
            <a:off x="10833197" y="2757303"/>
            <a:ext cx="600" cy="12975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7" name="Google Shape;337;g3f8bb8eb9a8_0_2225"/>
          <p:cNvCxnSpPr>
            <a:stCxn id="299" idx="1"/>
            <a:endCxn id="313" idx="1"/>
          </p:cNvCxnSpPr>
          <p:nvPr/>
        </p:nvCxnSpPr>
        <p:spPr>
          <a:xfrm>
            <a:off x="6272934" y="2792883"/>
            <a:ext cx="600" cy="4326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8" name="Google Shape;338;g3f8bb8eb9a8_0_2225"/>
          <p:cNvCxnSpPr>
            <a:stCxn id="299" idx="1"/>
            <a:endCxn id="314" idx="1"/>
          </p:cNvCxnSpPr>
          <p:nvPr/>
        </p:nvCxnSpPr>
        <p:spPr>
          <a:xfrm>
            <a:off x="6272934" y="2792883"/>
            <a:ext cx="600" cy="8652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39" name="Google Shape;339;g3f8bb8eb9a8_0_2225"/>
          <p:cNvCxnSpPr>
            <a:stCxn id="299" idx="1"/>
            <a:endCxn id="315" idx="1"/>
          </p:cNvCxnSpPr>
          <p:nvPr/>
        </p:nvCxnSpPr>
        <p:spPr>
          <a:xfrm>
            <a:off x="6272934" y="2792883"/>
            <a:ext cx="600" cy="1297500"/>
          </a:xfrm>
          <a:prstGeom prst="bentConnector3">
            <a:avLst>
              <a:gd fmla="val -39687500" name="adj1"/>
            </a:avLst>
          </a:prstGeom>
          <a:noFill/>
          <a:ln cap="flat" cmpd="sng" w="8625">
            <a:solidFill>
              <a:schemeClr val="dk2"/>
            </a:solidFill>
            <a:prstDash val="solid"/>
            <a:round/>
            <a:headEnd len="med" w="med" type="none"/>
            <a:tailEnd len="med" w="med" type="none"/>
          </a:ln>
        </p:spPr>
      </p:cxnSp>
      <p:sp>
        <p:nvSpPr>
          <p:cNvPr id="340" name="Google Shape;340;g3f8bb8eb9a8_0_2225"/>
          <p:cNvSpPr txBox="1"/>
          <p:nvPr/>
        </p:nvSpPr>
        <p:spPr>
          <a:xfrm>
            <a:off x="9295334" y="4321376"/>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4.4 Pruebas de aceptación de usuario</a:t>
            </a:r>
            <a:endParaRPr sz="700">
              <a:solidFill>
                <a:srgbClr val="0C57D3"/>
              </a:solidFill>
            </a:endParaRPr>
          </a:p>
        </p:txBody>
      </p:sp>
      <p:sp>
        <p:nvSpPr>
          <p:cNvPr id="341" name="Google Shape;341;g3f8bb8eb9a8_0_2225"/>
          <p:cNvSpPr txBox="1"/>
          <p:nvPr/>
        </p:nvSpPr>
        <p:spPr>
          <a:xfrm>
            <a:off x="9295878" y="4753911"/>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4.5 Corrección de errores</a:t>
            </a:r>
            <a:endParaRPr sz="700">
              <a:solidFill>
                <a:srgbClr val="0C57D3"/>
              </a:solidFill>
            </a:endParaRPr>
          </a:p>
        </p:txBody>
      </p:sp>
      <p:cxnSp>
        <p:nvCxnSpPr>
          <p:cNvPr id="342" name="Google Shape;342;g3f8bb8eb9a8_0_2225"/>
          <p:cNvCxnSpPr>
            <a:stCxn id="303" idx="1"/>
            <a:endCxn id="340" idx="1"/>
          </p:cNvCxnSpPr>
          <p:nvPr/>
        </p:nvCxnSpPr>
        <p:spPr>
          <a:xfrm>
            <a:off x="9295334" y="2757303"/>
            <a:ext cx="600" cy="17301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43" name="Google Shape;343;g3f8bb8eb9a8_0_2225"/>
          <p:cNvCxnSpPr>
            <a:stCxn id="303" idx="1"/>
            <a:endCxn id="341" idx="1"/>
          </p:cNvCxnSpPr>
          <p:nvPr/>
        </p:nvCxnSpPr>
        <p:spPr>
          <a:xfrm>
            <a:off x="9295334" y="2757303"/>
            <a:ext cx="600" cy="2162700"/>
          </a:xfrm>
          <a:prstGeom prst="bentConnector3">
            <a:avLst>
              <a:gd fmla="val -39687500" name="adj1"/>
            </a:avLst>
          </a:prstGeom>
          <a:noFill/>
          <a:ln cap="flat" cmpd="sng" w="8625">
            <a:solidFill>
              <a:schemeClr val="dk2"/>
            </a:solidFill>
            <a:prstDash val="solid"/>
            <a:round/>
            <a:headEnd len="med" w="med" type="none"/>
            <a:tailEnd len="med" w="med" type="none"/>
          </a:ln>
        </p:spPr>
      </p:cxnSp>
      <p:sp>
        <p:nvSpPr>
          <p:cNvPr id="344" name="Google Shape;344;g3f8bb8eb9a8_0_2225"/>
          <p:cNvSpPr txBox="1"/>
          <p:nvPr/>
        </p:nvSpPr>
        <p:spPr>
          <a:xfrm>
            <a:off x="10833197" y="4321376"/>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5.4 Capacitaciones</a:t>
            </a:r>
            <a:endParaRPr sz="700">
              <a:solidFill>
                <a:srgbClr val="0C57D3"/>
              </a:solidFill>
            </a:endParaRPr>
          </a:p>
        </p:txBody>
      </p:sp>
      <p:sp>
        <p:nvSpPr>
          <p:cNvPr id="345" name="Google Shape;345;g3f8bb8eb9a8_0_2225"/>
          <p:cNvSpPr txBox="1"/>
          <p:nvPr/>
        </p:nvSpPr>
        <p:spPr>
          <a:xfrm>
            <a:off x="10833741" y="4753911"/>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5.5 Informe de cierre</a:t>
            </a:r>
            <a:endParaRPr sz="700">
              <a:solidFill>
                <a:srgbClr val="0C57D3"/>
              </a:solidFill>
            </a:endParaRPr>
          </a:p>
        </p:txBody>
      </p:sp>
      <p:sp>
        <p:nvSpPr>
          <p:cNvPr id="346" name="Google Shape;346;g3f8bb8eb9a8_0_2225"/>
          <p:cNvSpPr txBox="1"/>
          <p:nvPr/>
        </p:nvSpPr>
        <p:spPr>
          <a:xfrm>
            <a:off x="10833741" y="5186446"/>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5.6 Garantía</a:t>
            </a:r>
            <a:endParaRPr sz="700">
              <a:solidFill>
                <a:srgbClr val="0C57D3"/>
              </a:solidFill>
            </a:endParaRPr>
          </a:p>
        </p:txBody>
      </p:sp>
      <p:cxnSp>
        <p:nvCxnSpPr>
          <p:cNvPr id="347" name="Google Shape;347;g3f8bb8eb9a8_0_2225"/>
          <p:cNvCxnSpPr>
            <a:stCxn id="305" idx="1"/>
            <a:endCxn id="344" idx="1"/>
          </p:cNvCxnSpPr>
          <p:nvPr/>
        </p:nvCxnSpPr>
        <p:spPr>
          <a:xfrm>
            <a:off x="10833197" y="2757303"/>
            <a:ext cx="600" cy="17301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48" name="Google Shape;348;g3f8bb8eb9a8_0_2225"/>
          <p:cNvCxnSpPr>
            <a:stCxn id="305" idx="1"/>
            <a:endCxn id="345" idx="1"/>
          </p:cNvCxnSpPr>
          <p:nvPr/>
        </p:nvCxnSpPr>
        <p:spPr>
          <a:xfrm>
            <a:off x="10833197" y="2757303"/>
            <a:ext cx="600" cy="21627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49" name="Google Shape;349;g3f8bb8eb9a8_0_2225"/>
          <p:cNvCxnSpPr>
            <a:stCxn id="305" idx="1"/>
            <a:endCxn id="346" idx="1"/>
          </p:cNvCxnSpPr>
          <p:nvPr/>
        </p:nvCxnSpPr>
        <p:spPr>
          <a:xfrm>
            <a:off x="10833197" y="2757303"/>
            <a:ext cx="600" cy="2595300"/>
          </a:xfrm>
          <a:prstGeom prst="bentConnector3">
            <a:avLst>
              <a:gd fmla="val -39687500" name="adj1"/>
            </a:avLst>
          </a:prstGeom>
          <a:noFill/>
          <a:ln cap="flat" cmpd="sng" w="8625">
            <a:solidFill>
              <a:schemeClr val="dk2"/>
            </a:solidFill>
            <a:prstDash val="solid"/>
            <a:round/>
            <a:headEnd len="med" w="med" type="none"/>
            <a:tailEnd len="med" w="med" type="none"/>
          </a:ln>
        </p:spPr>
      </p:cxnSp>
      <p:sp>
        <p:nvSpPr>
          <p:cNvPr id="350" name="Google Shape;350;g3f8bb8eb9a8_0_2225"/>
          <p:cNvSpPr txBox="1"/>
          <p:nvPr/>
        </p:nvSpPr>
        <p:spPr>
          <a:xfrm>
            <a:off x="4760183" y="4789491"/>
            <a:ext cx="1221000" cy="332100"/>
          </a:xfrm>
          <a:prstGeom prst="rect">
            <a:avLst/>
          </a:prstGeom>
          <a:solidFill>
            <a:srgbClr val="D9EAD3"/>
          </a:solid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marR="0" rtl="0" algn="l">
              <a:lnSpc>
                <a:spcPct val="100000"/>
              </a:lnSpc>
              <a:spcBef>
                <a:spcPts val="0"/>
              </a:spcBef>
              <a:spcAft>
                <a:spcPts val="0"/>
              </a:spcAft>
              <a:buNone/>
            </a:pPr>
            <a:r>
              <a:rPr lang="es-ES" sz="700">
                <a:solidFill>
                  <a:srgbClr val="0C57D3"/>
                </a:solidFill>
              </a:rPr>
              <a:t>1.5 Diseño técnico</a:t>
            </a:r>
            <a:endParaRPr sz="700">
              <a:solidFill>
                <a:srgbClr val="0C57D3"/>
              </a:solidFill>
            </a:endParaRPr>
          </a:p>
        </p:txBody>
      </p:sp>
      <p:sp>
        <p:nvSpPr>
          <p:cNvPr id="351" name="Google Shape;351;g3f8bb8eb9a8_0_2225"/>
          <p:cNvSpPr txBox="1"/>
          <p:nvPr/>
        </p:nvSpPr>
        <p:spPr>
          <a:xfrm>
            <a:off x="4760183" y="5222026"/>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1.6 Casos de pruebas</a:t>
            </a:r>
            <a:endParaRPr sz="700">
              <a:solidFill>
                <a:srgbClr val="0C57D3"/>
              </a:solidFill>
            </a:endParaRPr>
          </a:p>
        </p:txBody>
      </p:sp>
      <p:sp>
        <p:nvSpPr>
          <p:cNvPr id="352" name="Google Shape;352;g3f8bb8eb9a8_0_2225"/>
          <p:cNvSpPr txBox="1"/>
          <p:nvPr/>
        </p:nvSpPr>
        <p:spPr>
          <a:xfrm>
            <a:off x="4760183" y="5654556"/>
            <a:ext cx="1221000" cy="332100"/>
          </a:xfrm>
          <a:prstGeom prst="rect">
            <a:avLst/>
          </a:prstGeom>
          <a:noFill/>
          <a:ln cap="flat" cmpd="sng" w="17275">
            <a:solidFill>
              <a:srgbClr val="0C57D3"/>
            </a:solidFill>
            <a:prstDash val="solid"/>
            <a:round/>
            <a:headEnd len="sm" w="sm" type="none"/>
            <a:tailEnd len="sm" w="sm" type="none"/>
          </a:ln>
        </p:spPr>
        <p:txBody>
          <a:bodyPr anchorCtr="0" anchor="ctr" bIns="82900" lIns="82900" spcFirstLastPara="1" rIns="82900" wrap="square" tIns="82900">
            <a:noAutofit/>
          </a:bodyPr>
          <a:lstStyle/>
          <a:p>
            <a:pPr indent="0" lvl="0" marL="0" rtl="0" algn="l">
              <a:spcBef>
                <a:spcPts val="0"/>
              </a:spcBef>
              <a:spcAft>
                <a:spcPts val="0"/>
              </a:spcAft>
              <a:buNone/>
            </a:pPr>
            <a:r>
              <a:rPr lang="es-ES" sz="700">
                <a:solidFill>
                  <a:srgbClr val="0C57D3"/>
                </a:solidFill>
              </a:rPr>
              <a:t>1.7 Planificación</a:t>
            </a:r>
            <a:endParaRPr sz="700">
              <a:solidFill>
                <a:srgbClr val="0C57D3"/>
              </a:solidFill>
            </a:endParaRPr>
          </a:p>
        </p:txBody>
      </p:sp>
      <p:cxnSp>
        <p:nvCxnSpPr>
          <p:cNvPr id="353" name="Google Shape;353;g3f8bb8eb9a8_0_2225"/>
          <p:cNvCxnSpPr>
            <a:stCxn id="296" idx="1"/>
            <a:endCxn id="350" idx="1"/>
          </p:cNvCxnSpPr>
          <p:nvPr/>
        </p:nvCxnSpPr>
        <p:spPr>
          <a:xfrm>
            <a:off x="4760183" y="2792883"/>
            <a:ext cx="600" cy="21627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54" name="Google Shape;354;g3f8bb8eb9a8_0_2225"/>
          <p:cNvCxnSpPr>
            <a:stCxn id="296" idx="1"/>
            <a:endCxn id="351" idx="1"/>
          </p:cNvCxnSpPr>
          <p:nvPr/>
        </p:nvCxnSpPr>
        <p:spPr>
          <a:xfrm>
            <a:off x="4760183" y="2792883"/>
            <a:ext cx="600" cy="2595300"/>
          </a:xfrm>
          <a:prstGeom prst="bentConnector3">
            <a:avLst>
              <a:gd fmla="val -39687500" name="adj1"/>
            </a:avLst>
          </a:prstGeom>
          <a:noFill/>
          <a:ln cap="flat" cmpd="sng" w="8625">
            <a:solidFill>
              <a:schemeClr val="dk2"/>
            </a:solidFill>
            <a:prstDash val="solid"/>
            <a:round/>
            <a:headEnd len="med" w="med" type="none"/>
            <a:tailEnd len="med" w="med" type="none"/>
          </a:ln>
        </p:spPr>
      </p:cxnSp>
      <p:cxnSp>
        <p:nvCxnSpPr>
          <p:cNvPr id="355" name="Google Shape;355;g3f8bb8eb9a8_0_2225"/>
          <p:cNvCxnSpPr>
            <a:stCxn id="296" idx="1"/>
            <a:endCxn id="352" idx="1"/>
          </p:cNvCxnSpPr>
          <p:nvPr/>
        </p:nvCxnSpPr>
        <p:spPr>
          <a:xfrm>
            <a:off x="4760183" y="2792883"/>
            <a:ext cx="600" cy="3027600"/>
          </a:xfrm>
          <a:prstGeom prst="bentConnector3">
            <a:avLst>
              <a:gd fmla="val -39687500" name="adj1"/>
            </a:avLst>
          </a:prstGeom>
          <a:noFill/>
          <a:ln cap="flat" cmpd="sng" w="8625">
            <a:solidFill>
              <a:schemeClr val="dk2"/>
            </a:solidFill>
            <a:prstDash val="solid"/>
            <a:round/>
            <a:headEnd len="med" w="med" type="none"/>
            <a:tailEnd len="med" w="med" type="none"/>
          </a:ln>
        </p:spPr>
      </p:cxnSp>
      <p:sp>
        <p:nvSpPr>
          <p:cNvPr id="356" name="Google Shape;356;g3f8bb8eb9a8_0_2225"/>
          <p:cNvSpPr/>
          <p:nvPr/>
        </p:nvSpPr>
        <p:spPr>
          <a:xfrm>
            <a:off x="178735" y="6083148"/>
            <a:ext cx="169800" cy="163800"/>
          </a:xfrm>
          <a:prstGeom prst="ellipse">
            <a:avLst/>
          </a:prstGeom>
          <a:solidFill>
            <a:srgbClr val="D9EAD3"/>
          </a:solidFill>
          <a:ln cap="flat" cmpd="sng" w="12700">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357" name="Google Shape;357;g3f8bb8eb9a8_0_2225"/>
          <p:cNvSpPr/>
          <p:nvPr/>
        </p:nvSpPr>
        <p:spPr>
          <a:xfrm>
            <a:off x="178735" y="6286348"/>
            <a:ext cx="169800" cy="163800"/>
          </a:xfrm>
          <a:prstGeom prst="ellipse">
            <a:avLst/>
          </a:prstGeom>
          <a:solidFill>
            <a:srgbClr val="F9CB9C"/>
          </a:solidFill>
          <a:ln cap="flat" cmpd="sng" w="12700">
            <a:solidFill>
              <a:srgbClr val="CCCCC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sp>
        <p:nvSpPr>
          <p:cNvPr id="358" name="Google Shape;358;g3f8bb8eb9a8_0_2225"/>
          <p:cNvSpPr txBox="1"/>
          <p:nvPr/>
        </p:nvSpPr>
        <p:spPr>
          <a:xfrm>
            <a:off x="393202" y="5986556"/>
            <a:ext cx="1179600" cy="763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s-ES" sz="1100">
                <a:solidFill>
                  <a:schemeClr val="dk2"/>
                </a:solidFill>
              </a:rPr>
              <a:t>Realizado</a:t>
            </a:r>
            <a:endParaRPr sz="1100">
              <a:solidFill>
                <a:schemeClr val="dk2"/>
              </a:solidFill>
            </a:endParaRPr>
          </a:p>
          <a:p>
            <a:pPr indent="0" lvl="0" marL="0" rtl="0" algn="l">
              <a:spcBef>
                <a:spcPts val="0"/>
              </a:spcBef>
              <a:spcAft>
                <a:spcPts val="0"/>
              </a:spcAft>
              <a:buNone/>
            </a:pPr>
            <a:r>
              <a:rPr lang="es-ES" sz="1100">
                <a:solidFill>
                  <a:schemeClr val="dk2"/>
                </a:solidFill>
              </a:rPr>
              <a:t>En curso</a:t>
            </a:r>
            <a:endParaRPr sz="1100">
              <a:solidFill>
                <a:schemeClr val="dk2"/>
              </a:solidFill>
            </a:endParaRPr>
          </a:p>
          <a:p>
            <a:pPr indent="0" lvl="0" marL="0" rtl="0" algn="l">
              <a:spcBef>
                <a:spcPts val="0"/>
              </a:spcBef>
              <a:spcAft>
                <a:spcPts val="0"/>
              </a:spcAft>
              <a:buNone/>
            </a:pPr>
            <a:r>
              <a:rPr lang="es-ES" sz="1100">
                <a:solidFill>
                  <a:schemeClr val="dk2"/>
                </a:solidFill>
              </a:rPr>
              <a:t>En pausa</a:t>
            </a:r>
            <a:endParaRPr sz="11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2" name="Shape 362"/>
        <p:cNvGrpSpPr/>
        <p:nvPr/>
      </p:nvGrpSpPr>
      <p:grpSpPr>
        <a:xfrm>
          <a:off x="0" y="0"/>
          <a:ext cx="0" cy="0"/>
          <a:chOff x="0" y="0"/>
          <a:chExt cx="0" cy="0"/>
        </a:xfrm>
      </p:grpSpPr>
      <p:sp>
        <p:nvSpPr>
          <p:cNvPr id="363" name="Google Shape;363;g3f8bb8eb9a8_0_2420"/>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Matriz RACI</a:t>
            </a:r>
            <a:endParaRPr sz="2800">
              <a:solidFill>
                <a:srgbClr val="000000"/>
              </a:solidFill>
              <a:latin typeface="Arial"/>
              <a:ea typeface="Arial"/>
              <a:cs typeface="Arial"/>
              <a:sym typeface="Arial"/>
            </a:endParaRPr>
          </a:p>
        </p:txBody>
      </p:sp>
      <p:sp>
        <p:nvSpPr>
          <p:cNvPr id="364" name="Google Shape;364;g3f8bb8eb9a8_0_2420"/>
          <p:cNvSpPr txBox="1"/>
          <p:nvPr/>
        </p:nvSpPr>
        <p:spPr>
          <a:xfrm>
            <a:off x="187330" y="1351440"/>
            <a:ext cx="11755500" cy="573900"/>
          </a:xfrm>
          <a:prstGeom prst="rect">
            <a:avLst/>
          </a:prstGeom>
          <a:noFill/>
          <a:ln>
            <a:noFill/>
          </a:ln>
        </p:spPr>
        <p:txBody>
          <a:bodyPr anchorCtr="0" anchor="t" bIns="55450" lIns="55450" spcFirstLastPara="1" rIns="55450" wrap="square" tIns="55450">
            <a:spAutoFit/>
          </a:bodyPr>
          <a:lstStyle/>
          <a:p>
            <a:pPr indent="0" lvl="0" marL="12700" rtl="0" algn="just">
              <a:spcBef>
                <a:spcPts val="0"/>
              </a:spcBef>
              <a:spcAft>
                <a:spcPts val="0"/>
              </a:spcAft>
              <a:buNone/>
            </a:pPr>
            <a:r>
              <a:rPr lang="es-ES" sz="1500">
                <a:solidFill>
                  <a:schemeClr val="dk1"/>
                </a:solidFill>
              </a:rPr>
              <a:t>Herramienta gráfica que organiza las responsabilidades de los involucrados en un proyecto, permitiendo dar un seguimiento en base estas responsabilidades.</a:t>
            </a:r>
            <a:endParaRPr sz="600">
              <a:solidFill>
                <a:srgbClr val="666666"/>
              </a:solidFill>
            </a:endParaRPr>
          </a:p>
        </p:txBody>
      </p:sp>
      <p:graphicFrame>
        <p:nvGraphicFramePr>
          <p:cNvPr id="365" name="Google Shape;365;g3f8bb8eb9a8_0_2420"/>
          <p:cNvGraphicFramePr/>
          <p:nvPr/>
        </p:nvGraphicFramePr>
        <p:xfrm>
          <a:off x="222696" y="1938285"/>
          <a:ext cx="3000000" cy="3000000"/>
        </p:xfrm>
        <a:graphic>
          <a:graphicData uri="http://schemas.openxmlformats.org/drawingml/2006/table">
            <a:tbl>
              <a:tblPr>
                <a:noFill/>
                <a:tableStyleId>{07974E9B-6767-4AEC-BC39-63C956ED4AB2}</a:tableStyleId>
              </a:tblPr>
              <a:tblGrid>
                <a:gridCol w="917725"/>
                <a:gridCol w="572475"/>
                <a:gridCol w="3313900"/>
                <a:gridCol w="983650"/>
                <a:gridCol w="983650"/>
                <a:gridCol w="1090525"/>
              </a:tblGrid>
              <a:tr h="197450">
                <a:tc gridSpan="3">
                  <a:txBody>
                    <a:bodyPr/>
                    <a:lstStyle/>
                    <a:p>
                      <a:pPr indent="0" lvl="0" marL="0" rtl="0" algn="l">
                        <a:lnSpc>
                          <a:spcPct val="115000"/>
                        </a:lnSpc>
                        <a:spcBef>
                          <a:spcPts val="0"/>
                        </a:spcBef>
                        <a:spcAft>
                          <a:spcPts val="0"/>
                        </a:spcAft>
                        <a:buNone/>
                      </a:pPr>
                      <a:r>
                        <a:rPr lang="es-ES" sz="700">
                          <a:solidFill>
                            <a:srgbClr val="FFFFFF"/>
                          </a:solidFill>
                        </a:rPr>
                        <a:t>Proyecto: RPA ACADEMY SOLUTION: Automatización de solicitudes académicas con Blue Prism</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hMerge="1"/>
                <a:tc hMerge="1"/>
                <a:tc gridSpan="3">
                  <a:txBody>
                    <a:bodyPr/>
                    <a:lstStyle/>
                    <a:p>
                      <a:pPr indent="0" lvl="0" marL="0" rtl="0" algn="ctr">
                        <a:lnSpc>
                          <a:spcPct val="115000"/>
                        </a:lnSpc>
                        <a:spcBef>
                          <a:spcPts val="0"/>
                        </a:spcBef>
                        <a:spcAft>
                          <a:spcPts val="0"/>
                        </a:spcAft>
                        <a:buNone/>
                      </a:pPr>
                      <a:r>
                        <a:rPr lang="es-ES" sz="600">
                          <a:solidFill>
                            <a:srgbClr val="FFFFFF"/>
                          </a:solidFill>
                        </a:rPr>
                        <a:t>Roles / Responsabilidades</a:t>
                      </a:r>
                      <a:endParaRPr sz="6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hMerge="1"/>
                <a:tc hMerge="1"/>
              </a:tr>
              <a:tr h="372950">
                <a:tc>
                  <a:txBody>
                    <a:bodyPr/>
                    <a:lstStyle/>
                    <a:p>
                      <a:pPr indent="0" lvl="0" marL="0" rtl="0" algn="ctr">
                        <a:lnSpc>
                          <a:spcPct val="115000"/>
                        </a:lnSpc>
                        <a:spcBef>
                          <a:spcPts val="0"/>
                        </a:spcBef>
                        <a:spcAft>
                          <a:spcPts val="0"/>
                        </a:spcAft>
                        <a:buNone/>
                      </a:pPr>
                      <a:r>
                        <a:rPr lang="es-ES" sz="700">
                          <a:solidFill>
                            <a:srgbClr val="FFFFFF"/>
                          </a:solidFill>
                        </a:rPr>
                        <a:t>Fase del Proyecto</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lang="es-ES" sz="700">
                          <a:solidFill>
                            <a:srgbClr val="FFFFFF"/>
                          </a:solidFill>
                        </a:rPr>
                        <a:t>ID </a:t>
                      </a:r>
                      <a:endParaRPr sz="700">
                        <a:solidFill>
                          <a:srgbClr val="FFFFFF"/>
                        </a:solidFill>
                      </a:endParaRPr>
                    </a:p>
                    <a:p>
                      <a:pPr indent="0" lvl="0" marL="0" rtl="0" algn="ctr">
                        <a:lnSpc>
                          <a:spcPct val="115000"/>
                        </a:lnSpc>
                        <a:spcBef>
                          <a:spcPts val="0"/>
                        </a:spcBef>
                        <a:spcAft>
                          <a:spcPts val="0"/>
                        </a:spcAft>
                        <a:buNone/>
                      </a:pPr>
                      <a:r>
                        <a:rPr lang="es-ES" sz="700">
                          <a:solidFill>
                            <a:srgbClr val="FFFFFF"/>
                          </a:solidFill>
                        </a:rPr>
                        <a:t>Actividad</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lang="es-ES" sz="700">
                          <a:solidFill>
                            <a:srgbClr val="FFFFFF"/>
                          </a:solidFill>
                        </a:rPr>
                        <a:t>Actividad</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lang="es-ES" sz="700">
                          <a:solidFill>
                            <a:srgbClr val="FFFFFF"/>
                          </a:solidFill>
                        </a:rPr>
                        <a:t>Desarrollador RPA</a:t>
                      </a:r>
                      <a:endParaRPr sz="700">
                        <a:solidFill>
                          <a:srgbClr val="FFFFFF"/>
                        </a:solidFill>
                      </a:endParaRPr>
                    </a:p>
                    <a:p>
                      <a:pPr indent="0" lvl="0" marL="0" rtl="0" algn="ctr">
                        <a:lnSpc>
                          <a:spcPct val="115000"/>
                        </a:lnSpc>
                        <a:spcBef>
                          <a:spcPts val="0"/>
                        </a:spcBef>
                        <a:spcAft>
                          <a:spcPts val="0"/>
                        </a:spcAft>
                        <a:buNone/>
                      </a:pPr>
                      <a:r>
                        <a:rPr lang="es-ES" sz="700">
                          <a:solidFill>
                            <a:srgbClr val="FFFFFF"/>
                          </a:solidFill>
                        </a:rPr>
                        <a:t>Joselyn Pino</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lang="es-ES" sz="700">
                          <a:solidFill>
                            <a:srgbClr val="FFFFFF"/>
                          </a:solidFill>
                        </a:rPr>
                        <a:t>Cliente Final</a:t>
                      </a:r>
                      <a:endParaRPr sz="700">
                        <a:solidFill>
                          <a:srgbClr val="FFFFFF"/>
                        </a:solidFill>
                      </a:endParaRPr>
                    </a:p>
                    <a:p>
                      <a:pPr indent="0" lvl="0" marL="0" rtl="0" algn="ctr">
                        <a:lnSpc>
                          <a:spcPct val="115000"/>
                        </a:lnSpc>
                        <a:spcBef>
                          <a:spcPts val="0"/>
                        </a:spcBef>
                        <a:spcAft>
                          <a:spcPts val="0"/>
                        </a:spcAft>
                        <a:buNone/>
                      </a:pPr>
                      <a:r>
                        <a:rPr lang="es-ES" sz="700">
                          <a:solidFill>
                            <a:srgbClr val="FFFFFF"/>
                          </a:solidFill>
                        </a:rPr>
                        <a:t>Vanessa Zuniga</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c>
                  <a:txBody>
                    <a:bodyPr/>
                    <a:lstStyle/>
                    <a:p>
                      <a:pPr indent="0" lvl="0" marL="0" rtl="0" algn="ctr">
                        <a:lnSpc>
                          <a:spcPct val="115000"/>
                        </a:lnSpc>
                        <a:spcBef>
                          <a:spcPts val="0"/>
                        </a:spcBef>
                        <a:spcAft>
                          <a:spcPts val="0"/>
                        </a:spcAft>
                        <a:buNone/>
                      </a:pPr>
                      <a:r>
                        <a:rPr lang="es-ES" sz="700">
                          <a:solidFill>
                            <a:srgbClr val="FFFFFF"/>
                          </a:solidFill>
                        </a:rPr>
                        <a:t>Aprobador</a:t>
                      </a:r>
                      <a:endParaRPr sz="700">
                        <a:solidFill>
                          <a:srgbClr val="FFFFFF"/>
                        </a:solidFill>
                      </a:endParaRPr>
                    </a:p>
                    <a:p>
                      <a:pPr indent="0" lvl="0" marL="0" rtl="0" algn="ctr">
                        <a:lnSpc>
                          <a:spcPct val="115000"/>
                        </a:lnSpc>
                        <a:spcBef>
                          <a:spcPts val="0"/>
                        </a:spcBef>
                        <a:spcAft>
                          <a:spcPts val="0"/>
                        </a:spcAft>
                        <a:buNone/>
                      </a:pPr>
                      <a:r>
                        <a:rPr lang="es-ES" sz="700">
                          <a:solidFill>
                            <a:srgbClr val="FFFFFF"/>
                          </a:solidFill>
                        </a:rPr>
                        <a:t>Eliana Mallén Gonzalez</a:t>
                      </a:r>
                      <a:endParaRPr sz="700">
                        <a:solidFill>
                          <a:srgbClr val="FFFFF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1F497D"/>
                    </a:solidFill>
                  </a:tcPr>
                </a:tc>
              </a:tr>
              <a:tr h="218750">
                <a:tc rowSpan="5">
                  <a:txBody>
                    <a:bodyPr/>
                    <a:lstStyle/>
                    <a:p>
                      <a:pPr indent="0" lvl="0" marL="0" rtl="0" algn="l">
                        <a:lnSpc>
                          <a:spcPct val="115000"/>
                        </a:lnSpc>
                        <a:spcBef>
                          <a:spcPts val="0"/>
                        </a:spcBef>
                        <a:spcAft>
                          <a:spcPts val="0"/>
                        </a:spcAft>
                        <a:buNone/>
                      </a:pPr>
                      <a:r>
                        <a:rPr lang="es-ES" sz="700">
                          <a:solidFill>
                            <a:srgbClr val="1F1F1F"/>
                          </a:solidFill>
                        </a:rPr>
                        <a:t>Preparación del Entorno</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700"/>
                        <a:t>A-01</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Definición y estandarización del flujo de solicitudes académicas de renuncia</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rtl="0" algn="ctr">
                        <a:lnSpc>
                          <a:spcPct val="115000"/>
                        </a:lnSpc>
                        <a:spcBef>
                          <a:spcPts val="0"/>
                        </a:spcBef>
                        <a:spcAft>
                          <a:spcPts val="0"/>
                        </a:spcAft>
                        <a:buNone/>
                      </a:pPr>
                      <a:r>
                        <a:rPr b="1" lang="es-ES" sz="700">
                          <a:solidFill>
                            <a:srgbClr val="1F1F1F"/>
                          </a:solidFill>
                        </a:rPr>
                        <a:t>A</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D5AAE"/>
                    </a:solidFill>
                  </a:tcPr>
                </a:tc>
                <a:tc>
                  <a:txBody>
                    <a:bodyPr/>
                    <a:lstStyle/>
                    <a:p>
                      <a:pPr indent="0" lvl="0" marL="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r>
              <a:tr h="218750">
                <a:tc vMerge="1"/>
                <a:tc>
                  <a:txBody>
                    <a:bodyPr/>
                    <a:lstStyle/>
                    <a:p>
                      <a:pPr indent="0" lvl="0" marL="0" rtl="0" algn="ctr">
                        <a:lnSpc>
                          <a:spcPct val="115000"/>
                        </a:lnSpc>
                        <a:spcBef>
                          <a:spcPts val="0"/>
                        </a:spcBef>
                        <a:spcAft>
                          <a:spcPts val="0"/>
                        </a:spcAft>
                        <a:buNone/>
                      </a:pPr>
                      <a:r>
                        <a:rPr lang="es-ES" sz="700"/>
                        <a:t>A-02</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Diagnóstico de conflictos de pre requisitos en el computador de prueba.</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r>
              <a:tr h="335450">
                <a:tc vMerge="1"/>
                <a:tc>
                  <a:txBody>
                    <a:bodyPr/>
                    <a:lstStyle/>
                    <a:p>
                      <a:pPr indent="0" lvl="0" marL="0" rtl="0" algn="ctr">
                        <a:lnSpc>
                          <a:spcPct val="115000"/>
                        </a:lnSpc>
                        <a:spcBef>
                          <a:spcPts val="0"/>
                        </a:spcBef>
                        <a:spcAft>
                          <a:spcPts val="0"/>
                        </a:spcAft>
                        <a:buNone/>
                      </a:pPr>
                      <a:r>
                        <a:rPr lang="es-ES" sz="700"/>
                        <a:t>A-03</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Instalación de requisitos previos (.NET Framework, parches de S.O. y Credential Manager)</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335450">
                <a:tc vMerge="1"/>
                <a:tc>
                  <a:txBody>
                    <a:bodyPr/>
                    <a:lstStyle/>
                    <a:p>
                      <a:pPr indent="0" lvl="0" marL="0" rtl="0" algn="ctr">
                        <a:lnSpc>
                          <a:spcPct val="115000"/>
                        </a:lnSpc>
                        <a:spcBef>
                          <a:spcPts val="0"/>
                        </a:spcBef>
                        <a:spcAft>
                          <a:spcPts val="0"/>
                        </a:spcAft>
                        <a:buNone/>
                      </a:pPr>
                      <a:r>
                        <a:rPr lang="es-ES" sz="700"/>
                        <a:t>A-04</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Instalación del software Blue Prism Enterprise y carga de licencias de desarrollo</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218750">
                <a:tc vMerge="1"/>
                <a:tc>
                  <a:txBody>
                    <a:bodyPr/>
                    <a:lstStyle/>
                    <a:p>
                      <a:pPr indent="0" lvl="0" marL="0" rtl="0" algn="ctr">
                        <a:lnSpc>
                          <a:spcPct val="115000"/>
                        </a:lnSpc>
                        <a:spcBef>
                          <a:spcPts val="0"/>
                        </a:spcBef>
                        <a:spcAft>
                          <a:spcPts val="0"/>
                        </a:spcAft>
                        <a:buNone/>
                      </a:pPr>
                      <a:r>
                        <a:rPr lang="es-ES" sz="700"/>
                        <a:t>A-05</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Presentación oficial del plan de trabajo y primer avance del entorno listo</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c>
                  <a:txBody>
                    <a:bodyPr/>
                    <a:lstStyle/>
                    <a:p>
                      <a:pPr indent="0" lvl="0" marL="0" marR="0" rtl="0" algn="ctr">
                        <a:lnSpc>
                          <a:spcPct val="115000"/>
                        </a:lnSpc>
                        <a:spcBef>
                          <a:spcPts val="0"/>
                        </a:spcBef>
                        <a:spcAft>
                          <a:spcPts val="0"/>
                        </a:spcAft>
                        <a:buNone/>
                      </a:pPr>
                      <a:r>
                        <a:rPr b="1" lang="es-ES" sz="700">
                          <a:solidFill>
                            <a:srgbClr val="1F1F1F"/>
                          </a:solidFill>
                        </a:rPr>
                        <a:t>A</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D5AAE"/>
                    </a:solidFill>
                  </a:tcPr>
                </a:tc>
              </a:tr>
              <a:tr h="218675">
                <a:tc rowSpan="5">
                  <a:txBody>
                    <a:bodyPr/>
                    <a:lstStyle/>
                    <a:p>
                      <a:pPr indent="0" lvl="0" marL="0" rtl="0" algn="l">
                        <a:lnSpc>
                          <a:spcPct val="115000"/>
                        </a:lnSpc>
                        <a:spcBef>
                          <a:spcPts val="0"/>
                        </a:spcBef>
                        <a:spcAft>
                          <a:spcPts val="0"/>
                        </a:spcAft>
                        <a:buNone/>
                      </a:pPr>
                      <a:r>
                        <a:rPr lang="es-ES" sz="700">
                          <a:solidFill>
                            <a:srgbClr val="1F1F1F"/>
                          </a:solidFill>
                        </a:rPr>
                        <a:t>Diseño y Modelado RPA</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700"/>
                        <a:t>A-06</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Mapeo detallado de excepciones y lógicas de reintento en el SDD.</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c>
                  <a:txBody>
                    <a:bodyPr/>
                    <a:lstStyle/>
                    <a:p>
                      <a:pPr indent="0" lvl="0" marL="0" marR="0" rtl="0" algn="ctr">
                        <a:lnSpc>
                          <a:spcPct val="115000"/>
                        </a:lnSpc>
                        <a:spcBef>
                          <a:spcPts val="0"/>
                        </a:spcBef>
                        <a:spcAft>
                          <a:spcPts val="0"/>
                        </a:spcAft>
                        <a:buNone/>
                      </a:pPr>
                      <a:r>
                        <a:rPr b="1" lang="es-ES" sz="700">
                          <a:solidFill>
                            <a:srgbClr val="1F1F1F"/>
                          </a:solidFill>
                        </a:rPr>
                        <a:t>A</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D5AAE"/>
                    </a:solidFill>
                  </a:tcPr>
                </a:tc>
              </a:tr>
              <a:tr h="218750">
                <a:tc vMerge="1"/>
                <a:tc>
                  <a:txBody>
                    <a:bodyPr/>
                    <a:lstStyle/>
                    <a:p>
                      <a:pPr indent="0" lvl="0" marL="0" rtl="0" algn="ctr">
                        <a:lnSpc>
                          <a:spcPct val="115000"/>
                        </a:lnSpc>
                        <a:spcBef>
                          <a:spcPts val="0"/>
                        </a:spcBef>
                        <a:spcAft>
                          <a:spcPts val="0"/>
                        </a:spcAft>
                        <a:buNone/>
                      </a:pPr>
                      <a:r>
                        <a:rPr lang="es-ES" sz="700"/>
                        <a:t>A-07</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Configuración de selectores dinámicos para la interfaz HTML del portal CRM .</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218750">
                <a:tc vMerge="1"/>
                <a:tc>
                  <a:txBody>
                    <a:bodyPr/>
                    <a:lstStyle/>
                    <a:p>
                      <a:pPr indent="0" lvl="0" marL="0" rtl="0" algn="ctr">
                        <a:lnSpc>
                          <a:spcPct val="115000"/>
                        </a:lnSpc>
                        <a:spcBef>
                          <a:spcPts val="0"/>
                        </a:spcBef>
                        <a:spcAft>
                          <a:spcPts val="0"/>
                        </a:spcAft>
                        <a:buNone/>
                      </a:pPr>
                      <a:r>
                        <a:rPr lang="es-ES" sz="700"/>
                        <a:t>A-08</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Desarrollo del flujo de creación del proceso en el Object y Process Studio</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335450">
                <a:tc vMerge="1"/>
                <a:tc>
                  <a:txBody>
                    <a:bodyPr/>
                    <a:lstStyle/>
                    <a:p>
                      <a:pPr indent="0" lvl="0" marL="0" rtl="0" algn="ctr">
                        <a:lnSpc>
                          <a:spcPct val="115000"/>
                        </a:lnSpc>
                        <a:spcBef>
                          <a:spcPts val="0"/>
                        </a:spcBef>
                        <a:spcAft>
                          <a:spcPts val="0"/>
                        </a:spcAft>
                        <a:buNone/>
                      </a:pPr>
                      <a:r>
                        <a:rPr lang="es-ES" sz="700"/>
                        <a:t>A-09</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Implementación de reglas de validación de calidad de datos y formatos anómalos</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218675">
                <a:tc vMerge="1"/>
                <a:tc>
                  <a:txBody>
                    <a:bodyPr/>
                    <a:lstStyle/>
                    <a:p>
                      <a:pPr indent="0" lvl="0" marL="0" rtl="0" algn="ctr">
                        <a:lnSpc>
                          <a:spcPct val="115000"/>
                        </a:lnSpc>
                        <a:spcBef>
                          <a:spcPts val="0"/>
                        </a:spcBef>
                        <a:spcAft>
                          <a:spcPts val="0"/>
                        </a:spcAft>
                        <a:buNone/>
                      </a:pPr>
                      <a:r>
                        <a:rPr lang="es-ES" sz="700"/>
                        <a:t>A-10</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Cifrado de datos sensibles en base a normativas de protección</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A</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D5AAE"/>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r>
              <a:tr h="335450">
                <a:tc rowSpan="3">
                  <a:txBody>
                    <a:bodyPr/>
                    <a:lstStyle/>
                    <a:p>
                      <a:pPr indent="0" lvl="0" marL="0" rtl="0" algn="l">
                        <a:lnSpc>
                          <a:spcPct val="115000"/>
                        </a:lnSpc>
                        <a:spcBef>
                          <a:spcPts val="0"/>
                        </a:spcBef>
                        <a:spcAft>
                          <a:spcPts val="0"/>
                        </a:spcAft>
                        <a:buNone/>
                      </a:pPr>
                      <a:r>
                        <a:rPr lang="es-ES" sz="700">
                          <a:solidFill>
                            <a:srgbClr val="1F1F1F"/>
                          </a:solidFill>
                        </a:rPr>
                        <a:t>Pruebas y Control</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700"/>
                        <a:t>A-11</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Configuración del ambiente simulado de pruebas con datos controlados de QA</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r>
              <a:tr h="218750">
                <a:tc vMerge="1"/>
                <a:tc>
                  <a:txBody>
                    <a:bodyPr/>
                    <a:lstStyle/>
                    <a:p>
                      <a:pPr indent="0" lvl="0" marL="0" rtl="0" algn="ctr">
                        <a:lnSpc>
                          <a:spcPct val="115000"/>
                        </a:lnSpc>
                        <a:spcBef>
                          <a:spcPts val="0"/>
                        </a:spcBef>
                        <a:spcAft>
                          <a:spcPts val="0"/>
                        </a:spcAft>
                        <a:buNone/>
                      </a:pPr>
                      <a:r>
                        <a:rPr lang="es-ES" sz="700"/>
                        <a:t>A-12</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Ejecución de pruebas funcionales y validación del flujo con el usuario final</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335450">
                <a:tc vMerge="1"/>
                <a:tc>
                  <a:txBody>
                    <a:bodyPr/>
                    <a:lstStyle/>
                    <a:p>
                      <a:pPr indent="0" lvl="0" marL="0" rtl="0" algn="ctr">
                        <a:lnSpc>
                          <a:spcPct val="115000"/>
                        </a:lnSpc>
                        <a:spcBef>
                          <a:spcPts val="0"/>
                        </a:spcBef>
                        <a:spcAft>
                          <a:spcPts val="0"/>
                        </a:spcAft>
                        <a:buNone/>
                      </a:pPr>
                      <a:r>
                        <a:rPr lang="es-ES" sz="700"/>
                        <a:t>A-13</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Elaboración de reportes de éxito para mitigar la resistencia al cambio institucional</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A</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D5AAE"/>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r>
              <a:tr h="218750">
                <a:tc rowSpan="2">
                  <a:txBody>
                    <a:bodyPr/>
                    <a:lstStyle/>
                    <a:p>
                      <a:pPr indent="0" lvl="0" marL="0" rtl="0" algn="l">
                        <a:lnSpc>
                          <a:spcPct val="115000"/>
                        </a:lnSpc>
                        <a:spcBef>
                          <a:spcPts val="0"/>
                        </a:spcBef>
                        <a:spcAft>
                          <a:spcPts val="0"/>
                        </a:spcAft>
                        <a:buNone/>
                      </a:pPr>
                      <a:r>
                        <a:rPr lang="es-ES" sz="700">
                          <a:solidFill>
                            <a:srgbClr val="1F1F1F"/>
                          </a:solidFill>
                        </a:rPr>
                        <a:t>Cierre y Evaluación</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ES" sz="700"/>
                        <a:t>A-14</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Entrega final del proyecto automatizado y documentación técnica cruzada</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R</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8064A2"/>
                    </a:solidFill>
                  </a:tcPr>
                </a:tc>
                <a:tc>
                  <a:txBody>
                    <a:bodyPr/>
                    <a:lstStyle/>
                    <a:p>
                      <a:pPr indent="0" lvl="0" marL="0" marR="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r>
              <a:tr h="218750">
                <a:tc vMerge="1"/>
                <a:tc>
                  <a:txBody>
                    <a:bodyPr/>
                    <a:lstStyle/>
                    <a:p>
                      <a:pPr indent="0" lvl="0" marL="0" rtl="0" algn="ctr">
                        <a:lnSpc>
                          <a:spcPct val="115000"/>
                        </a:lnSpc>
                        <a:spcBef>
                          <a:spcPts val="0"/>
                        </a:spcBef>
                        <a:spcAft>
                          <a:spcPts val="0"/>
                        </a:spcAft>
                        <a:buNone/>
                      </a:pPr>
                      <a:r>
                        <a:rPr lang="es-ES" sz="700"/>
                        <a:t>A-15</a:t>
                      </a:r>
                      <a:endParaRPr sz="700"/>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s-ES" sz="700">
                          <a:solidFill>
                            <a:srgbClr val="1F1F1F"/>
                          </a:solidFill>
                        </a:rPr>
                        <a:t>Evaluación final académica de la solución y sustentación del proyecto RPA</a:t>
                      </a:r>
                      <a:endParaRPr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ES" sz="700">
                          <a:solidFill>
                            <a:srgbClr val="1F1F1F"/>
                          </a:solidFill>
                        </a:rPr>
                        <a:t>I</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4AA9C5"/>
                    </a:solidFill>
                  </a:tcPr>
                </a:tc>
                <a:tc>
                  <a:txBody>
                    <a:bodyPr/>
                    <a:lstStyle/>
                    <a:p>
                      <a:pPr indent="0" lvl="0" marL="0" marR="0" rtl="0" algn="ctr">
                        <a:lnSpc>
                          <a:spcPct val="115000"/>
                        </a:lnSpc>
                        <a:spcBef>
                          <a:spcPts val="0"/>
                        </a:spcBef>
                        <a:spcAft>
                          <a:spcPts val="0"/>
                        </a:spcAft>
                        <a:buNone/>
                      </a:pPr>
                      <a:r>
                        <a:rPr b="1" lang="es-ES" sz="700">
                          <a:solidFill>
                            <a:srgbClr val="1F1F1F"/>
                          </a:solidFill>
                        </a:rPr>
                        <a:t>C</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279BA"/>
                    </a:solidFill>
                  </a:tcPr>
                </a:tc>
                <a:tc>
                  <a:txBody>
                    <a:bodyPr/>
                    <a:lstStyle/>
                    <a:p>
                      <a:pPr indent="0" lvl="0" marL="0" marR="0" rtl="0" algn="ctr">
                        <a:lnSpc>
                          <a:spcPct val="115000"/>
                        </a:lnSpc>
                        <a:spcBef>
                          <a:spcPts val="0"/>
                        </a:spcBef>
                        <a:spcAft>
                          <a:spcPts val="0"/>
                        </a:spcAft>
                        <a:buNone/>
                      </a:pPr>
                      <a:r>
                        <a:rPr b="1" lang="es-ES" sz="700">
                          <a:solidFill>
                            <a:srgbClr val="1F1F1F"/>
                          </a:solidFill>
                        </a:rPr>
                        <a:t>A</a:t>
                      </a:r>
                      <a:endParaRPr b="1" sz="700">
                        <a:solidFill>
                          <a:srgbClr val="1F1F1F"/>
                        </a:solidFill>
                      </a:endParaRPr>
                    </a:p>
                  </a:txBody>
                  <a:tcPr marT="55450" marB="55450" marR="17325" marL="17325" anchor="ctr">
                    <a:lnL cap="flat" cmpd="sng" w="4275">
                      <a:solidFill>
                        <a:srgbClr val="000000"/>
                      </a:solidFill>
                      <a:prstDash val="solid"/>
                      <a:round/>
                      <a:headEnd len="sm" w="sm" type="none"/>
                      <a:tailEnd len="sm" w="sm" type="none"/>
                    </a:lnL>
                    <a:lnR cap="flat" cmpd="sng" w="4275">
                      <a:solidFill>
                        <a:srgbClr val="000000"/>
                      </a:solidFill>
                      <a:prstDash val="solid"/>
                      <a:round/>
                      <a:headEnd len="sm" w="sm" type="none"/>
                      <a:tailEnd len="sm" w="sm" type="none"/>
                    </a:lnR>
                    <a:lnT cap="flat" cmpd="sng" w="4275">
                      <a:solidFill>
                        <a:srgbClr val="000000"/>
                      </a:solidFill>
                      <a:prstDash val="solid"/>
                      <a:round/>
                      <a:headEnd len="sm" w="sm" type="none"/>
                      <a:tailEnd len="sm" w="sm" type="none"/>
                    </a:lnT>
                    <a:lnB cap="flat" cmpd="sng" w="4275">
                      <a:solidFill>
                        <a:srgbClr val="000000"/>
                      </a:solidFill>
                      <a:prstDash val="solid"/>
                      <a:round/>
                      <a:headEnd len="sm" w="sm" type="none"/>
                      <a:tailEnd len="sm" w="sm" type="none"/>
                    </a:lnB>
                    <a:solidFill>
                      <a:srgbClr val="5D5AAE"/>
                    </a:solidFill>
                  </a:tcPr>
                </a:tc>
              </a:tr>
            </a:tbl>
          </a:graphicData>
        </a:graphic>
      </p:graphicFrame>
      <p:grpSp>
        <p:nvGrpSpPr>
          <p:cNvPr id="366" name="Google Shape;366;g3f8bb8eb9a8_0_2420"/>
          <p:cNvGrpSpPr/>
          <p:nvPr/>
        </p:nvGrpSpPr>
        <p:grpSpPr>
          <a:xfrm>
            <a:off x="8258520" y="2195702"/>
            <a:ext cx="3684341" cy="4008503"/>
            <a:chOff x="377943" y="3584"/>
            <a:chExt cx="12502005" cy="7155486"/>
          </a:xfrm>
        </p:grpSpPr>
        <p:sp>
          <p:nvSpPr>
            <p:cNvPr id="367" name="Google Shape;367;g3f8bb8eb9a8_0_2420"/>
            <p:cNvSpPr/>
            <p:nvPr/>
          </p:nvSpPr>
          <p:spPr>
            <a:xfrm rot="5400000">
              <a:off x="7654848" y="-3669689"/>
              <a:ext cx="1379400" cy="9070800"/>
            </a:xfrm>
            <a:prstGeom prst="round2SameRect">
              <a:avLst>
                <a:gd fmla="val 16667" name="adj1"/>
                <a:gd fmla="val 0" name="adj2"/>
              </a:avLst>
            </a:prstGeom>
            <a:solidFill>
              <a:srgbClr val="D7D1DF">
                <a:alpha val="90200"/>
              </a:srgbClr>
            </a:solidFill>
            <a:ln cap="flat" cmpd="sng" w="12175">
              <a:solidFill>
                <a:srgbClr val="D7D1DF">
                  <a:alpha val="90200"/>
                </a:srgbClr>
              </a:solidFill>
              <a:prstDash val="solid"/>
              <a:round/>
              <a:headEnd len="sm" w="sm" type="none"/>
              <a:tailEnd len="sm" w="sm" type="none"/>
            </a:ln>
          </p:spPr>
          <p:txBody>
            <a:bodyPr anchorCtr="0" anchor="ctr" bIns="43800" lIns="43800" spcFirstLastPara="1" rIns="43800" wrap="square" tIns="43800">
              <a:noAutofit/>
            </a:bodyPr>
            <a:lstStyle/>
            <a:p>
              <a:pPr indent="0" lvl="0" marL="0" rtl="0" algn="l">
                <a:spcBef>
                  <a:spcPts val="0"/>
                </a:spcBef>
                <a:spcAft>
                  <a:spcPts val="0"/>
                </a:spcAft>
                <a:buNone/>
              </a:pPr>
              <a:r>
                <a:t/>
              </a:r>
              <a:endParaRPr sz="500"/>
            </a:p>
          </p:txBody>
        </p:sp>
        <p:sp>
          <p:nvSpPr>
            <p:cNvPr id="368" name="Google Shape;368;g3f8bb8eb9a8_0_2420"/>
            <p:cNvSpPr txBox="1"/>
            <p:nvPr/>
          </p:nvSpPr>
          <p:spPr>
            <a:xfrm>
              <a:off x="3841790" y="243347"/>
              <a:ext cx="9003600" cy="1244700"/>
            </a:xfrm>
            <a:prstGeom prst="rect">
              <a:avLst/>
            </a:prstGeom>
            <a:noFill/>
            <a:ln>
              <a:noFill/>
            </a:ln>
          </p:spPr>
          <p:txBody>
            <a:bodyPr anchorCtr="0" anchor="ctr" bIns="27375" lIns="54750" spcFirstLastPara="1" rIns="54750" wrap="square" tIns="27375">
              <a:noAutofit/>
            </a:bodyPr>
            <a:lstStyle/>
            <a:p>
              <a:pPr indent="-120650" lvl="1" marL="139700" marR="0" rtl="0" algn="l">
                <a:lnSpc>
                  <a:spcPct val="90000"/>
                </a:lnSpc>
                <a:spcBef>
                  <a:spcPts val="0"/>
                </a:spcBef>
                <a:spcAft>
                  <a:spcPts val="0"/>
                </a:spcAft>
                <a:buClr>
                  <a:schemeClr val="dk1"/>
                </a:buClr>
                <a:buSzPts val="1100"/>
                <a:buFont typeface="Calibri"/>
                <a:buChar char="•"/>
              </a:pPr>
              <a:r>
                <a:rPr b="0" i="0" lang="es-ES" sz="1100" u="none" cap="none" strike="noStrike">
                  <a:solidFill>
                    <a:schemeClr val="dk1"/>
                  </a:solidFill>
                  <a:latin typeface="Calibri"/>
                  <a:ea typeface="Calibri"/>
                  <a:cs typeface="Calibri"/>
                  <a:sym typeface="Calibri"/>
                </a:rPr>
                <a:t>Quien realiza el trabajo para completar la tarea</a:t>
              </a:r>
              <a:endParaRPr b="0" i="0" sz="1100" u="none" cap="none" strike="noStrike">
                <a:solidFill>
                  <a:schemeClr val="dk1"/>
                </a:solidFill>
                <a:latin typeface="Calibri"/>
                <a:ea typeface="Calibri"/>
                <a:cs typeface="Calibri"/>
                <a:sym typeface="Calibri"/>
              </a:endParaRPr>
            </a:p>
          </p:txBody>
        </p:sp>
        <p:sp>
          <p:nvSpPr>
            <p:cNvPr id="369" name="Google Shape;369;g3f8bb8eb9a8_0_2420"/>
            <p:cNvSpPr/>
            <p:nvPr/>
          </p:nvSpPr>
          <p:spPr>
            <a:xfrm>
              <a:off x="377943" y="3584"/>
              <a:ext cx="3314700" cy="1724100"/>
            </a:xfrm>
            <a:prstGeom prst="roundRect">
              <a:avLst>
                <a:gd fmla="val 16667" name="adj"/>
              </a:avLst>
            </a:prstGeom>
            <a:solidFill>
              <a:schemeClr val="accent4"/>
            </a:solidFill>
            <a:ln cap="flat" cmpd="sng" w="12175">
              <a:solidFill>
                <a:schemeClr val="lt1"/>
              </a:solidFill>
              <a:prstDash val="solid"/>
              <a:round/>
              <a:headEnd len="sm" w="sm" type="none"/>
              <a:tailEnd len="sm" w="sm" type="none"/>
            </a:ln>
          </p:spPr>
          <p:txBody>
            <a:bodyPr anchorCtr="0" anchor="ctr" bIns="43800" lIns="43800" spcFirstLastPara="1" rIns="43800" wrap="square" tIns="43800">
              <a:noAutofit/>
            </a:bodyPr>
            <a:lstStyle/>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R</a:t>
              </a:r>
              <a:endParaRPr sz="1000">
                <a:solidFill>
                  <a:schemeClr val="lt1"/>
                </a:solidFill>
                <a:latin typeface="Calibri"/>
                <a:ea typeface="Calibri"/>
                <a:cs typeface="Calibri"/>
                <a:sym typeface="Calibri"/>
              </a:endParaRPr>
            </a:p>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Responsable</a:t>
              </a:r>
              <a:endParaRPr sz="1000"/>
            </a:p>
          </p:txBody>
        </p:sp>
        <p:sp>
          <p:nvSpPr>
            <p:cNvPr id="370" name="Google Shape;370;g3f8bb8eb9a8_0_2420"/>
            <p:cNvSpPr/>
            <p:nvPr/>
          </p:nvSpPr>
          <p:spPr>
            <a:xfrm rot="5400000">
              <a:off x="7654848" y="-1859229"/>
              <a:ext cx="1379400" cy="9070800"/>
            </a:xfrm>
            <a:prstGeom prst="round2SameRect">
              <a:avLst>
                <a:gd fmla="val 16667" name="adj1"/>
                <a:gd fmla="val 0" name="adj2"/>
              </a:avLst>
            </a:prstGeom>
            <a:solidFill>
              <a:srgbClr val="D0CFE1">
                <a:alpha val="90200"/>
              </a:srgbClr>
            </a:solidFill>
            <a:ln cap="flat" cmpd="sng" w="12175">
              <a:solidFill>
                <a:srgbClr val="D0CFE1">
                  <a:alpha val="90200"/>
                </a:srgbClr>
              </a:solidFill>
              <a:prstDash val="solid"/>
              <a:round/>
              <a:headEnd len="sm" w="sm" type="none"/>
              <a:tailEnd len="sm" w="sm" type="none"/>
            </a:ln>
          </p:spPr>
          <p:txBody>
            <a:bodyPr anchorCtr="0" anchor="ctr" bIns="43800" lIns="43800" spcFirstLastPara="1" rIns="43800" wrap="square" tIns="43800">
              <a:noAutofit/>
            </a:bodyPr>
            <a:lstStyle/>
            <a:p>
              <a:pPr indent="0" lvl="0" marL="0" rtl="0" algn="l">
                <a:spcBef>
                  <a:spcPts val="0"/>
                </a:spcBef>
                <a:spcAft>
                  <a:spcPts val="0"/>
                </a:spcAft>
                <a:buNone/>
              </a:pPr>
              <a:r>
                <a:t/>
              </a:r>
              <a:endParaRPr sz="500"/>
            </a:p>
          </p:txBody>
        </p:sp>
        <p:sp>
          <p:nvSpPr>
            <p:cNvPr id="371" name="Google Shape;371;g3f8bb8eb9a8_0_2420"/>
            <p:cNvSpPr txBox="1"/>
            <p:nvPr/>
          </p:nvSpPr>
          <p:spPr>
            <a:xfrm>
              <a:off x="3841790" y="2053807"/>
              <a:ext cx="9003600" cy="1244700"/>
            </a:xfrm>
            <a:prstGeom prst="rect">
              <a:avLst/>
            </a:prstGeom>
            <a:noFill/>
            <a:ln>
              <a:noFill/>
            </a:ln>
          </p:spPr>
          <p:txBody>
            <a:bodyPr anchorCtr="0" anchor="ctr" bIns="27375" lIns="54750" spcFirstLastPara="1" rIns="54750" wrap="square" tIns="27375">
              <a:noAutofit/>
            </a:bodyPr>
            <a:lstStyle/>
            <a:p>
              <a:pPr indent="-120650" lvl="1" marL="139700" marR="0" rtl="0" algn="l">
                <a:lnSpc>
                  <a:spcPct val="90000"/>
                </a:lnSpc>
                <a:spcBef>
                  <a:spcPts val="0"/>
                </a:spcBef>
                <a:spcAft>
                  <a:spcPts val="0"/>
                </a:spcAft>
                <a:buClr>
                  <a:schemeClr val="dk1"/>
                </a:buClr>
                <a:buSzPts val="1100"/>
                <a:buFont typeface="Calibri"/>
                <a:buChar char="•"/>
              </a:pPr>
              <a:r>
                <a:rPr b="0" i="0" lang="es-ES" sz="1100" u="none" cap="none" strike="noStrike">
                  <a:solidFill>
                    <a:schemeClr val="dk1"/>
                  </a:solidFill>
                  <a:latin typeface="Calibri"/>
                  <a:ea typeface="Calibri"/>
                  <a:cs typeface="Calibri"/>
                  <a:sym typeface="Calibri"/>
                </a:rPr>
                <a:t>Se responsabiliza de que la tarea se cumpla y aprobar su resultado</a:t>
              </a:r>
              <a:endParaRPr b="0" i="0" sz="1100" u="none" cap="none" strike="noStrike">
                <a:solidFill>
                  <a:schemeClr val="dk1"/>
                </a:solidFill>
                <a:latin typeface="Calibri"/>
                <a:ea typeface="Calibri"/>
                <a:cs typeface="Calibri"/>
                <a:sym typeface="Calibri"/>
              </a:endParaRPr>
            </a:p>
          </p:txBody>
        </p:sp>
        <p:sp>
          <p:nvSpPr>
            <p:cNvPr id="372" name="Google Shape;372;g3f8bb8eb9a8_0_2420"/>
            <p:cNvSpPr/>
            <p:nvPr/>
          </p:nvSpPr>
          <p:spPr>
            <a:xfrm>
              <a:off x="377943" y="1814046"/>
              <a:ext cx="3314700" cy="1724100"/>
            </a:xfrm>
            <a:prstGeom prst="roundRect">
              <a:avLst>
                <a:gd fmla="val 16667" name="adj"/>
              </a:avLst>
            </a:prstGeom>
            <a:solidFill>
              <a:srgbClr val="5D5AAE"/>
            </a:solidFill>
            <a:ln cap="flat" cmpd="sng" w="12175">
              <a:solidFill>
                <a:schemeClr val="lt1"/>
              </a:solidFill>
              <a:prstDash val="solid"/>
              <a:round/>
              <a:headEnd len="sm" w="sm" type="none"/>
              <a:tailEnd len="sm" w="sm" type="none"/>
            </a:ln>
          </p:spPr>
          <p:txBody>
            <a:bodyPr anchorCtr="0" anchor="ctr" bIns="43800" lIns="43800" spcFirstLastPara="1" rIns="43800" wrap="square" tIns="43800">
              <a:noAutofit/>
            </a:bodyPr>
            <a:lstStyle/>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A</a:t>
              </a:r>
              <a:endParaRPr sz="1000">
                <a:solidFill>
                  <a:schemeClr val="lt1"/>
                </a:solidFill>
                <a:latin typeface="Calibri"/>
                <a:ea typeface="Calibri"/>
                <a:cs typeface="Calibri"/>
                <a:sym typeface="Calibri"/>
              </a:endParaRPr>
            </a:p>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Aprobador</a:t>
              </a:r>
              <a:endParaRPr sz="1000"/>
            </a:p>
          </p:txBody>
        </p:sp>
        <p:sp>
          <p:nvSpPr>
            <p:cNvPr id="373" name="Google Shape;373;g3f8bb8eb9a8_0_2420"/>
            <p:cNvSpPr/>
            <p:nvPr/>
          </p:nvSpPr>
          <p:spPr>
            <a:xfrm rot="5400000">
              <a:off x="7654848" y="-48768"/>
              <a:ext cx="1379400" cy="9070800"/>
            </a:xfrm>
            <a:prstGeom prst="round2SameRect">
              <a:avLst>
                <a:gd fmla="val 16667" name="adj1"/>
                <a:gd fmla="val 0" name="adj2"/>
              </a:avLst>
            </a:prstGeom>
            <a:solidFill>
              <a:srgbClr val="CED6E5">
                <a:alpha val="90200"/>
              </a:srgbClr>
            </a:solidFill>
            <a:ln cap="flat" cmpd="sng" w="12175">
              <a:solidFill>
                <a:srgbClr val="CED6E5">
                  <a:alpha val="90200"/>
                </a:srgbClr>
              </a:solidFill>
              <a:prstDash val="solid"/>
              <a:round/>
              <a:headEnd len="sm" w="sm" type="none"/>
              <a:tailEnd len="sm" w="sm" type="none"/>
            </a:ln>
          </p:spPr>
          <p:txBody>
            <a:bodyPr anchorCtr="0" anchor="ctr" bIns="43800" lIns="43800" spcFirstLastPara="1" rIns="43800" wrap="square" tIns="43800">
              <a:noAutofit/>
            </a:bodyPr>
            <a:lstStyle/>
            <a:p>
              <a:pPr indent="0" lvl="0" marL="0" rtl="0" algn="l">
                <a:spcBef>
                  <a:spcPts val="0"/>
                </a:spcBef>
                <a:spcAft>
                  <a:spcPts val="0"/>
                </a:spcAft>
                <a:buNone/>
              </a:pPr>
              <a:r>
                <a:t/>
              </a:r>
              <a:endParaRPr sz="500"/>
            </a:p>
          </p:txBody>
        </p:sp>
        <p:sp>
          <p:nvSpPr>
            <p:cNvPr id="374" name="Google Shape;374;g3f8bb8eb9a8_0_2420"/>
            <p:cNvSpPr txBox="1"/>
            <p:nvPr/>
          </p:nvSpPr>
          <p:spPr>
            <a:xfrm>
              <a:off x="3841790" y="3864268"/>
              <a:ext cx="9003600" cy="1244700"/>
            </a:xfrm>
            <a:prstGeom prst="rect">
              <a:avLst/>
            </a:prstGeom>
            <a:noFill/>
            <a:ln>
              <a:noFill/>
            </a:ln>
          </p:spPr>
          <p:txBody>
            <a:bodyPr anchorCtr="0" anchor="ctr" bIns="27375" lIns="54750" spcFirstLastPara="1" rIns="54750" wrap="square" tIns="27375">
              <a:noAutofit/>
            </a:bodyPr>
            <a:lstStyle/>
            <a:p>
              <a:pPr indent="-120650" lvl="1" marL="139700" marR="0" rtl="0" algn="l">
                <a:lnSpc>
                  <a:spcPct val="90000"/>
                </a:lnSpc>
                <a:spcBef>
                  <a:spcPts val="0"/>
                </a:spcBef>
                <a:spcAft>
                  <a:spcPts val="0"/>
                </a:spcAft>
                <a:buClr>
                  <a:schemeClr val="dk1"/>
                </a:buClr>
                <a:buSzPts val="1100"/>
                <a:buFont typeface="Calibri"/>
                <a:buChar char="•"/>
              </a:pPr>
              <a:r>
                <a:rPr b="0" i="0" lang="es-ES" sz="1100" u="none" cap="none" strike="noStrike">
                  <a:solidFill>
                    <a:schemeClr val="dk1"/>
                  </a:solidFill>
                  <a:latin typeface="Calibri"/>
                  <a:ea typeface="Calibri"/>
                  <a:cs typeface="Calibri"/>
                  <a:sym typeface="Calibri"/>
                </a:rPr>
                <a:t>Se le realizan preguntas debido a que puede poseer un mayor nivel de experiencia en el desarrollo de la tarea</a:t>
              </a:r>
              <a:endParaRPr b="0" i="0" sz="1100" u="none" cap="none" strike="noStrike">
                <a:solidFill>
                  <a:schemeClr val="dk1"/>
                </a:solidFill>
                <a:latin typeface="Calibri"/>
                <a:ea typeface="Calibri"/>
                <a:cs typeface="Calibri"/>
                <a:sym typeface="Calibri"/>
              </a:endParaRPr>
            </a:p>
          </p:txBody>
        </p:sp>
        <p:sp>
          <p:nvSpPr>
            <p:cNvPr id="375" name="Google Shape;375;g3f8bb8eb9a8_0_2420"/>
            <p:cNvSpPr/>
            <p:nvPr/>
          </p:nvSpPr>
          <p:spPr>
            <a:xfrm>
              <a:off x="377943" y="3624509"/>
              <a:ext cx="3314700" cy="1724100"/>
            </a:xfrm>
            <a:prstGeom prst="roundRect">
              <a:avLst>
                <a:gd fmla="val 16667" name="adj"/>
              </a:avLst>
            </a:prstGeom>
            <a:solidFill>
              <a:srgbClr val="5279BA"/>
            </a:solidFill>
            <a:ln cap="flat" cmpd="sng" w="12175">
              <a:solidFill>
                <a:schemeClr val="lt1"/>
              </a:solidFill>
              <a:prstDash val="solid"/>
              <a:round/>
              <a:headEnd len="sm" w="sm" type="none"/>
              <a:tailEnd len="sm" w="sm" type="none"/>
            </a:ln>
          </p:spPr>
          <p:txBody>
            <a:bodyPr anchorCtr="0" anchor="ctr" bIns="43800" lIns="43800" spcFirstLastPara="1" rIns="43800" wrap="square" tIns="43800">
              <a:noAutofit/>
            </a:bodyPr>
            <a:lstStyle/>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C</a:t>
              </a:r>
              <a:endParaRPr sz="1000">
                <a:solidFill>
                  <a:schemeClr val="lt1"/>
                </a:solidFill>
                <a:latin typeface="Calibri"/>
                <a:ea typeface="Calibri"/>
                <a:cs typeface="Calibri"/>
                <a:sym typeface="Calibri"/>
              </a:endParaRPr>
            </a:p>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Consultores</a:t>
              </a:r>
              <a:endParaRPr sz="1000"/>
            </a:p>
          </p:txBody>
        </p:sp>
        <p:sp>
          <p:nvSpPr>
            <p:cNvPr id="376" name="Google Shape;376;g3f8bb8eb9a8_0_2420"/>
            <p:cNvSpPr/>
            <p:nvPr/>
          </p:nvSpPr>
          <p:spPr>
            <a:xfrm rot="5400000">
              <a:off x="7654848" y="1761691"/>
              <a:ext cx="1379400" cy="9070800"/>
            </a:xfrm>
            <a:prstGeom prst="round2SameRect">
              <a:avLst>
                <a:gd fmla="val 16667" name="adj1"/>
                <a:gd fmla="val 0" name="adj2"/>
              </a:avLst>
            </a:prstGeom>
            <a:solidFill>
              <a:srgbClr val="CCE0E9">
                <a:alpha val="90200"/>
              </a:srgbClr>
            </a:solidFill>
            <a:ln cap="flat" cmpd="sng" w="12175">
              <a:solidFill>
                <a:srgbClr val="CCE0E9">
                  <a:alpha val="90200"/>
                </a:srgbClr>
              </a:solidFill>
              <a:prstDash val="solid"/>
              <a:round/>
              <a:headEnd len="sm" w="sm" type="none"/>
              <a:tailEnd len="sm" w="sm" type="none"/>
            </a:ln>
          </p:spPr>
          <p:txBody>
            <a:bodyPr anchorCtr="0" anchor="ctr" bIns="43800" lIns="43800" spcFirstLastPara="1" rIns="43800" wrap="square" tIns="43800">
              <a:noAutofit/>
            </a:bodyPr>
            <a:lstStyle/>
            <a:p>
              <a:pPr indent="0" lvl="0" marL="0" rtl="0" algn="l">
                <a:spcBef>
                  <a:spcPts val="0"/>
                </a:spcBef>
                <a:spcAft>
                  <a:spcPts val="0"/>
                </a:spcAft>
                <a:buNone/>
              </a:pPr>
              <a:r>
                <a:t/>
              </a:r>
              <a:endParaRPr sz="500"/>
            </a:p>
          </p:txBody>
        </p:sp>
        <p:sp>
          <p:nvSpPr>
            <p:cNvPr id="377" name="Google Shape;377;g3f8bb8eb9a8_0_2420"/>
            <p:cNvSpPr txBox="1"/>
            <p:nvPr/>
          </p:nvSpPr>
          <p:spPr>
            <a:xfrm>
              <a:off x="3841790" y="5674728"/>
              <a:ext cx="9003600" cy="1244700"/>
            </a:xfrm>
            <a:prstGeom prst="rect">
              <a:avLst/>
            </a:prstGeom>
            <a:noFill/>
            <a:ln>
              <a:noFill/>
            </a:ln>
          </p:spPr>
          <p:txBody>
            <a:bodyPr anchorCtr="0" anchor="ctr" bIns="27375" lIns="54750" spcFirstLastPara="1" rIns="54750" wrap="square" tIns="27375">
              <a:noAutofit/>
            </a:bodyPr>
            <a:lstStyle/>
            <a:p>
              <a:pPr indent="-120650" lvl="1" marL="139700" marR="0" rtl="0" algn="l">
                <a:lnSpc>
                  <a:spcPct val="90000"/>
                </a:lnSpc>
                <a:spcBef>
                  <a:spcPts val="0"/>
                </a:spcBef>
                <a:spcAft>
                  <a:spcPts val="0"/>
                </a:spcAft>
                <a:buClr>
                  <a:schemeClr val="dk1"/>
                </a:buClr>
                <a:buSzPts val="1100"/>
                <a:buFont typeface="Calibri"/>
                <a:buChar char="•"/>
              </a:pPr>
              <a:r>
                <a:rPr b="0" i="0" lang="es-ES" sz="1100" u="none" cap="none" strike="noStrike">
                  <a:solidFill>
                    <a:schemeClr val="dk1"/>
                  </a:solidFill>
                  <a:latin typeface="Calibri"/>
                  <a:ea typeface="Calibri"/>
                  <a:cs typeface="Calibri"/>
                  <a:sym typeface="Calibri"/>
                </a:rPr>
                <a:t>Quien recibe la información de avance de la tareas y los resultados obtenidos</a:t>
              </a:r>
              <a:endParaRPr b="0" i="0" sz="1100" u="none" cap="none" strike="noStrike">
                <a:solidFill>
                  <a:schemeClr val="dk1"/>
                </a:solidFill>
                <a:latin typeface="Calibri"/>
                <a:ea typeface="Calibri"/>
                <a:cs typeface="Calibri"/>
                <a:sym typeface="Calibri"/>
              </a:endParaRPr>
            </a:p>
          </p:txBody>
        </p:sp>
        <p:sp>
          <p:nvSpPr>
            <p:cNvPr id="378" name="Google Shape;378;g3f8bb8eb9a8_0_2420"/>
            <p:cNvSpPr/>
            <p:nvPr/>
          </p:nvSpPr>
          <p:spPr>
            <a:xfrm>
              <a:off x="377943" y="5434970"/>
              <a:ext cx="3314700" cy="1724100"/>
            </a:xfrm>
            <a:prstGeom prst="roundRect">
              <a:avLst>
                <a:gd fmla="val 16667" name="adj"/>
              </a:avLst>
            </a:prstGeom>
            <a:solidFill>
              <a:srgbClr val="4AA9C5"/>
            </a:solidFill>
            <a:ln cap="flat" cmpd="sng" w="12175">
              <a:solidFill>
                <a:schemeClr val="lt1"/>
              </a:solidFill>
              <a:prstDash val="solid"/>
              <a:round/>
              <a:headEnd len="sm" w="sm" type="none"/>
              <a:tailEnd len="sm" w="sm" type="none"/>
            </a:ln>
          </p:spPr>
          <p:txBody>
            <a:bodyPr anchorCtr="0" anchor="ctr" bIns="43800" lIns="43800" spcFirstLastPara="1" rIns="43800" wrap="square" tIns="43800">
              <a:noAutofit/>
            </a:bodyPr>
            <a:lstStyle/>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I</a:t>
              </a:r>
              <a:endParaRPr sz="1000">
                <a:solidFill>
                  <a:schemeClr val="lt1"/>
                </a:solidFill>
                <a:latin typeface="Calibri"/>
                <a:ea typeface="Calibri"/>
                <a:cs typeface="Calibri"/>
                <a:sym typeface="Calibri"/>
              </a:endParaRPr>
            </a:p>
            <a:p>
              <a:pPr indent="0" lvl="0" marL="0" rtl="0" algn="ctr">
                <a:lnSpc>
                  <a:spcPct val="90000"/>
                </a:lnSpc>
                <a:spcBef>
                  <a:spcPts val="0"/>
                </a:spcBef>
                <a:spcAft>
                  <a:spcPts val="0"/>
                </a:spcAft>
                <a:buNone/>
              </a:pPr>
              <a:r>
                <a:rPr lang="es-ES" sz="1000">
                  <a:solidFill>
                    <a:schemeClr val="lt1"/>
                  </a:solidFill>
                  <a:latin typeface="Calibri"/>
                  <a:ea typeface="Calibri"/>
                  <a:cs typeface="Calibri"/>
                  <a:sym typeface="Calibri"/>
                </a:rPr>
                <a:t>Informado</a:t>
              </a:r>
              <a:endParaRPr sz="1000"/>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1"/>
          <p:cNvSpPr txBox="1"/>
          <p:nvPr/>
        </p:nvSpPr>
        <p:spPr>
          <a:xfrm>
            <a:off x="302000" y="6364800"/>
            <a:ext cx="14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ES" u="sng">
                <a:solidFill>
                  <a:schemeClr val="hlink"/>
                </a:solidFill>
                <a:hlinkClick r:id="rId3"/>
              </a:rPr>
              <a:t>Enlace Jira</a:t>
            </a:r>
            <a:endParaRPr/>
          </a:p>
        </p:txBody>
      </p:sp>
      <p:pic>
        <p:nvPicPr>
          <p:cNvPr id="384" name="Google Shape;384;p51"/>
          <p:cNvPicPr preferRelativeResize="0"/>
          <p:nvPr/>
        </p:nvPicPr>
        <p:blipFill>
          <a:blip r:embed="rId4">
            <a:alphaModFix/>
          </a:blip>
          <a:stretch>
            <a:fillRect/>
          </a:stretch>
        </p:blipFill>
        <p:spPr>
          <a:xfrm>
            <a:off x="301988" y="2664342"/>
            <a:ext cx="1406274" cy="953920"/>
          </a:xfrm>
          <a:prstGeom prst="rect">
            <a:avLst/>
          </a:prstGeom>
          <a:noFill/>
          <a:ln>
            <a:noFill/>
          </a:ln>
        </p:spPr>
      </p:pic>
      <p:pic>
        <p:nvPicPr>
          <p:cNvPr id="385" name="Google Shape;385;p51"/>
          <p:cNvPicPr preferRelativeResize="0"/>
          <p:nvPr/>
        </p:nvPicPr>
        <p:blipFill>
          <a:blip r:embed="rId5">
            <a:alphaModFix/>
          </a:blip>
          <a:stretch>
            <a:fillRect/>
          </a:stretch>
        </p:blipFill>
        <p:spPr>
          <a:xfrm>
            <a:off x="1302369" y="4514562"/>
            <a:ext cx="953925" cy="953925"/>
          </a:xfrm>
          <a:prstGeom prst="rect">
            <a:avLst/>
          </a:prstGeom>
          <a:noFill/>
          <a:ln>
            <a:noFill/>
          </a:ln>
        </p:spPr>
      </p:pic>
      <p:pic>
        <p:nvPicPr>
          <p:cNvPr id="386" name="Google Shape;386;p51"/>
          <p:cNvPicPr preferRelativeResize="0"/>
          <p:nvPr/>
        </p:nvPicPr>
        <p:blipFill>
          <a:blip r:embed="rId6">
            <a:alphaModFix/>
          </a:blip>
          <a:stretch>
            <a:fillRect/>
          </a:stretch>
        </p:blipFill>
        <p:spPr>
          <a:xfrm>
            <a:off x="1798825" y="2664342"/>
            <a:ext cx="1406249" cy="831326"/>
          </a:xfrm>
          <a:prstGeom prst="rect">
            <a:avLst/>
          </a:prstGeom>
          <a:noFill/>
          <a:ln>
            <a:noFill/>
          </a:ln>
        </p:spPr>
      </p:pic>
      <p:pic>
        <p:nvPicPr>
          <p:cNvPr id="387" name="Google Shape;387;p51"/>
          <p:cNvPicPr preferRelativeResize="0"/>
          <p:nvPr/>
        </p:nvPicPr>
        <p:blipFill>
          <a:blip r:embed="rId7">
            <a:alphaModFix/>
          </a:blip>
          <a:stretch>
            <a:fillRect/>
          </a:stretch>
        </p:blipFill>
        <p:spPr>
          <a:xfrm>
            <a:off x="164813" y="4463663"/>
            <a:ext cx="1055725" cy="1055725"/>
          </a:xfrm>
          <a:prstGeom prst="rect">
            <a:avLst/>
          </a:prstGeom>
          <a:noFill/>
          <a:ln>
            <a:noFill/>
          </a:ln>
        </p:spPr>
      </p:pic>
      <p:pic>
        <p:nvPicPr>
          <p:cNvPr id="388" name="Google Shape;388;p51"/>
          <p:cNvPicPr preferRelativeResize="0"/>
          <p:nvPr/>
        </p:nvPicPr>
        <p:blipFill>
          <a:blip r:embed="rId8">
            <a:alphaModFix/>
          </a:blip>
          <a:stretch>
            <a:fillRect/>
          </a:stretch>
        </p:blipFill>
        <p:spPr>
          <a:xfrm>
            <a:off x="2338125" y="4575875"/>
            <a:ext cx="831301" cy="831301"/>
          </a:xfrm>
          <a:prstGeom prst="rect">
            <a:avLst/>
          </a:prstGeom>
          <a:noFill/>
          <a:ln>
            <a:noFill/>
          </a:ln>
        </p:spPr>
      </p:pic>
      <p:sp>
        <p:nvSpPr>
          <p:cNvPr id="389" name="Google Shape;389;p51"/>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Planificación del proyecto</a:t>
            </a:r>
            <a:endParaRPr/>
          </a:p>
        </p:txBody>
      </p:sp>
      <p:sp>
        <p:nvSpPr>
          <p:cNvPr id="390" name="Google Shape;390;p51"/>
          <p:cNvSpPr txBox="1"/>
          <p:nvPr/>
        </p:nvSpPr>
        <p:spPr>
          <a:xfrm>
            <a:off x="167125" y="1997950"/>
            <a:ext cx="3298500" cy="4341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None/>
            </a:pPr>
            <a:r>
              <a:rPr lang="es-ES" sz="1800">
                <a:solidFill>
                  <a:srgbClr val="002060"/>
                </a:solidFill>
              </a:rPr>
              <a:t>H</a:t>
            </a:r>
            <a:r>
              <a:rPr lang="es-ES" sz="1800">
                <a:solidFill>
                  <a:srgbClr val="002060"/>
                </a:solidFill>
              </a:rPr>
              <a:t>erramientas</a:t>
            </a:r>
            <a:r>
              <a:rPr lang="es-ES" sz="1800">
                <a:solidFill>
                  <a:srgbClr val="002060"/>
                </a:solidFill>
              </a:rPr>
              <a:t> de Planificación:</a:t>
            </a:r>
            <a:endParaRPr sz="1800"/>
          </a:p>
        </p:txBody>
      </p:sp>
      <p:sp>
        <p:nvSpPr>
          <p:cNvPr id="391" name="Google Shape;391;p51"/>
          <p:cNvSpPr txBox="1"/>
          <p:nvPr/>
        </p:nvSpPr>
        <p:spPr>
          <a:xfrm>
            <a:off x="167125" y="3850550"/>
            <a:ext cx="3000000" cy="434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ES" sz="1800">
                <a:solidFill>
                  <a:srgbClr val="002060"/>
                </a:solidFill>
              </a:rPr>
              <a:t>Herramientas de Respaldo:</a:t>
            </a:r>
            <a:endParaRPr sz="1800"/>
          </a:p>
        </p:txBody>
      </p:sp>
      <p:sp>
        <p:nvSpPr>
          <p:cNvPr id="392" name="Google Shape;392;p51"/>
          <p:cNvSpPr/>
          <p:nvPr/>
        </p:nvSpPr>
        <p:spPr>
          <a:xfrm>
            <a:off x="3289886" y="1869800"/>
            <a:ext cx="349200" cy="3991200"/>
          </a:xfrm>
          <a:prstGeom prst="rightBrace">
            <a:avLst>
              <a:gd fmla="val 9407" name="adj1"/>
              <a:gd fmla="val 4868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anklin Gothic"/>
              <a:ea typeface="Franklin Gothic"/>
              <a:cs typeface="Franklin Gothic"/>
              <a:sym typeface="Franklin Gothic"/>
            </a:endParaRPr>
          </a:p>
        </p:txBody>
      </p:sp>
      <p:sp>
        <p:nvSpPr>
          <p:cNvPr id="393" name="Google Shape;393;p51"/>
          <p:cNvSpPr/>
          <p:nvPr/>
        </p:nvSpPr>
        <p:spPr>
          <a:xfrm>
            <a:off x="8448775" y="1398000"/>
            <a:ext cx="3568500" cy="2093400"/>
          </a:xfrm>
          <a:prstGeom prst="roundRect">
            <a:avLst>
              <a:gd fmla="val 5091" name="adj"/>
            </a:avLst>
          </a:prstGeom>
          <a:noFill/>
          <a:ln cap="flat" cmpd="sng" w="19050">
            <a:solidFill>
              <a:srgbClr val="FF9900"/>
            </a:solidFill>
            <a:prstDash val="dash"/>
            <a:round/>
            <a:headEnd len="sm" w="sm" type="none"/>
            <a:tailEnd len="sm" w="sm" type="none"/>
          </a:ln>
        </p:spPr>
        <p:txBody>
          <a:bodyPr anchorCtr="0" anchor="ctr" bIns="62325" lIns="62325" spcFirstLastPara="1" rIns="62325" wrap="square" tIns="62325">
            <a:noAutofit/>
          </a:bodyPr>
          <a:lstStyle/>
          <a:p>
            <a:pPr indent="0" lvl="0" marL="0" rtl="0" algn="l">
              <a:spcBef>
                <a:spcPts val="0"/>
              </a:spcBef>
              <a:spcAft>
                <a:spcPts val="0"/>
              </a:spcAft>
              <a:buNone/>
            </a:pPr>
            <a:r>
              <a:rPr b="1" lang="es-ES">
                <a:latin typeface="Franklin Gothic"/>
                <a:ea typeface="Franklin Gothic"/>
                <a:cs typeface="Franklin Gothic"/>
                <a:sym typeface="Franklin Gothic"/>
              </a:rPr>
              <a:t>RPA_Riesgo_JP_v2</a:t>
            </a:r>
            <a:endParaRPr b="1">
              <a:latin typeface="Franklin Gothic"/>
              <a:ea typeface="Franklin Gothic"/>
              <a:cs typeface="Franklin Gothic"/>
              <a:sym typeface="Franklin Gothic"/>
            </a:endParaRPr>
          </a:p>
          <a:p>
            <a:pPr indent="-262011" lvl="0" marL="306804" rtl="0" algn="l">
              <a:spcBef>
                <a:spcPts val="0"/>
              </a:spcBef>
              <a:spcAft>
                <a:spcPts val="0"/>
              </a:spcAft>
              <a:buClr>
                <a:srgbClr val="1F497D"/>
              </a:buClr>
              <a:buSzPts val="1227"/>
              <a:buChar char="●"/>
            </a:pPr>
            <a:r>
              <a:rPr lang="es-ES" sz="1227">
                <a:solidFill>
                  <a:srgbClr val="000000"/>
                </a:solidFill>
              </a:rPr>
              <a:t>1 Tablero | Espacio</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solidFill>
                  <a:srgbClr val="000000"/>
                </a:solidFill>
              </a:rPr>
              <a:t>4 Épicas | Fases</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1 Preparación del Entorno</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2 Diseño y Modelado RPA</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3 Pruebas y Control</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4 Cierre y Evaluación</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solidFill>
                  <a:srgbClr val="000000"/>
                </a:solidFill>
              </a:rPr>
              <a:t>15 Tareas </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solidFill>
                  <a:srgbClr val="000000"/>
                </a:solidFill>
              </a:rPr>
              <a:t>16 Riesgos</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solidFill>
                  <a:srgbClr val="000000"/>
                </a:solidFill>
              </a:rPr>
              <a:t>2 Etiquetas</a:t>
            </a:r>
            <a:endParaRPr sz="1227">
              <a:solidFill>
                <a:srgbClr val="000000"/>
              </a:solidFill>
            </a:endParaRPr>
          </a:p>
        </p:txBody>
      </p:sp>
      <p:sp>
        <p:nvSpPr>
          <p:cNvPr id="394" name="Google Shape;394;p51"/>
          <p:cNvSpPr txBox="1"/>
          <p:nvPr/>
        </p:nvSpPr>
        <p:spPr>
          <a:xfrm rot="-5398972">
            <a:off x="3213465" y="3708039"/>
            <a:ext cx="1002900" cy="314700"/>
          </a:xfrm>
          <a:prstGeom prst="rect">
            <a:avLst/>
          </a:prstGeom>
          <a:noFill/>
          <a:ln>
            <a:noFill/>
          </a:ln>
        </p:spPr>
        <p:txBody>
          <a:bodyPr anchorCtr="0" anchor="t" bIns="62325" lIns="62325" spcFirstLastPara="1" rIns="62325" wrap="square" tIns="62325">
            <a:spAutoFit/>
          </a:bodyPr>
          <a:lstStyle/>
          <a:p>
            <a:pPr indent="0" lvl="0" marL="0" rtl="0" algn="l">
              <a:spcBef>
                <a:spcPts val="0"/>
              </a:spcBef>
              <a:spcAft>
                <a:spcPts val="0"/>
              </a:spcAft>
              <a:buNone/>
            </a:pPr>
            <a:r>
              <a:rPr b="1" lang="es-ES" sz="1227">
                <a:solidFill>
                  <a:srgbClr val="000000"/>
                </a:solidFill>
              </a:rPr>
              <a:t>Detalle Jira</a:t>
            </a:r>
            <a:endParaRPr b="1" sz="1227">
              <a:latin typeface="Calibri"/>
              <a:ea typeface="Calibri"/>
              <a:cs typeface="Calibri"/>
              <a:sym typeface="Calibri"/>
            </a:endParaRPr>
          </a:p>
        </p:txBody>
      </p:sp>
      <p:sp>
        <p:nvSpPr>
          <p:cNvPr id="395" name="Google Shape;395;p51"/>
          <p:cNvSpPr/>
          <p:nvPr/>
        </p:nvSpPr>
        <p:spPr>
          <a:xfrm>
            <a:off x="8448775" y="4008175"/>
            <a:ext cx="3568500" cy="1794900"/>
          </a:xfrm>
          <a:prstGeom prst="roundRect">
            <a:avLst>
              <a:gd fmla="val 5091" name="adj"/>
            </a:avLst>
          </a:prstGeom>
          <a:noFill/>
          <a:ln cap="flat" cmpd="sng" w="19050">
            <a:solidFill>
              <a:srgbClr val="FF9900"/>
            </a:solidFill>
            <a:prstDash val="dash"/>
            <a:round/>
            <a:headEnd len="sm" w="sm" type="none"/>
            <a:tailEnd len="sm" w="sm" type="none"/>
          </a:ln>
        </p:spPr>
        <p:txBody>
          <a:bodyPr anchorCtr="0" anchor="ctr" bIns="62325" lIns="62325" spcFirstLastPara="1" rIns="62325" wrap="square" tIns="62325">
            <a:noAutofit/>
          </a:bodyPr>
          <a:lstStyle/>
          <a:p>
            <a:pPr indent="0" lvl="0" marL="0" rtl="0" algn="l">
              <a:spcBef>
                <a:spcPts val="0"/>
              </a:spcBef>
              <a:spcAft>
                <a:spcPts val="0"/>
              </a:spcAft>
              <a:buNone/>
            </a:pPr>
            <a:r>
              <a:rPr b="1" lang="es-ES">
                <a:latin typeface="Franklin Gothic"/>
                <a:ea typeface="Franklin Gothic"/>
                <a:cs typeface="Franklin Gothic"/>
                <a:sym typeface="Franklin Gothic"/>
              </a:rPr>
              <a:t>Capstone_RPA</a:t>
            </a:r>
            <a:endParaRPr b="1">
              <a:latin typeface="Franklin Gothic"/>
              <a:ea typeface="Franklin Gothic"/>
              <a:cs typeface="Franklin Gothic"/>
              <a:sym typeface="Franklin Gothic"/>
            </a:endParaRPr>
          </a:p>
          <a:p>
            <a:pPr indent="-262011" lvl="0" marL="306804" rtl="0" algn="l">
              <a:spcBef>
                <a:spcPts val="0"/>
              </a:spcBef>
              <a:spcAft>
                <a:spcPts val="0"/>
              </a:spcAft>
              <a:buClr>
                <a:srgbClr val="1F497D"/>
              </a:buClr>
              <a:buSzPts val="1227"/>
              <a:buChar char="●"/>
            </a:pPr>
            <a:r>
              <a:rPr lang="es-ES" sz="1227">
                <a:solidFill>
                  <a:srgbClr val="000000"/>
                </a:solidFill>
              </a:rPr>
              <a:t>1 Tablero | Espacio</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t>3</a:t>
            </a:r>
            <a:r>
              <a:rPr lang="es-ES" sz="1227">
                <a:solidFill>
                  <a:srgbClr val="000000"/>
                </a:solidFill>
              </a:rPr>
              <a:t> Épicas | Fases</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1 </a:t>
            </a:r>
            <a:r>
              <a:rPr lang="es-ES" sz="1227"/>
              <a:t>Definición del Proyecto</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2 Desarrollo</a:t>
            </a:r>
            <a:endParaRPr sz="1227">
              <a:solidFill>
                <a:srgbClr val="000000"/>
              </a:solidFill>
            </a:endParaRPr>
          </a:p>
          <a:p>
            <a:pPr indent="-259762" lvl="1" marL="674969" rtl="0" algn="l">
              <a:spcBef>
                <a:spcPts val="0"/>
              </a:spcBef>
              <a:spcAft>
                <a:spcPts val="0"/>
              </a:spcAft>
              <a:buClr>
                <a:srgbClr val="1F497D"/>
              </a:buClr>
              <a:buSzPts val="1227"/>
              <a:buChar char="○"/>
            </a:pPr>
            <a:r>
              <a:rPr lang="es-ES" sz="1227">
                <a:solidFill>
                  <a:srgbClr val="000000"/>
                </a:solidFill>
              </a:rPr>
              <a:t>Fase 3 P</a:t>
            </a:r>
            <a:r>
              <a:rPr lang="es-ES" sz="1227">
                <a:solidFill>
                  <a:srgbClr val="000000"/>
                </a:solidFill>
              </a:rPr>
              <a:t>r</a:t>
            </a:r>
            <a:r>
              <a:rPr lang="es-ES" sz="1227"/>
              <a:t>esentación</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t>30</a:t>
            </a:r>
            <a:r>
              <a:rPr lang="es-ES" sz="1227">
                <a:solidFill>
                  <a:srgbClr val="000000"/>
                </a:solidFill>
              </a:rPr>
              <a:t> Tareas + Subtareas </a:t>
            </a:r>
            <a:endParaRPr sz="1227">
              <a:solidFill>
                <a:srgbClr val="000000"/>
              </a:solidFill>
            </a:endParaRPr>
          </a:p>
          <a:p>
            <a:pPr indent="-262011" lvl="0" marL="306804" rtl="0" algn="l">
              <a:spcBef>
                <a:spcPts val="0"/>
              </a:spcBef>
              <a:spcAft>
                <a:spcPts val="0"/>
              </a:spcAft>
              <a:buClr>
                <a:srgbClr val="1F497D"/>
              </a:buClr>
              <a:buSzPts val="1227"/>
              <a:buChar char="●"/>
            </a:pPr>
            <a:r>
              <a:rPr lang="es-ES" sz="1227"/>
              <a:t>3</a:t>
            </a:r>
            <a:r>
              <a:rPr lang="es-ES" sz="1227">
                <a:solidFill>
                  <a:srgbClr val="000000"/>
                </a:solidFill>
              </a:rPr>
              <a:t> Etiquetas</a:t>
            </a:r>
            <a:endParaRPr sz="1227">
              <a:solidFill>
                <a:srgbClr val="000000"/>
              </a:solidFill>
            </a:endParaRPr>
          </a:p>
        </p:txBody>
      </p:sp>
      <p:pic>
        <p:nvPicPr>
          <p:cNvPr id="396" name="Google Shape;396;p51"/>
          <p:cNvPicPr preferRelativeResize="0"/>
          <p:nvPr/>
        </p:nvPicPr>
        <p:blipFill rotWithShape="1">
          <a:blip r:embed="rId9">
            <a:alphaModFix/>
          </a:blip>
          <a:srcRect b="0" l="0" r="17444" t="0"/>
          <a:stretch/>
        </p:blipFill>
        <p:spPr>
          <a:xfrm>
            <a:off x="3916124" y="1263775"/>
            <a:ext cx="4255600" cy="2361849"/>
          </a:xfrm>
          <a:prstGeom prst="rect">
            <a:avLst/>
          </a:prstGeom>
          <a:noFill/>
          <a:ln>
            <a:noFill/>
          </a:ln>
        </p:spPr>
      </p:pic>
      <p:pic>
        <p:nvPicPr>
          <p:cNvPr id="397" name="Google Shape;397;p51"/>
          <p:cNvPicPr preferRelativeResize="0"/>
          <p:nvPr/>
        </p:nvPicPr>
        <p:blipFill>
          <a:blip r:embed="rId10">
            <a:alphaModFix/>
          </a:blip>
          <a:stretch>
            <a:fillRect/>
          </a:stretch>
        </p:blipFill>
        <p:spPr>
          <a:xfrm>
            <a:off x="3916124" y="3683425"/>
            <a:ext cx="4255600" cy="2966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1" name="Shape 401"/>
        <p:cNvGrpSpPr/>
        <p:nvPr/>
      </p:nvGrpSpPr>
      <p:grpSpPr>
        <a:xfrm>
          <a:off x="0" y="0"/>
          <a:ext cx="0" cy="0"/>
          <a:chOff x="0" y="0"/>
          <a:chExt cx="0" cy="0"/>
        </a:xfrm>
      </p:grpSpPr>
      <p:sp>
        <p:nvSpPr>
          <p:cNvPr id="402" name="Google Shape;402;g3f8bb8eb9a8_0_489"/>
          <p:cNvSpPr txBox="1"/>
          <p:nvPr>
            <p:ph type="title"/>
          </p:nvPr>
        </p:nvSpPr>
        <p:spPr>
          <a:xfrm>
            <a:off x="1474901" y="433331"/>
            <a:ext cx="10302300" cy="44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sz="2800">
                <a:solidFill>
                  <a:srgbClr val="000000"/>
                </a:solidFill>
                <a:latin typeface="Arial"/>
                <a:ea typeface="Arial"/>
                <a:cs typeface="Arial"/>
                <a:sym typeface="Arial"/>
              </a:rPr>
              <a:t>Recursos y Análisis del Entorno</a:t>
            </a:r>
            <a:endParaRPr/>
          </a:p>
        </p:txBody>
      </p:sp>
      <p:sp>
        <p:nvSpPr>
          <p:cNvPr id="403" name="Google Shape;403;g3f8bb8eb9a8_0_489"/>
          <p:cNvSpPr txBox="1"/>
          <p:nvPr/>
        </p:nvSpPr>
        <p:spPr>
          <a:xfrm>
            <a:off x="3509550" y="2704075"/>
            <a:ext cx="30000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b="1" lang="es-ES" sz="1100">
                <a:highlight>
                  <a:srgbClr val="FFF2CC"/>
                </a:highlight>
              </a:rPr>
              <a:t>Recursos:</a:t>
            </a:r>
            <a:r>
              <a:rPr lang="es-ES" sz="1100">
                <a:highlight>
                  <a:srgbClr val="FFF2CC"/>
                </a:highlight>
              </a:rPr>
              <a:t> Elementos humanos, técnicos o materiales necesarios.</a:t>
            </a:r>
            <a:endParaRPr sz="1100">
              <a:highlight>
                <a:srgbClr val="FFF2CC"/>
              </a:highlight>
            </a:endParaRPr>
          </a:p>
          <a:p>
            <a:pPr indent="-298450" lvl="0" marL="457200" rtl="0" algn="l">
              <a:lnSpc>
                <a:spcPct val="115000"/>
              </a:lnSpc>
              <a:spcBef>
                <a:spcPts val="0"/>
              </a:spcBef>
              <a:spcAft>
                <a:spcPts val="0"/>
              </a:spcAft>
              <a:buSzPts val="1100"/>
              <a:buChar char="●"/>
            </a:pPr>
            <a:r>
              <a:rPr b="1" lang="es-ES" sz="1100">
                <a:highlight>
                  <a:srgbClr val="FFF2CC"/>
                </a:highlight>
              </a:rPr>
              <a:t>Análisis del entorno:</a:t>
            </a:r>
            <a:r>
              <a:rPr lang="es-ES" sz="1100">
                <a:highlight>
                  <a:srgbClr val="FFF2CC"/>
                </a:highlight>
              </a:rPr>
              <a:t> Principales facilitadores y posibles obstaculizadores (y cómo mitigarlos).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7" name="Shape 407"/>
        <p:cNvGrpSpPr/>
        <p:nvPr/>
      </p:nvGrpSpPr>
      <p:grpSpPr>
        <a:xfrm>
          <a:off x="0" y="0"/>
          <a:ext cx="0" cy="0"/>
          <a:chOff x="0" y="0"/>
          <a:chExt cx="0" cy="0"/>
        </a:xfrm>
      </p:grpSpPr>
      <p:sp>
        <p:nvSpPr>
          <p:cNvPr id="408" name="Google Shape;408;p52"/>
          <p:cNvSpPr txBox="1"/>
          <p:nvPr>
            <p:ph type="title"/>
          </p:nvPr>
        </p:nvSpPr>
        <p:spPr>
          <a:xfrm>
            <a:off x="4783383" y="4972050"/>
            <a:ext cx="5470133" cy="89153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b="1" lang="es-ES" sz="4000">
                <a:solidFill>
                  <a:schemeClr val="lt1"/>
                </a:solidFill>
              </a:rPr>
              <a:t>Propuesta de solución</a:t>
            </a:r>
            <a:endParaRPr sz="4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2" name="Shape 412"/>
        <p:cNvGrpSpPr/>
        <p:nvPr/>
      </p:nvGrpSpPr>
      <p:grpSpPr>
        <a:xfrm>
          <a:off x="0" y="0"/>
          <a:ext cx="0" cy="0"/>
          <a:chOff x="0" y="0"/>
          <a:chExt cx="0" cy="0"/>
        </a:xfrm>
      </p:grpSpPr>
      <p:sp>
        <p:nvSpPr>
          <p:cNvPr id="413" name="Google Shape;413;p53"/>
          <p:cNvSpPr txBox="1"/>
          <p:nvPr>
            <p:ph type="title"/>
          </p:nvPr>
        </p:nvSpPr>
        <p:spPr>
          <a:xfrm>
            <a:off x="1474901" y="433331"/>
            <a:ext cx="10302421" cy="93979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4800">
                <a:solidFill>
                  <a:srgbClr val="002060"/>
                </a:solidFill>
                <a:latin typeface="Arial"/>
                <a:ea typeface="Arial"/>
                <a:cs typeface="Arial"/>
                <a:sym typeface="Arial"/>
              </a:rPr>
              <a:t>Propuesta de Solución</a:t>
            </a:r>
            <a:endParaRPr sz="4400">
              <a:solidFill>
                <a:srgbClr val="002060"/>
              </a:solidFill>
            </a:endParaRPr>
          </a:p>
        </p:txBody>
      </p:sp>
      <p:sp>
        <p:nvSpPr>
          <p:cNvPr id="414" name="Google Shape;414;p53"/>
          <p:cNvSpPr txBox="1"/>
          <p:nvPr/>
        </p:nvSpPr>
        <p:spPr>
          <a:xfrm>
            <a:off x="511984" y="2305331"/>
            <a:ext cx="6294783" cy="2798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s-ES" sz="2200" u="none" cap="none" strike="noStrike">
                <a:solidFill>
                  <a:srgbClr val="002060"/>
                </a:solidFill>
                <a:latin typeface="Arial"/>
                <a:ea typeface="Arial"/>
                <a:cs typeface="Arial"/>
                <a:sym typeface="Arial"/>
              </a:rPr>
              <a:t>Se describe la propuesta de solución del proyecto. </a:t>
            </a:r>
            <a:endParaRPr/>
          </a:p>
          <a:p>
            <a:pPr indent="0" lvl="0" marL="0" marR="0" rtl="0" algn="l">
              <a:lnSpc>
                <a:spcPct val="100000"/>
              </a:lnSpc>
              <a:spcBef>
                <a:spcPts val="0"/>
              </a:spcBef>
              <a:spcAft>
                <a:spcPts val="0"/>
              </a:spcAft>
              <a:buNone/>
            </a:pPr>
            <a:r>
              <a:t/>
            </a:r>
            <a:endParaRPr b="0" i="0" sz="22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None/>
            </a:pPr>
            <a:r>
              <a:rPr b="0" i="0" lang="es-ES" sz="2200" u="none" cap="none" strike="noStrike">
                <a:solidFill>
                  <a:srgbClr val="002060"/>
                </a:solidFill>
                <a:latin typeface="Arial"/>
                <a:ea typeface="Arial"/>
                <a:cs typeface="Arial"/>
                <a:sym typeface="Arial"/>
              </a:rPr>
              <a:t>Puede usar mas diapositivas para hablar se sus componentes  </a:t>
            </a:r>
            <a:endParaRPr b="0" i="0" sz="900" u="none" cap="none" strike="noStrike">
              <a:solidFill>
                <a:srgbClr val="002060"/>
              </a:solidFill>
              <a:latin typeface="Arial"/>
              <a:ea typeface="Arial"/>
              <a:cs typeface="Arial"/>
              <a:sym typeface="Arial"/>
            </a:endParaRPr>
          </a:p>
        </p:txBody>
      </p:sp>
      <p:pic>
        <p:nvPicPr>
          <p:cNvPr id="415" name="Google Shape;415;p53"/>
          <p:cNvPicPr preferRelativeResize="0"/>
          <p:nvPr/>
        </p:nvPicPr>
        <p:blipFill rotWithShape="1">
          <a:blip r:embed="rId3">
            <a:alphaModFix/>
          </a:blip>
          <a:srcRect b="0" l="0" r="0" t="0"/>
          <a:stretch/>
        </p:blipFill>
        <p:spPr>
          <a:xfrm>
            <a:off x="7051523" y="2590558"/>
            <a:ext cx="4530401" cy="222806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9" name="Shape 419"/>
        <p:cNvGrpSpPr/>
        <p:nvPr/>
      </p:nvGrpSpPr>
      <p:grpSpPr>
        <a:xfrm>
          <a:off x="0" y="0"/>
          <a:ext cx="0" cy="0"/>
          <a:chOff x="0" y="0"/>
          <a:chExt cx="0" cy="0"/>
        </a:xfrm>
      </p:grpSpPr>
      <p:sp>
        <p:nvSpPr>
          <p:cNvPr id="420" name="Google Shape;420;p54"/>
          <p:cNvSpPr txBox="1"/>
          <p:nvPr>
            <p:ph type="title"/>
          </p:nvPr>
        </p:nvSpPr>
        <p:spPr>
          <a:xfrm>
            <a:off x="1474901" y="433331"/>
            <a:ext cx="10302421" cy="93979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4800">
                <a:solidFill>
                  <a:srgbClr val="002060"/>
                </a:solidFill>
                <a:latin typeface="Arial"/>
                <a:ea typeface="Arial"/>
                <a:cs typeface="Arial"/>
                <a:sym typeface="Arial"/>
              </a:rPr>
              <a:t>Propuesta de Solución: Componentes</a:t>
            </a:r>
            <a:endParaRPr sz="4400">
              <a:solidFill>
                <a:srgbClr val="002060"/>
              </a:solidFill>
            </a:endParaRPr>
          </a:p>
        </p:txBody>
      </p:sp>
      <p:sp>
        <p:nvSpPr>
          <p:cNvPr id="421" name="Google Shape;421;p54"/>
          <p:cNvSpPr txBox="1"/>
          <p:nvPr/>
        </p:nvSpPr>
        <p:spPr>
          <a:xfrm>
            <a:off x="622851" y="1206203"/>
            <a:ext cx="7391595" cy="122450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t/>
            </a:r>
            <a:endParaRPr b="0" i="0" sz="2000" u="none" cap="none" strike="noStrike">
              <a:solidFill>
                <a:schemeClr val="accent1"/>
              </a:solidFill>
              <a:latin typeface="Arial"/>
              <a:ea typeface="Arial"/>
              <a:cs typeface="Arial"/>
              <a:sym typeface="Arial"/>
            </a:endParaRPr>
          </a:p>
        </p:txBody>
      </p:sp>
      <p:sp>
        <p:nvSpPr>
          <p:cNvPr id="422" name="Google Shape;422;p54"/>
          <p:cNvSpPr txBox="1"/>
          <p:nvPr/>
        </p:nvSpPr>
        <p:spPr>
          <a:xfrm>
            <a:off x="596347" y="2763825"/>
            <a:ext cx="6001677" cy="2887972"/>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00"/>
              </a:buClr>
              <a:buSzPct val="100000"/>
              <a:buFont typeface="Noto Sans Symbols"/>
              <a:buNone/>
            </a:pPr>
            <a:r>
              <a:rPr b="0" i="0" lang="es-ES" sz="2400" u="none" cap="none" strike="noStrike">
                <a:solidFill>
                  <a:srgbClr val="002060"/>
                </a:solidFill>
                <a:latin typeface="Arial"/>
                <a:ea typeface="Arial"/>
                <a:cs typeface="Arial"/>
                <a:sym typeface="Arial"/>
              </a:rPr>
              <a:t>Componentes </a:t>
            </a:r>
            <a:endParaRPr/>
          </a:p>
          <a:p>
            <a:pPr indent="0" lvl="0" marL="0" marR="0" rtl="0" algn="l">
              <a:lnSpc>
                <a:spcPct val="90000"/>
              </a:lnSpc>
              <a:spcBef>
                <a:spcPts val="1000"/>
              </a:spcBef>
              <a:spcAft>
                <a:spcPts val="0"/>
              </a:spcAft>
              <a:buClr>
                <a:srgbClr val="000000"/>
              </a:buClr>
              <a:buSzPct val="100000"/>
              <a:buFont typeface="Noto Sans Symbols"/>
              <a:buNone/>
            </a:pPr>
            <a:r>
              <a:rPr b="0" i="0" lang="es-ES" sz="2400" u="none" cap="none" strike="noStrike">
                <a:solidFill>
                  <a:srgbClr val="002060"/>
                </a:solidFill>
                <a:latin typeface="Arial"/>
                <a:ea typeface="Arial"/>
                <a:cs typeface="Arial"/>
                <a:sym typeface="Arial"/>
              </a:rPr>
              <a:t>Es decir, el resumen de aspectos relevantes . </a:t>
            </a:r>
            <a:endParaRPr/>
          </a:p>
          <a:p>
            <a:pPr indent="0" lvl="0" marL="0" marR="0" rtl="0" algn="l">
              <a:lnSpc>
                <a:spcPct val="90000"/>
              </a:lnSpc>
              <a:spcBef>
                <a:spcPts val="1000"/>
              </a:spcBef>
              <a:spcAft>
                <a:spcPts val="0"/>
              </a:spcAft>
              <a:buClr>
                <a:srgbClr val="000000"/>
              </a:buClr>
              <a:buSzPct val="100000"/>
              <a:buFont typeface="Noto Sans Symbols"/>
              <a:buNone/>
            </a:pPr>
            <a:r>
              <a:t/>
            </a:r>
            <a:endParaRPr b="0" i="0" sz="2400" u="none" cap="none" strike="noStrike">
              <a:solidFill>
                <a:srgbClr val="002060"/>
              </a:solidFill>
              <a:latin typeface="Arial"/>
              <a:ea typeface="Arial"/>
              <a:cs typeface="Arial"/>
              <a:sym typeface="Arial"/>
            </a:endParaRPr>
          </a:p>
          <a:p>
            <a:pPr indent="0" lvl="0" marL="0" marR="0" rtl="0" algn="l">
              <a:lnSpc>
                <a:spcPct val="90000"/>
              </a:lnSpc>
              <a:spcBef>
                <a:spcPts val="1000"/>
              </a:spcBef>
              <a:spcAft>
                <a:spcPts val="0"/>
              </a:spcAft>
              <a:buClr>
                <a:srgbClr val="000000"/>
              </a:buClr>
              <a:buSzPct val="100000"/>
              <a:buFont typeface="Noto Sans Symbols"/>
              <a:buNone/>
            </a:pPr>
            <a:r>
              <a:rPr b="0" i="0" lang="es-ES" sz="2400" u="none" cap="none" strike="noStrike">
                <a:solidFill>
                  <a:srgbClr val="002060"/>
                </a:solidFill>
                <a:latin typeface="Arial"/>
                <a:ea typeface="Arial"/>
                <a:cs typeface="Arial"/>
                <a:sym typeface="Arial"/>
              </a:rPr>
              <a:t>Esto implica “LISTAR”</a:t>
            </a:r>
            <a:endParaRPr/>
          </a:p>
          <a:p>
            <a:pPr indent="0" lvl="0" marL="0" marR="0" rtl="0" algn="l">
              <a:lnSpc>
                <a:spcPct val="90000"/>
              </a:lnSpc>
              <a:spcBef>
                <a:spcPts val="1000"/>
              </a:spcBef>
              <a:spcAft>
                <a:spcPts val="0"/>
              </a:spcAft>
              <a:buClr>
                <a:srgbClr val="000000"/>
              </a:buClr>
              <a:buSzPct val="100000"/>
              <a:buFont typeface="Noto Sans Symbols"/>
              <a:buNone/>
            </a:pPr>
            <a:r>
              <a:rPr b="0" i="0" lang="es-ES" sz="2400" u="none" cap="none" strike="noStrike">
                <a:solidFill>
                  <a:srgbClr val="002060"/>
                </a:solidFill>
                <a:latin typeface="Arial"/>
                <a:ea typeface="Arial"/>
                <a:cs typeface="Arial"/>
                <a:sym typeface="Arial"/>
              </a:rPr>
              <a:t>Arquitectura, Componentes, Estimaciones de Costo, estudios y otros usado en el estudio, panificación y diseño del proyecto </a:t>
            </a:r>
            <a:endParaRPr/>
          </a:p>
          <a:p>
            <a:pPr indent="0" lvl="0" marL="0" marR="0" rtl="0" algn="l">
              <a:lnSpc>
                <a:spcPct val="90000"/>
              </a:lnSpc>
              <a:spcBef>
                <a:spcPts val="1000"/>
              </a:spcBef>
              <a:spcAft>
                <a:spcPts val="0"/>
              </a:spcAft>
              <a:buClr>
                <a:srgbClr val="000000"/>
              </a:buClr>
              <a:buSzPct val="100000"/>
              <a:buFont typeface="Noto Sans Symbols"/>
              <a:buNone/>
            </a:pPr>
            <a:r>
              <a:t/>
            </a:r>
            <a:endParaRPr b="0" i="0" sz="2400" u="none" cap="none" strike="noStrike">
              <a:solidFill>
                <a:srgbClr val="002060"/>
              </a:solidFill>
              <a:latin typeface="Arial"/>
              <a:ea typeface="Arial"/>
              <a:cs typeface="Arial"/>
              <a:sym typeface="Arial"/>
            </a:endParaRPr>
          </a:p>
        </p:txBody>
      </p:sp>
      <p:pic>
        <p:nvPicPr>
          <p:cNvPr id="423" name="Google Shape;423;p54"/>
          <p:cNvPicPr preferRelativeResize="0"/>
          <p:nvPr/>
        </p:nvPicPr>
        <p:blipFill rotWithShape="1">
          <a:blip r:embed="rId3">
            <a:alphaModFix/>
          </a:blip>
          <a:srcRect b="0" l="0" r="0" t="0"/>
          <a:stretch/>
        </p:blipFill>
        <p:spPr>
          <a:xfrm>
            <a:off x="7404502" y="2940331"/>
            <a:ext cx="4530401" cy="222806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7" name="Shape 427"/>
        <p:cNvGrpSpPr/>
        <p:nvPr/>
      </p:nvGrpSpPr>
      <p:grpSpPr>
        <a:xfrm>
          <a:off x="0" y="0"/>
          <a:ext cx="0" cy="0"/>
          <a:chOff x="0" y="0"/>
          <a:chExt cx="0" cy="0"/>
        </a:xfrm>
      </p:grpSpPr>
      <p:sp>
        <p:nvSpPr>
          <p:cNvPr id="428" name="Google Shape;428;p55"/>
          <p:cNvSpPr txBox="1"/>
          <p:nvPr>
            <p:ph type="title"/>
          </p:nvPr>
        </p:nvSpPr>
        <p:spPr>
          <a:xfrm>
            <a:off x="2936416" y="2749423"/>
            <a:ext cx="5470133" cy="93318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4000">
                <a:solidFill>
                  <a:schemeClr val="lt1"/>
                </a:solidFill>
              </a:rPr>
              <a:t>Resultados del proyecto</a:t>
            </a:r>
            <a:endParaRPr sz="40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p56"/>
          <p:cNvSpPr txBox="1"/>
          <p:nvPr>
            <p:ph type="title"/>
          </p:nvPr>
        </p:nvSpPr>
        <p:spPr>
          <a:xfrm>
            <a:off x="1474901" y="433331"/>
            <a:ext cx="10302421" cy="44792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5400">
                <a:solidFill>
                  <a:srgbClr val="002060"/>
                </a:solidFill>
                <a:latin typeface="Arial"/>
                <a:ea typeface="Arial"/>
                <a:cs typeface="Arial"/>
                <a:sym typeface="Arial"/>
              </a:rPr>
              <a:t>Resultados del Proyecto</a:t>
            </a:r>
            <a:endParaRPr sz="4800">
              <a:solidFill>
                <a:srgbClr val="002060"/>
              </a:solidFill>
            </a:endParaRPr>
          </a:p>
        </p:txBody>
      </p:sp>
      <p:sp>
        <p:nvSpPr>
          <p:cNvPr id="434" name="Google Shape;434;p56"/>
          <p:cNvSpPr txBox="1"/>
          <p:nvPr/>
        </p:nvSpPr>
        <p:spPr>
          <a:xfrm>
            <a:off x="622852" y="1423506"/>
            <a:ext cx="4071384" cy="91505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0" i="0" lang="es-ES" sz="3600" u="none" cap="none" strike="noStrike">
                <a:solidFill>
                  <a:schemeClr val="dk1"/>
                </a:solidFill>
                <a:latin typeface="Arial"/>
                <a:ea typeface="Arial"/>
                <a:cs typeface="Arial"/>
                <a:sym typeface="Arial"/>
              </a:rPr>
              <a:t>Resultado 1</a:t>
            </a:r>
            <a:endParaRPr/>
          </a:p>
        </p:txBody>
      </p:sp>
      <p:sp>
        <p:nvSpPr>
          <p:cNvPr id="435" name="Google Shape;435;p56"/>
          <p:cNvSpPr txBox="1"/>
          <p:nvPr/>
        </p:nvSpPr>
        <p:spPr>
          <a:xfrm>
            <a:off x="622852" y="2522866"/>
            <a:ext cx="5499653" cy="166347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Noto Sans Symbols"/>
              <a:buNone/>
            </a:pPr>
            <a:r>
              <a:rPr b="0" i="0" lang="es-ES" sz="2000" u="none" cap="none" strike="noStrike">
                <a:solidFill>
                  <a:srgbClr val="002060"/>
                </a:solidFill>
                <a:latin typeface="Arial"/>
                <a:ea typeface="Arial"/>
                <a:cs typeface="Arial"/>
                <a:sym typeface="Arial"/>
              </a:rPr>
              <a:t>Comprende los productos generados para el resultado final del proyecto. Por ejemplo: Diagramas de clase, modelos de datos, casos de uso, cifras de rendimiento post implementación, entre otros. </a:t>
            </a:r>
            <a:endParaRPr/>
          </a:p>
          <a:p>
            <a:pPr indent="0" lvl="0" marL="0" marR="0" rtl="0" algn="l">
              <a:lnSpc>
                <a:spcPct val="90000"/>
              </a:lnSpc>
              <a:spcBef>
                <a:spcPts val="1000"/>
              </a:spcBef>
              <a:spcAft>
                <a:spcPts val="0"/>
              </a:spcAft>
              <a:buClr>
                <a:srgbClr val="000000"/>
              </a:buClr>
              <a:buSzPts val="2000"/>
              <a:buFont typeface="Noto Sans Symbols"/>
              <a:buNone/>
            </a:pPr>
            <a:r>
              <a:t/>
            </a:r>
            <a:endParaRPr b="0" i="0" sz="2000" u="none" cap="none" strike="noStrike">
              <a:solidFill>
                <a:srgbClr val="002060"/>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000"/>
              <a:buFont typeface="Noto Sans Symbols"/>
              <a:buNone/>
            </a:pPr>
            <a:r>
              <a:rPr b="1" i="0" lang="es-ES" sz="2000" u="sng" cap="none" strike="noStrike">
                <a:solidFill>
                  <a:srgbClr val="002060"/>
                </a:solidFill>
                <a:latin typeface="Arial"/>
                <a:ea typeface="Arial"/>
                <a:cs typeface="Arial"/>
                <a:sym typeface="Arial"/>
              </a:rPr>
              <a:t>Puede ser agregar todas las diapositivas que  considere necesarias </a:t>
            </a:r>
            <a:endParaRPr/>
          </a:p>
        </p:txBody>
      </p:sp>
      <p:pic>
        <p:nvPicPr>
          <p:cNvPr id="436" name="Google Shape;436;p56"/>
          <p:cNvPicPr preferRelativeResize="0"/>
          <p:nvPr/>
        </p:nvPicPr>
        <p:blipFill rotWithShape="1">
          <a:blip r:embed="rId3">
            <a:alphaModFix/>
          </a:blip>
          <a:srcRect b="0" l="0" r="0" t="0"/>
          <a:stretch/>
        </p:blipFill>
        <p:spPr>
          <a:xfrm>
            <a:off x="6960002" y="2305331"/>
            <a:ext cx="4530401" cy="222806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0" name="Shape 440"/>
        <p:cNvGrpSpPr/>
        <p:nvPr/>
      </p:nvGrpSpPr>
      <p:grpSpPr>
        <a:xfrm>
          <a:off x="0" y="0"/>
          <a:ext cx="0" cy="0"/>
          <a:chOff x="0" y="0"/>
          <a:chExt cx="0" cy="0"/>
        </a:xfrm>
      </p:grpSpPr>
      <p:sp>
        <p:nvSpPr>
          <p:cNvPr id="441" name="Google Shape;441;p57"/>
          <p:cNvSpPr txBox="1"/>
          <p:nvPr>
            <p:ph type="title"/>
          </p:nvPr>
        </p:nvSpPr>
        <p:spPr>
          <a:xfrm>
            <a:off x="1474901" y="433331"/>
            <a:ext cx="10302421" cy="44792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4400">
                <a:solidFill>
                  <a:srgbClr val="002060"/>
                </a:solidFill>
                <a:latin typeface="Arial"/>
                <a:ea typeface="Arial"/>
                <a:cs typeface="Arial"/>
                <a:sym typeface="Arial"/>
              </a:rPr>
              <a:t>Desarrollo de Actividades /Hito</a:t>
            </a:r>
            <a:endParaRPr sz="4000">
              <a:solidFill>
                <a:srgbClr val="002060"/>
              </a:solidFill>
            </a:endParaRPr>
          </a:p>
        </p:txBody>
      </p:sp>
      <p:sp>
        <p:nvSpPr>
          <p:cNvPr id="442" name="Google Shape;442;p57"/>
          <p:cNvSpPr txBox="1"/>
          <p:nvPr/>
        </p:nvSpPr>
        <p:spPr>
          <a:xfrm>
            <a:off x="622852" y="1423506"/>
            <a:ext cx="8635448" cy="91505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Arial"/>
              <a:buNone/>
            </a:pPr>
            <a:r>
              <a:rPr b="0" i="0" lang="es-ES" sz="3600" u="none" cap="none" strike="noStrike">
                <a:solidFill>
                  <a:schemeClr val="dk1"/>
                </a:solidFill>
                <a:latin typeface="Arial"/>
                <a:ea typeface="Arial"/>
                <a:cs typeface="Arial"/>
                <a:sym typeface="Arial"/>
              </a:rPr>
              <a:t>Hito N°1 Nombre del hito o Fase</a:t>
            </a:r>
            <a:endParaRPr b="0" i="0" sz="3600" u="none" cap="none" strike="noStrike">
              <a:solidFill>
                <a:schemeClr val="dk1"/>
              </a:solidFill>
              <a:latin typeface="Arial"/>
              <a:ea typeface="Arial"/>
              <a:cs typeface="Arial"/>
              <a:sym typeface="Arial"/>
            </a:endParaRPr>
          </a:p>
        </p:txBody>
      </p:sp>
      <p:sp>
        <p:nvSpPr>
          <p:cNvPr id="443" name="Google Shape;443;p57"/>
          <p:cNvSpPr txBox="1"/>
          <p:nvPr/>
        </p:nvSpPr>
        <p:spPr>
          <a:xfrm>
            <a:off x="622850" y="2522875"/>
            <a:ext cx="10302420" cy="1283581"/>
          </a:xfrm>
          <a:prstGeom prst="rect">
            <a:avLst/>
          </a:prstGeom>
          <a:noFill/>
          <a:ln>
            <a:noFill/>
          </a:ln>
        </p:spPr>
        <p:txBody>
          <a:bodyPr anchorCtr="0" anchor="t" bIns="45700" lIns="91425" spcFirstLastPara="1" rIns="91425" wrap="square" tIns="45700">
            <a:noAutofit/>
          </a:bodyPr>
          <a:lstStyle/>
          <a:p>
            <a:pPr indent="0" lvl="0" marL="44450" marR="0" rtl="0" algn="just">
              <a:lnSpc>
                <a:spcPct val="90000"/>
              </a:lnSpc>
              <a:spcBef>
                <a:spcPts val="0"/>
              </a:spcBef>
              <a:spcAft>
                <a:spcPts val="0"/>
              </a:spcAft>
              <a:buNone/>
            </a:pPr>
            <a:r>
              <a:rPr b="0" i="0" lang="es-ES" sz="2900" u="none" cap="none" strike="noStrike">
                <a:solidFill>
                  <a:srgbClr val="002060"/>
                </a:solidFill>
                <a:latin typeface="Arial"/>
                <a:ea typeface="Arial"/>
                <a:cs typeface="Arial"/>
                <a:sym typeface="Arial"/>
              </a:rPr>
              <a:t>Nombrar las tareas relevantes de hito o fase </a:t>
            </a:r>
            <a:endParaRPr/>
          </a:p>
          <a:p>
            <a:pPr indent="-412750" lvl="0" marL="457200" marR="0" rtl="0" algn="just">
              <a:lnSpc>
                <a:spcPct val="90000"/>
              </a:lnSpc>
              <a:spcBef>
                <a:spcPts val="0"/>
              </a:spcBef>
              <a:spcAft>
                <a:spcPts val="0"/>
              </a:spcAft>
              <a:buClr>
                <a:srgbClr val="002060"/>
              </a:buClr>
              <a:buSzPts val="2900"/>
              <a:buFont typeface="Arial"/>
              <a:buChar char="●"/>
            </a:pPr>
            <a:r>
              <a:rPr b="0" i="0" lang="es-ES" sz="2900" u="none" cap="none" strike="noStrike">
                <a:solidFill>
                  <a:srgbClr val="002060"/>
                </a:solidFill>
                <a:latin typeface="Arial"/>
                <a:ea typeface="Arial"/>
                <a:cs typeface="Arial"/>
                <a:sym typeface="Arial"/>
              </a:rPr>
              <a:t>Inicio del Proyecto</a:t>
            </a:r>
            <a:endParaRPr b="0" i="0" sz="2900" u="none" cap="none" strike="noStrike">
              <a:solidFill>
                <a:srgbClr val="002060"/>
              </a:solidFill>
              <a:latin typeface="Arial"/>
              <a:ea typeface="Arial"/>
              <a:cs typeface="Arial"/>
              <a:sym typeface="Arial"/>
            </a:endParaRPr>
          </a:p>
          <a:p>
            <a:pPr indent="0" lvl="0" marL="0" marR="0" rtl="0" algn="just">
              <a:lnSpc>
                <a:spcPct val="90000"/>
              </a:lnSpc>
              <a:spcBef>
                <a:spcPts val="0"/>
              </a:spcBef>
              <a:spcAft>
                <a:spcPts val="0"/>
              </a:spcAft>
              <a:buClr>
                <a:schemeClr val="dk1"/>
              </a:buClr>
              <a:buSzPts val="1100"/>
              <a:buFont typeface="Arial"/>
              <a:buNone/>
            </a:pPr>
            <a:r>
              <a:t/>
            </a:r>
            <a:endParaRPr b="0" i="0" sz="2900" u="none" cap="none" strike="noStrike">
              <a:solidFill>
                <a:srgbClr val="002060"/>
              </a:solidFill>
              <a:latin typeface="Arial"/>
              <a:ea typeface="Arial"/>
              <a:cs typeface="Arial"/>
              <a:sym typeface="Arial"/>
            </a:endParaRPr>
          </a:p>
          <a:p>
            <a:pPr indent="0" lvl="0" marL="0" marR="0" rtl="0" algn="just">
              <a:lnSpc>
                <a:spcPct val="90000"/>
              </a:lnSpc>
              <a:spcBef>
                <a:spcPts val="0"/>
              </a:spcBef>
              <a:spcAft>
                <a:spcPts val="0"/>
              </a:spcAft>
              <a:buClr>
                <a:srgbClr val="002060"/>
              </a:buClr>
              <a:buSzPts val="2000"/>
              <a:buFont typeface="Noto Sans Symbols"/>
              <a:buNone/>
            </a:pPr>
            <a:r>
              <a:t/>
            </a:r>
            <a:endParaRPr b="0" i="0" sz="2900" u="none" cap="none" strike="noStrike">
              <a:solidFill>
                <a:srgbClr val="002060"/>
              </a:solidFill>
              <a:latin typeface="Arial"/>
              <a:ea typeface="Arial"/>
              <a:cs typeface="Arial"/>
              <a:sym typeface="Arial"/>
            </a:endParaRPr>
          </a:p>
        </p:txBody>
      </p:sp>
      <p:sp>
        <p:nvSpPr>
          <p:cNvPr id="444" name="Google Shape;444;p57"/>
          <p:cNvSpPr txBox="1"/>
          <p:nvPr/>
        </p:nvSpPr>
        <p:spPr>
          <a:xfrm>
            <a:off x="371213" y="3589675"/>
            <a:ext cx="10302420" cy="929765"/>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1"/>
              </a:buClr>
              <a:buSzPts val="1100"/>
              <a:buFont typeface="Arial"/>
              <a:buNone/>
            </a:pPr>
            <a:r>
              <a:rPr b="0" i="0" lang="es-ES" sz="2900" u="none" cap="none" strike="noStrike">
                <a:solidFill>
                  <a:srgbClr val="002060"/>
                </a:solidFill>
                <a:latin typeface="Arial"/>
                <a:ea typeface="Arial"/>
                <a:cs typeface="Arial"/>
                <a:sym typeface="Arial"/>
              </a:rPr>
              <a:t>Recuerde que el desarrollo debe estar acorde a los objetivos, la planificación y la metodología del proyecto </a:t>
            </a:r>
            <a:endParaRPr/>
          </a:p>
          <a:p>
            <a:pPr indent="0" lvl="0" marL="0" marR="0" rtl="0" algn="just">
              <a:lnSpc>
                <a:spcPct val="90000"/>
              </a:lnSpc>
              <a:spcBef>
                <a:spcPts val="0"/>
              </a:spcBef>
              <a:spcAft>
                <a:spcPts val="0"/>
              </a:spcAft>
              <a:buClr>
                <a:schemeClr val="dk1"/>
              </a:buClr>
              <a:buSzPts val="1100"/>
              <a:buFont typeface="Arial"/>
              <a:buNone/>
            </a:pPr>
            <a:r>
              <a:t/>
            </a:r>
            <a:endParaRPr b="0" i="0" sz="2900" u="none" cap="none" strike="noStrike">
              <a:solidFill>
                <a:srgbClr val="002060"/>
              </a:solidFill>
              <a:latin typeface="Arial"/>
              <a:ea typeface="Arial"/>
              <a:cs typeface="Arial"/>
              <a:sym typeface="Arial"/>
            </a:endParaRPr>
          </a:p>
          <a:p>
            <a:pPr indent="0" lvl="0" marL="0" marR="0" rtl="0" algn="just">
              <a:lnSpc>
                <a:spcPct val="90000"/>
              </a:lnSpc>
              <a:spcBef>
                <a:spcPts val="0"/>
              </a:spcBef>
              <a:spcAft>
                <a:spcPts val="0"/>
              </a:spcAft>
              <a:buClr>
                <a:srgbClr val="002060"/>
              </a:buClr>
              <a:buSzPts val="2000"/>
              <a:buFont typeface="Noto Sans Symbols"/>
              <a:buNone/>
            </a:pPr>
            <a:r>
              <a:t/>
            </a:r>
            <a:endParaRPr b="0" i="0" sz="2900" u="none" cap="none" strike="noStrike">
              <a:solidFill>
                <a:srgbClr val="002060"/>
              </a:solidFill>
              <a:latin typeface="Arial"/>
              <a:ea typeface="Arial"/>
              <a:cs typeface="Arial"/>
              <a:sym typeface="Arial"/>
            </a:endParaRPr>
          </a:p>
        </p:txBody>
      </p:sp>
      <p:sp>
        <p:nvSpPr>
          <p:cNvPr id="445" name="Google Shape;445;p57"/>
          <p:cNvSpPr txBox="1"/>
          <p:nvPr/>
        </p:nvSpPr>
        <p:spPr>
          <a:xfrm>
            <a:off x="988828" y="5295014"/>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57"/>
          <p:cNvSpPr txBox="1"/>
          <p:nvPr/>
        </p:nvSpPr>
        <p:spPr>
          <a:xfrm>
            <a:off x="371213" y="5078741"/>
            <a:ext cx="10466047" cy="95410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1400"/>
              <a:buFont typeface="Arial"/>
              <a:buChar char="•"/>
            </a:pPr>
            <a:r>
              <a:rPr b="1" i="0" lang="es-ES" sz="1400" u="none" cap="none" strike="noStrike">
                <a:solidFill>
                  <a:srgbClr val="002060"/>
                </a:solidFill>
                <a:latin typeface="Arial"/>
                <a:ea typeface="Arial"/>
                <a:cs typeface="Arial"/>
                <a:sym typeface="Arial"/>
              </a:rPr>
              <a:t>Herramientas de planificación, por ejemplo</a:t>
            </a:r>
            <a:r>
              <a:rPr b="0" i="0" lang="es-ES" sz="1400" u="none" cap="none" strike="noStrike">
                <a:solidFill>
                  <a:srgbClr val="002060"/>
                </a:solidFill>
                <a:latin typeface="Arial"/>
                <a:ea typeface="Arial"/>
                <a:cs typeface="Arial"/>
                <a:sym typeface="Arial"/>
              </a:rPr>
              <a:t> cronograma, tablero de trabajo o carta Gantt.</a:t>
            </a:r>
            <a:endParaRPr/>
          </a:p>
          <a:p>
            <a:pPr indent="0" lvl="0" marL="0" marR="0" rtl="0" algn="l">
              <a:lnSpc>
                <a:spcPct val="100000"/>
              </a:lnSpc>
              <a:spcBef>
                <a:spcPts val="0"/>
              </a:spcBef>
              <a:spcAft>
                <a:spcPts val="0"/>
              </a:spcAft>
              <a:buNone/>
            </a:pPr>
            <a:r>
              <a:rPr b="1" i="0" lang="es-ES" sz="1400" u="none" cap="none" strike="noStrike">
                <a:solidFill>
                  <a:srgbClr val="002060"/>
                </a:solidFill>
                <a:latin typeface="Arial"/>
                <a:ea typeface="Arial"/>
                <a:cs typeface="Arial"/>
                <a:sym typeface="Arial"/>
              </a:rPr>
              <a:t>Artefactos de requerimientos </a:t>
            </a:r>
            <a:endParaRPr/>
          </a:p>
          <a:p>
            <a:pPr indent="0" lvl="0" marL="0" marR="0" rtl="0" algn="l">
              <a:lnSpc>
                <a:spcPct val="100000"/>
              </a:lnSpc>
              <a:spcBef>
                <a:spcPts val="0"/>
              </a:spcBef>
              <a:spcAft>
                <a:spcPts val="0"/>
              </a:spcAft>
              <a:buNone/>
            </a:pPr>
            <a:r>
              <a:rPr b="0" i="0" lang="es-ES" sz="1400" u="none" cap="none" strike="noStrike">
                <a:solidFill>
                  <a:srgbClr val="002060"/>
                </a:solidFill>
                <a:latin typeface="Arial"/>
                <a:ea typeface="Arial"/>
                <a:cs typeface="Arial"/>
                <a:sym typeface="Arial"/>
              </a:rPr>
              <a:t>según la metodología utilizada (ERS, CRC, Product Backlog, tarjetas de historias de usuario, entre otros).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0" name="Shape 450"/>
        <p:cNvGrpSpPr/>
        <p:nvPr/>
      </p:nvGrpSpPr>
      <p:grpSpPr>
        <a:xfrm>
          <a:off x="0" y="0"/>
          <a:ext cx="0" cy="0"/>
          <a:chOff x="0" y="0"/>
          <a:chExt cx="0" cy="0"/>
        </a:xfrm>
      </p:grpSpPr>
      <p:sp>
        <p:nvSpPr>
          <p:cNvPr id="451" name="Google Shape;451;p58"/>
          <p:cNvSpPr txBox="1"/>
          <p:nvPr>
            <p:ph type="title"/>
          </p:nvPr>
        </p:nvSpPr>
        <p:spPr>
          <a:xfrm>
            <a:off x="1474901" y="433331"/>
            <a:ext cx="10302421" cy="44792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4400">
                <a:solidFill>
                  <a:srgbClr val="002060"/>
                </a:solidFill>
                <a:latin typeface="Arial"/>
                <a:ea typeface="Arial"/>
                <a:cs typeface="Arial"/>
                <a:sym typeface="Arial"/>
              </a:rPr>
              <a:t>Desarrollo de Actividades /Hito</a:t>
            </a:r>
            <a:endParaRPr sz="4000">
              <a:solidFill>
                <a:srgbClr val="002060"/>
              </a:solidFill>
            </a:endParaRPr>
          </a:p>
        </p:txBody>
      </p:sp>
      <p:sp>
        <p:nvSpPr>
          <p:cNvPr id="452" name="Google Shape;452;p58"/>
          <p:cNvSpPr txBox="1"/>
          <p:nvPr/>
        </p:nvSpPr>
        <p:spPr>
          <a:xfrm>
            <a:off x="622852" y="1423506"/>
            <a:ext cx="8635448" cy="91505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Arial"/>
              <a:buNone/>
            </a:pPr>
            <a:r>
              <a:rPr b="0" i="0" lang="es-ES" sz="3600" u="none" cap="none" strike="noStrike">
                <a:solidFill>
                  <a:schemeClr val="dk1"/>
                </a:solidFill>
                <a:latin typeface="Arial"/>
                <a:ea typeface="Arial"/>
                <a:cs typeface="Arial"/>
                <a:sym typeface="Arial"/>
              </a:rPr>
              <a:t>Hito N°1 Levantamiento (EJEMPLO)</a:t>
            </a:r>
            <a:endParaRPr b="0" i="0" sz="3600" u="none" cap="none" strike="noStrike">
              <a:solidFill>
                <a:schemeClr val="dk1"/>
              </a:solidFill>
              <a:latin typeface="Arial"/>
              <a:ea typeface="Arial"/>
              <a:cs typeface="Arial"/>
              <a:sym typeface="Arial"/>
            </a:endParaRPr>
          </a:p>
        </p:txBody>
      </p:sp>
      <p:sp>
        <p:nvSpPr>
          <p:cNvPr id="453" name="Google Shape;453;p58"/>
          <p:cNvSpPr txBox="1"/>
          <p:nvPr/>
        </p:nvSpPr>
        <p:spPr>
          <a:xfrm>
            <a:off x="622850" y="2522875"/>
            <a:ext cx="10302420" cy="37134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002060"/>
                </a:solidFill>
                <a:latin typeface="Arial"/>
                <a:ea typeface="Arial"/>
                <a:cs typeface="Arial"/>
                <a:sym typeface="Arial"/>
              </a:rPr>
              <a:t>Herramientas de planificación, por ejemplo</a:t>
            </a:r>
            <a:r>
              <a:rPr b="0" i="0" lang="es-ES" sz="3200" u="none" cap="none" strike="noStrike">
                <a:solidFill>
                  <a:srgbClr val="002060"/>
                </a:solidFill>
                <a:latin typeface="Arial"/>
                <a:ea typeface="Arial"/>
                <a:cs typeface="Arial"/>
                <a:sym typeface="Arial"/>
              </a:rPr>
              <a:t> cronograma, tablero  o Cronograma</a:t>
            </a:r>
            <a:endParaRPr/>
          </a:p>
          <a:p>
            <a:pPr indent="0" lvl="0" marL="0" marR="0" rtl="0" algn="l">
              <a:lnSpc>
                <a:spcPct val="100000"/>
              </a:lnSpc>
              <a:spcBef>
                <a:spcPts val="0"/>
              </a:spcBef>
              <a:spcAft>
                <a:spcPts val="0"/>
              </a:spcAft>
              <a:buNone/>
            </a:pPr>
            <a:r>
              <a:rPr b="1" i="0" lang="es-ES" sz="3200" u="none" cap="none" strike="noStrike">
                <a:solidFill>
                  <a:srgbClr val="002060"/>
                </a:solidFill>
                <a:latin typeface="Arial"/>
                <a:ea typeface="Arial"/>
                <a:cs typeface="Arial"/>
                <a:sym typeface="Arial"/>
              </a:rPr>
              <a:t>Artefactos de requerimientos </a:t>
            </a:r>
            <a:r>
              <a:rPr b="0" i="0" lang="es-ES" sz="3200" u="none" cap="none" strike="noStrike">
                <a:solidFill>
                  <a:srgbClr val="002060"/>
                </a:solidFill>
                <a:latin typeface="Arial"/>
                <a:ea typeface="Arial"/>
                <a:cs typeface="Arial"/>
                <a:sym typeface="Arial"/>
              </a:rPr>
              <a:t>según la metodología utilizada (ERS, CRC, Product Backlog, tarjetas de historias de usuario, entre otros).</a:t>
            </a:r>
            <a:endParaRPr/>
          </a:p>
          <a:p>
            <a:pPr indent="-412750" lvl="0" marL="457200" marR="0" rtl="0" algn="just">
              <a:lnSpc>
                <a:spcPct val="90000"/>
              </a:lnSpc>
              <a:spcBef>
                <a:spcPts val="0"/>
              </a:spcBef>
              <a:spcAft>
                <a:spcPts val="0"/>
              </a:spcAft>
              <a:buClr>
                <a:srgbClr val="002060"/>
              </a:buClr>
              <a:buSzPts val="2900"/>
              <a:buFont typeface="Arial"/>
              <a:buChar char="●"/>
            </a:pPr>
            <a:r>
              <a:rPr b="0" i="0" lang="es-ES" sz="2900" u="none" cap="none" strike="noStrike">
                <a:solidFill>
                  <a:srgbClr val="002060"/>
                </a:solidFill>
                <a:latin typeface="Arial"/>
                <a:ea typeface="Arial"/>
                <a:cs typeface="Arial"/>
                <a:sym typeface="Arial"/>
              </a:rPr>
              <a:t>Modelo AS IS</a:t>
            </a:r>
            <a:endParaRPr b="0" i="0" sz="2900" u="none" cap="none" strike="noStrike">
              <a:solidFill>
                <a:srgbClr val="002060"/>
              </a:solidFill>
              <a:latin typeface="Arial"/>
              <a:ea typeface="Arial"/>
              <a:cs typeface="Arial"/>
              <a:sym typeface="Arial"/>
            </a:endParaRPr>
          </a:p>
          <a:p>
            <a:pPr indent="-412750" lvl="0" marL="457200" marR="0" rtl="0" algn="just">
              <a:lnSpc>
                <a:spcPct val="90000"/>
              </a:lnSpc>
              <a:spcBef>
                <a:spcPts val="0"/>
              </a:spcBef>
              <a:spcAft>
                <a:spcPts val="0"/>
              </a:spcAft>
              <a:buClr>
                <a:srgbClr val="002060"/>
              </a:buClr>
              <a:buSzPts val="2900"/>
              <a:buFont typeface="Arial"/>
              <a:buChar char="●"/>
            </a:pPr>
            <a:r>
              <a:rPr b="0" i="0" lang="es-ES" sz="2900" u="none" cap="none" strike="noStrike">
                <a:solidFill>
                  <a:srgbClr val="002060"/>
                </a:solidFill>
                <a:latin typeface="Arial"/>
                <a:ea typeface="Arial"/>
                <a:cs typeface="Arial"/>
                <a:sym typeface="Arial"/>
              </a:rPr>
              <a:t>Modelo TO BE</a:t>
            </a:r>
            <a:endParaRPr/>
          </a:p>
          <a:p>
            <a:pPr indent="-412750" lvl="0" marL="457200" marR="0" rtl="0" algn="just">
              <a:lnSpc>
                <a:spcPct val="90000"/>
              </a:lnSpc>
              <a:spcBef>
                <a:spcPts val="0"/>
              </a:spcBef>
              <a:spcAft>
                <a:spcPts val="0"/>
              </a:spcAft>
              <a:buClr>
                <a:srgbClr val="002060"/>
              </a:buClr>
              <a:buSzPts val="2900"/>
              <a:buFont typeface="Arial"/>
              <a:buChar char="●"/>
            </a:pPr>
            <a:r>
              <a:rPr b="0" i="0" lang="es-ES" sz="2900" u="none" cap="none" strike="noStrike">
                <a:solidFill>
                  <a:srgbClr val="002060"/>
                </a:solidFill>
                <a:latin typeface="Arial"/>
                <a:ea typeface="Arial"/>
                <a:cs typeface="Arial"/>
                <a:sym typeface="Arial"/>
              </a:rPr>
              <a:t>Etc </a:t>
            </a:r>
            <a:endParaRPr b="0" i="0" sz="2900" u="none" cap="none" strike="noStrike">
              <a:solidFill>
                <a:srgbClr val="002060"/>
              </a:solidFill>
              <a:latin typeface="Arial"/>
              <a:ea typeface="Arial"/>
              <a:cs typeface="Arial"/>
              <a:sym typeface="Arial"/>
            </a:endParaRPr>
          </a:p>
          <a:p>
            <a:pPr indent="0" lvl="0" marL="0" marR="0" rtl="0" algn="just">
              <a:lnSpc>
                <a:spcPct val="90000"/>
              </a:lnSpc>
              <a:spcBef>
                <a:spcPts val="0"/>
              </a:spcBef>
              <a:spcAft>
                <a:spcPts val="0"/>
              </a:spcAft>
              <a:buClr>
                <a:schemeClr val="dk1"/>
              </a:buClr>
              <a:buSzPts val="1100"/>
              <a:buFont typeface="Arial"/>
              <a:buNone/>
            </a:pPr>
            <a:r>
              <a:t/>
            </a:r>
            <a:endParaRPr b="0" i="0" sz="2900" u="none" cap="none" strike="noStrike">
              <a:solidFill>
                <a:srgbClr val="002060"/>
              </a:solidFill>
              <a:latin typeface="Arial"/>
              <a:ea typeface="Arial"/>
              <a:cs typeface="Arial"/>
              <a:sym typeface="Arial"/>
            </a:endParaRPr>
          </a:p>
          <a:p>
            <a:pPr indent="0" lvl="0" marL="0" marR="0" rtl="0" algn="just">
              <a:lnSpc>
                <a:spcPct val="90000"/>
              </a:lnSpc>
              <a:spcBef>
                <a:spcPts val="0"/>
              </a:spcBef>
              <a:spcAft>
                <a:spcPts val="0"/>
              </a:spcAft>
              <a:buClr>
                <a:srgbClr val="002060"/>
              </a:buClr>
              <a:buSzPts val="2000"/>
              <a:buFont typeface="Noto Sans Symbols"/>
              <a:buNone/>
            </a:pPr>
            <a:r>
              <a:t/>
            </a:r>
            <a:endParaRPr b="0" i="0" sz="2900" u="none" cap="none" strike="noStrike">
              <a:solidFill>
                <a:srgbClr val="002060"/>
              </a:solidFill>
              <a:latin typeface="Arial"/>
              <a:ea typeface="Arial"/>
              <a:cs typeface="Arial"/>
              <a:sym typeface="Arial"/>
            </a:endParaRPr>
          </a:p>
        </p:txBody>
      </p:sp>
      <p:sp>
        <p:nvSpPr>
          <p:cNvPr id="454" name="Google Shape;454;p58"/>
          <p:cNvSpPr txBox="1"/>
          <p:nvPr/>
        </p:nvSpPr>
        <p:spPr>
          <a:xfrm>
            <a:off x="4477770" y="4972829"/>
            <a:ext cx="7534274" cy="92333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5400" u="none" cap="none" strike="noStrike">
                <a:solidFill>
                  <a:schemeClr val="accent6"/>
                </a:solidFill>
                <a:latin typeface="Arial"/>
                <a:ea typeface="Arial"/>
                <a:cs typeface="Arial"/>
                <a:sym typeface="Arial"/>
              </a:rPr>
              <a:t>Ejemplo del HITO 1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8" name="Shape 458"/>
        <p:cNvGrpSpPr/>
        <p:nvPr/>
      </p:nvGrpSpPr>
      <p:grpSpPr>
        <a:xfrm>
          <a:off x="0" y="0"/>
          <a:ext cx="0" cy="0"/>
          <a:chOff x="0" y="0"/>
          <a:chExt cx="0" cy="0"/>
        </a:xfrm>
      </p:grpSpPr>
      <p:sp>
        <p:nvSpPr>
          <p:cNvPr id="459" name="Google Shape;459;p59"/>
          <p:cNvSpPr txBox="1"/>
          <p:nvPr>
            <p:ph type="title"/>
          </p:nvPr>
        </p:nvSpPr>
        <p:spPr>
          <a:xfrm>
            <a:off x="515088" y="1879600"/>
            <a:ext cx="5470133" cy="415551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3000"/>
              <a:buNone/>
            </a:pPr>
            <a:r>
              <a:rPr lang="es-ES" sz="7200">
                <a:solidFill>
                  <a:schemeClr val="lt1"/>
                </a:solidFill>
              </a:rPr>
              <a:t>Demostración del PRODUCTO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f8bb8eb9a8_0_2524"/>
          <p:cNvSpPr txBox="1"/>
          <p:nvPr>
            <p:ph type="title"/>
          </p:nvPr>
        </p:nvSpPr>
        <p:spPr>
          <a:xfrm>
            <a:off x="801712" y="4994314"/>
            <a:ext cx="3668100" cy="1015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800"/>
              <a:buNone/>
            </a:pPr>
            <a:r>
              <a:rPr lang="es-ES">
                <a:solidFill>
                  <a:srgbClr val="1F497D"/>
                </a:solidFill>
              </a:rPr>
              <a:t>Conclusión</a:t>
            </a:r>
            <a:endParaRPr>
              <a:solidFill>
                <a:srgbClr val="1F497D"/>
              </a:solidFill>
            </a:endParaRPr>
          </a:p>
          <a:p>
            <a:pPr indent="0" lvl="0" marL="0" rtl="0" algn="l">
              <a:lnSpc>
                <a:spcPct val="100000"/>
              </a:lnSpc>
              <a:spcBef>
                <a:spcPts val="0"/>
              </a:spcBef>
              <a:spcAft>
                <a:spcPts val="0"/>
              </a:spcAft>
              <a:buSzPts val="800"/>
              <a:buNone/>
            </a:pPr>
            <a:r>
              <a:rPr lang="es-ES">
                <a:solidFill>
                  <a:srgbClr val="1F497D"/>
                </a:solidFill>
              </a:rPr>
              <a:t>Reflexión</a:t>
            </a:r>
            <a:endParaRPr>
              <a:solidFill>
                <a:srgbClr val="1F497D"/>
              </a:solidFill>
            </a:endParaRPr>
          </a:p>
        </p:txBody>
      </p:sp>
      <p:sp>
        <p:nvSpPr>
          <p:cNvPr id="466" name="Google Shape;466;g3f8bb8eb9a8_0_2524"/>
          <p:cNvSpPr txBox="1"/>
          <p:nvPr/>
        </p:nvSpPr>
        <p:spPr>
          <a:xfrm>
            <a:off x="4870825" y="4733553"/>
            <a:ext cx="7173900" cy="1840800"/>
          </a:xfrm>
          <a:prstGeom prst="rect">
            <a:avLst/>
          </a:prstGeom>
          <a:noFill/>
          <a:ln>
            <a:noFill/>
          </a:ln>
        </p:spPr>
        <p:txBody>
          <a:bodyPr anchorCtr="0" anchor="t" bIns="55450" lIns="55450" spcFirstLastPara="1" rIns="55450" wrap="square" tIns="55450">
            <a:noAutofit/>
          </a:bodyPr>
          <a:lstStyle/>
          <a:p>
            <a:pPr indent="-228600" lvl="0" marL="279400" rtl="0" algn="l">
              <a:lnSpc>
                <a:spcPct val="115000"/>
              </a:lnSpc>
              <a:spcBef>
                <a:spcPts val="1200"/>
              </a:spcBef>
              <a:spcAft>
                <a:spcPts val="0"/>
              </a:spcAft>
              <a:buSzPts val="1400"/>
              <a:buChar char="●"/>
            </a:pPr>
            <a:r>
              <a:rPr b="1" lang="es-ES">
                <a:solidFill>
                  <a:srgbClr val="FF9900"/>
                </a:solidFill>
              </a:rPr>
              <a:t>Impacto Operativo:</a:t>
            </a:r>
            <a:r>
              <a:rPr lang="es-ES"/>
              <a:t>La automatización transforma una tarea administrativa lenta y repetitiva en un flujo digital.</a:t>
            </a:r>
            <a:endParaRPr/>
          </a:p>
          <a:p>
            <a:pPr indent="-228600" lvl="0" marL="279400" rtl="0" algn="l">
              <a:lnSpc>
                <a:spcPct val="115000"/>
              </a:lnSpc>
              <a:spcBef>
                <a:spcPts val="0"/>
              </a:spcBef>
              <a:spcAft>
                <a:spcPts val="0"/>
              </a:spcAft>
              <a:buSzPts val="1400"/>
              <a:buChar char="●"/>
            </a:pPr>
            <a:r>
              <a:rPr b="1" lang="es-ES">
                <a:solidFill>
                  <a:srgbClr val="FF9900"/>
                </a:solidFill>
              </a:rPr>
              <a:t>Alineación con el Perfil de Egreso:</a:t>
            </a:r>
            <a:r>
              <a:rPr lang="es-ES">
                <a:solidFill>
                  <a:srgbClr val="FF9900"/>
                </a:solidFill>
              </a:rPr>
              <a:t> </a:t>
            </a:r>
            <a:r>
              <a:rPr lang="es-ES"/>
              <a:t>El prototipo pone a prueba el ciclo de vida del software, la integración de sistemas y la optimización de procesos.</a:t>
            </a:r>
            <a:endParaRPr/>
          </a:p>
          <a:p>
            <a:pPr indent="-228600" lvl="0" marL="279400" rtl="0" algn="l">
              <a:lnSpc>
                <a:spcPct val="115000"/>
              </a:lnSpc>
              <a:spcBef>
                <a:spcPts val="0"/>
              </a:spcBef>
              <a:spcAft>
                <a:spcPts val="0"/>
              </a:spcAft>
              <a:buSzPts val="1400"/>
              <a:buChar char="●"/>
            </a:pPr>
            <a:r>
              <a:rPr b="1" lang="es-ES">
                <a:solidFill>
                  <a:srgbClr val="FF9900"/>
                </a:solidFill>
              </a:rPr>
              <a:t>Escalabilidad</a:t>
            </a:r>
            <a:r>
              <a:rPr b="1" lang="es-ES"/>
              <a:t>:</a:t>
            </a:r>
            <a:r>
              <a:rPr lang="es-ES"/>
              <a:t> La solución es viable ya que no solo resuelve una necesidad local, sino que sienta las bases para escalar a nivel institucional.</a:t>
            </a:r>
            <a:endParaRPr b="1" u="sng">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0"/>
          <p:cNvSpPr txBox="1"/>
          <p:nvPr>
            <p:ph idx="4294967295" type="title"/>
          </p:nvPr>
        </p:nvSpPr>
        <p:spPr>
          <a:xfrm>
            <a:off x="3691890" y="482918"/>
            <a:ext cx="4225925" cy="812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3000"/>
              <a:buNone/>
            </a:pPr>
            <a:r>
              <a:rPr b="1" lang="es-ES">
                <a:solidFill>
                  <a:schemeClr val="dk1"/>
                </a:solidFill>
              </a:rPr>
              <a:t>Preguntas </a:t>
            </a:r>
            <a:endParaRPr/>
          </a:p>
        </p:txBody>
      </p:sp>
      <p:pic>
        <p:nvPicPr>
          <p:cNvPr descr="http://www.clipartroo.com/images/33/group-talking-clipart-33811.png" id="472" name="Google Shape;472;p20"/>
          <p:cNvPicPr preferRelativeResize="0"/>
          <p:nvPr/>
        </p:nvPicPr>
        <p:blipFill rotWithShape="1">
          <a:blip r:embed="rId3">
            <a:alphaModFix/>
          </a:blip>
          <a:srcRect b="0" l="0" r="0" t="0"/>
          <a:stretch/>
        </p:blipFill>
        <p:spPr>
          <a:xfrm>
            <a:off x="3157998" y="1467168"/>
            <a:ext cx="6306311" cy="42211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1"/>
          <p:cNvSpPr txBox="1"/>
          <p:nvPr>
            <p:ph type="title"/>
          </p:nvPr>
        </p:nvSpPr>
        <p:spPr>
          <a:xfrm>
            <a:off x="718288" y="3997032"/>
            <a:ext cx="5470133" cy="93318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8800"/>
              <a:t>Anexos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2"/>
          <p:cNvSpPr txBox="1"/>
          <p:nvPr>
            <p:ph type="title"/>
          </p:nvPr>
        </p:nvSpPr>
        <p:spPr>
          <a:xfrm>
            <a:off x="1474901" y="433331"/>
            <a:ext cx="10302421" cy="44792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000"/>
              <a:buNone/>
            </a:pPr>
            <a:r>
              <a:rPr lang="es-ES" sz="4800">
                <a:solidFill>
                  <a:srgbClr val="002060"/>
                </a:solidFill>
              </a:rPr>
              <a:t>Anexos</a:t>
            </a:r>
            <a:br>
              <a:rPr lang="es-ES"/>
            </a:br>
            <a:endParaRPr/>
          </a:p>
        </p:txBody>
      </p:sp>
      <p:sp>
        <p:nvSpPr>
          <p:cNvPr id="483" name="Google Shape;483;p62"/>
          <p:cNvSpPr txBox="1"/>
          <p:nvPr/>
        </p:nvSpPr>
        <p:spPr>
          <a:xfrm>
            <a:off x="908775" y="2737050"/>
            <a:ext cx="8609400" cy="1569900"/>
          </a:xfrm>
          <a:prstGeom prst="rect">
            <a:avLst/>
          </a:prstGeom>
          <a:noFill/>
          <a:ln>
            <a:noFill/>
          </a:ln>
        </p:spPr>
        <p:txBody>
          <a:bodyPr anchorCtr="0" anchor="t" bIns="45700" lIns="91425" spcFirstLastPara="1" rIns="91425" wrap="square" tIns="45700">
            <a:spAutoFit/>
          </a:bodyPr>
          <a:lstStyle/>
          <a:p>
            <a:pPr indent="-431800" lvl="0" marL="457200" marR="0" rtl="0" algn="l">
              <a:lnSpc>
                <a:spcPct val="100000"/>
              </a:lnSpc>
              <a:spcBef>
                <a:spcPts val="0"/>
              </a:spcBef>
              <a:spcAft>
                <a:spcPts val="0"/>
              </a:spcAft>
              <a:buSzPts val="3200"/>
              <a:buChar char="●"/>
            </a:pPr>
            <a:r>
              <a:rPr b="1" lang="es-ES" sz="3200" u="sng">
                <a:solidFill>
                  <a:schemeClr val="hlink"/>
                </a:solidFill>
                <a:hlinkClick r:id="rId3"/>
              </a:rPr>
              <a:t>Cronograma Jira</a:t>
            </a:r>
            <a:endParaRPr b="1" sz="3200" u="sng">
              <a:solidFill>
                <a:schemeClr val="hlink"/>
              </a:solidFill>
            </a:endParaRPr>
          </a:p>
          <a:p>
            <a:pPr indent="-431800" lvl="0" marL="457200" marR="0" rtl="0" algn="l">
              <a:lnSpc>
                <a:spcPct val="100000"/>
              </a:lnSpc>
              <a:spcBef>
                <a:spcPts val="0"/>
              </a:spcBef>
              <a:spcAft>
                <a:spcPts val="0"/>
              </a:spcAft>
              <a:buClr>
                <a:schemeClr val="hlink"/>
              </a:buClr>
              <a:buSzPts val="3200"/>
              <a:buChar char="●"/>
            </a:pPr>
            <a:r>
              <a:rPr b="1" lang="es-ES" sz="3200" u="sng">
                <a:solidFill>
                  <a:schemeClr val="hlink"/>
                </a:solidFill>
                <a:hlinkClick r:id="rId4"/>
              </a:rPr>
              <a:t>Proyecto GitHub</a:t>
            </a:r>
            <a:endParaRPr/>
          </a:p>
          <a:p>
            <a:pPr indent="-431800" lvl="0" marL="457200" marR="0" rtl="0" algn="l">
              <a:lnSpc>
                <a:spcPct val="100000"/>
              </a:lnSpc>
              <a:spcBef>
                <a:spcPts val="0"/>
              </a:spcBef>
              <a:spcAft>
                <a:spcPts val="0"/>
              </a:spcAft>
              <a:buClr>
                <a:schemeClr val="hlink"/>
              </a:buClr>
              <a:buSzPts val="3200"/>
              <a:buChar char="●"/>
            </a:pPr>
            <a:r>
              <a:rPr b="1" lang="es-ES" sz="3200" u="sng">
                <a:solidFill>
                  <a:schemeClr val="hlink"/>
                </a:solidFill>
                <a:hlinkClick r:id="rId5"/>
              </a:rPr>
              <a:t>Documentación Respaldo Confluence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Francisca Navarro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0x01010048559AD10BB8994EAB51E48F3FE516F0</vt:lpwstr>
  </property>
  <property fmtid="{D5CDD505-2E9C-101B-9397-08002B2CF9AE}" pid="3" name="Order">
    <vt:r8>2378900.0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activity">
    <vt:lpwstr>{"FileActivityType":"9","FileActivityTimeStamp":"2025-09-11T01:10:02.480Z","FileActivityUsersOnPage":[{"DisplayName":"ELIANA MALLEN GONZALEZ GONZALEZ","Id":"elia.gonzalezg@profesor.duoc.cl"}],"FileActivityNavigationId":null}</vt:lpwstr>
  </property>
  <property fmtid="{D5CDD505-2E9C-101B-9397-08002B2CF9AE}" pid="9" name="_ExtendedDescription">
    <vt:lpwstr/>
  </property>
  <property fmtid="{D5CDD505-2E9C-101B-9397-08002B2CF9AE}" pid="10" name="MediaServiceImageTags">
    <vt:lpwstr/>
  </property>
</Properties>
</file>