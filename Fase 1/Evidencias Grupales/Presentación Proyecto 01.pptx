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custom-properties+xml" PartName="/docProps/custom.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y="6858000" cx="12192000"/>
  <p:notesSz cx="6858000" cy="9144000"/>
  <p:embeddedFontLst>
    <p:embeddedFont>
      <p:font typeface="Roboto Thin"/>
      <p:regular r:id="rId31"/>
      <p:bold r:id="rId32"/>
      <p:italic r:id="rId33"/>
      <p:boldItalic r:id="rId34"/>
    </p:embeddedFont>
    <p:embeddedFont>
      <p:font typeface="Roboto"/>
      <p:regular r:id="rId35"/>
      <p:bold r:id="rId36"/>
      <p:italic r:id="rId37"/>
      <p:boldItalic r:id="rId38"/>
    </p:embeddedFont>
    <p:embeddedFont>
      <p:font typeface="Roboto Medium"/>
      <p:regular r:id="rId39"/>
      <p:bold r:id="rId40"/>
      <p:italic r:id="rId41"/>
      <p:boldItalic r:id="rId42"/>
    </p:embeddedFont>
    <p:embeddedFont>
      <p:font typeface="Franklin Gothic"/>
      <p:bold r:id="rId43"/>
    </p:embeddedFont>
    <p:embeddedFont>
      <p:font typeface="Bebas Neue"/>
      <p:regular r:id="rId44"/>
    </p:embeddedFont>
    <p:embeddedFont>
      <p:font typeface="Roboto Condensed"/>
      <p:regular r:id="rId45"/>
      <p:bold r:id="rId46"/>
      <p:italic r:id="rId47"/>
      <p:boldItalic r:id="rId48"/>
    </p:embeddedFont>
    <p:embeddedFont>
      <p:font typeface="Roboto Mono"/>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3" roundtripDataSignature="AMtx7mgyxXNVMZpPWwqFumybeOtEnTjG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0A6DF0F-17E8-4F7E-BA69-44A7742C086E}">
  <a:tblStyle styleId="{50A6DF0F-17E8-4F7E-BA69-44A7742C086E}" styleName="Table_0">
    <a:wholeTbl>
      <a:tcTxStyle>
        <a:font>
          <a:latin typeface="Arial"/>
          <a:ea typeface="Arial"/>
          <a:cs typeface="Arial"/>
        </a:font>
        <a:srgbClr val="000000"/>
      </a:tcTxStyle>
      <a:tcStyle>
        <a:tcBdr>
          <a:left>
            <a:ln cap="flat" cmpd="sng" w="12700">
              <a:solidFill>
                <a:srgbClr val="000000"/>
              </a:solidFill>
              <a:prstDash val="solid"/>
              <a:round/>
              <a:headEnd len="sm" w="sm" type="none"/>
              <a:tailEnd len="sm" w="sm" type="none"/>
            </a:ln>
          </a:left>
          <a:right>
            <a:ln cap="flat" cmpd="sng" w="12700">
              <a:solidFill>
                <a:srgbClr val="000000"/>
              </a:solidFill>
              <a:prstDash val="solid"/>
              <a:round/>
              <a:headEnd len="sm" w="sm" type="none"/>
              <a:tailEnd len="sm" w="sm" type="none"/>
            </a:ln>
          </a:right>
          <a:top>
            <a:ln cap="flat" cmpd="sng" w="12700">
              <a:solidFill>
                <a:srgbClr val="000000"/>
              </a:solidFill>
              <a:prstDash val="solid"/>
              <a:round/>
              <a:headEnd len="sm" w="sm" type="none"/>
              <a:tailEnd len="sm" w="sm" type="none"/>
            </a:ln>
          </a:top>
          <a:bottom>
            <a:ln cap="flat" cmpd="sng" w="12700">
              <a:solidFill>
                <a:srgbClr val="000000"/>
              </a:solidFill>
              <a:prstDash val="solid"/>
              <a:round/>
              <a:headEnd len="sm" w="sm" type="none"/>
              <a:tailEnd len="sm" w="sm" type="none"/>
            </a:ln>
          </a:bottom>
          <a:insideH>
            <a:ln cap="flat" cmpd="sng" w="12700">
              <a:solidFill>
                <a:srgbClr val="000000"/>
              </a:solidFill>
              <a:prstDash val="solid"/>
              <a:round/>
              <a:headEnd len="sm" w="sm" type="none"/>
              <a:tailEnd len="sm" w="sm" type="none"/>
            </a:ln>
          </a:insideH>
          <a:insideV>
            <a:ln cap="flat" cmpd="sng" w="1270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AA5351AE-CC16-4D2E-8F85-1D9DF876D21E}"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font" Target="fonts/RobotoMedium-bold.fntdata"/><Relationship Id="rId42" Type="http://schemas.openxmlformats.org/officeDocument/2006/relationships/font" Target="fonts/RobotoMedium-boldItalic.fntdata"/><Relationship Id="rId41" Type="http://schemas.openxmlformats.org/officeDocument/2006/relationships/font" Target="fonts/RobotoMedium-italic.fntdata"/><Relationship Id="rId44" Type="http://schemas.openxmlformats.org/officeDocument/2006/relationships/font" Target="fonts/BebasNeue-regular.fntdata"/><Relationship Id="rId43" Type="http://schemas.openxmlformats.org/officeDocument/2006/relationships/font" Target="fonts/FranklinGothic-bold.fntdata"/><Relationship Id="rId46" Type="http://schemas.openxmlformats.org/officeDocument/2006/relationships/font" Target="fonts/RobotoCondensed-bold.fntdata"/><Relationship Id="rId45" Type="http://schemas.openxmlformats.org/officeDocument/2006/relationships/font" Target="fonts/RobotoCondensed-regular.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RobotoCondensed-boldItalic.fntdata"/><Relationship Id="rId47" Type="http://schemas.openxmlformats.org/officeDocument/2006/relationships/font" Target="fonts/RobotoCondensed-italic.fntdata"/><Relationship Id="rId49" Type="http://schemas.openxmlformats.org/officeDocument/2006/relationships/font" Target="fonts/RobotoMono-regular.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RobotoThin-regular.fntdata"/><Relationship Id="rId30" Type="http://schemas.openxmlformats.org/officeDocument/2006/relationships/slide" Target="slides/slide25.xml"/><Relationship Id="rId33" Type="http://schemas.openxmlformats.org/officeDocument/2006/relationships/font" Target="fonts/RobotoThin-italic.fntdata"/><Relationship Id="rId32" Type="http://schemas.openxmlformats.org/officeDocument/2006/relationships/font" Target="fonts/RobotoThin-bold.fntdata"/><Relationship Id="rId35" Type="http://schemas.openxmlformats.org/officeDocument/2006/relationships/font" Target="fonts/Roboto-regular.fntdata"/><Relationship Id="rId34" Type="http://schemas.openxmlformats.org/officeDocument/2006/relationships/font" Target="fonts/RobotoThin-boldItalic.fntdata"/><Relationship Id="rId37" Type="http://schemas.openxmlformats.org/officeDocument/2006/relationships/font" Target="fonts/Roboto-italic.fntdata"/><Relationship Id="rId36" Type="http://schemas.openxmlformats.org/officeDocument/2006/relationships/font" Target="fonts/Roboto-bold.fntdata"/><Relationship Id="rId39" Type="http://schemas.openxmlformats.org/officeDocument/2006/relationships/font" Target="fonts/RobotoMedium-regular.fntdata"/><Relationship Id="rId38" Type="http://schemas.openxmlformats.org/officeDocument/2006/relationships/font" Target="fonts/Roboto-boldItalic.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RobotoMono-italic.fntdata"/><Relationship Id="rId50" Type="http://schemas.openxmlformats.org/officeDocument/2006/relationships/font" Target="fonts/RobotoMono-bold.fntdata"/><Relationship Id="rId53" Type="http://customschemas.google.com/relationships/presentationmetadata" Target="metadata"/><Relationship Id="rId52" Type="http://schemas.openxmlformats.org/officeDocument/2006/relationships/font" Target="fonts/RobotoMono-boldItalic.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f8bb8eb9a8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g3f8bb8eb9a8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f8bb8eb9a8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7" name="Google Shape;167;g3f8bb8eb9a8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f8bb8eb9a8_0_36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1" name="Google Shape;181;g3f8bb8eb9a8_0_36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4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7" name="Google Shape;217;p4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f8bb8eb9a8_0_4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2" name="Google Shape;222;g3f8bb8eb9a8_0_4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f8bb8eb9a8_0_45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4" name="Google Shape;244;g3f8bb8eb9a8_0_45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f8bb8eb9a8_0_20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7" name="Google Shape;267;g3f8bb8eb9a8_0_20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5" name="Google Shape;275;p5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f8bb8eb9a8_0_222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8" name="Google Shape;288;g3f8bb8eb9a8_0_22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f8bb8eb9a8_0_24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8" name="Google Shape;358;g3f8bb8eb9a8_0_24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5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8" name="Google Shape;378;p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3f8bb8eb9a8_0_48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5" name="Google Shape;395;g3f8bb8eb9a8_0_48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01" name="Google Shape;401;p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5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5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5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21" name="Google Shape;421;p5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5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6" name="Google Shape;426;p5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marR="0" rtl="0" algn="l">
              <a:lnSpc>
                <a:spcPct val="100000"/>
              </a:lnSpc>
              <a:spcBef>
                <a:spcPts val="0"/>
              </a:spcBef>
              <a:spcAft>
                <a:spcPts val="0"/>
              </a:spcAft>
              <a:buClr>
                <a:srgbClr val="000000"/>
              </a:buClr>
              <a:buSzPts val="1100"/>
              <a:buFont typeface="Arial"/>
              <a:buChar char="●"/>
            </a:pPr>
            <a:r>
              <a:rPr b="1" lang="es-ES"/>
              <a:t>Maquetas  Wireframe o  mockups Minutas de reuniones</a:t>
            </a:r>
            <a:r>
              <a:rPr lang="es-ES"/>
              <a:t> que evidencien el trabajo colaborativo.</a:t>
            </a:r>
            <a:r>
              <a:rPr b="1" lang="es-ES"/>
              <a:t>Diseño de la arquitectura del sistema.Evidencias técnicas:</a:t>
            </a:r>
            <a:r>
              <a:rPr lang="es-ES"/>
              <a:t> desarrollo de Backend y Frontend.</a:t>
            </a:r>
            <a:r>
              <a:rPr b="1" lang="es-ES"/>
              <a:t>Evidencias de aseguramiento de calidad (QA):</a:t>
            </a:r>
            <a:r>
              <a:rPr lang="es-ES"/>
              <a:t> plan de pruebas, casos de prueba o estándar de validación utilizado.</a:t>
            </a:r>
            <a:r>
              <a:rPr b="1" lang="es-ES"/>
              <a:t>Manuales de usuario.</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5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p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4" name="Google Shape;444;p5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marR="0" rtl="0" algn="l">
              <a:lnSpc>
                <a:spcPct val="100000"/>
              </a:lnSpc>
              <a:spcBef>
                <a:spcPts val="0"/>
              </a:spcBef>
              <a:spcAft>
                <a:spcPts val="0"/>
              </a:spcAft>
              <a:buClr>
                <a:srgbClr val="000000"/>
              </a:buClr>
              <a:buSzPts val="1100"/>
              <a:buFont typeface="Arial"/>
              <a:buChar char="●"/>
            </a:pPr>
            <a:r>
              <a:rPr b="1" lang="es-ES"/>
              <a:t>Maquetas  Wireframe o  mockups Minutas de reuniones</a:t>
            </a:r>
            <a:r>
              <a:rPr lang="es-ES"/>
              <a:t> que evidencien el trabajo colaborativo.</a:t>
            </a:r>
            <a:r>
              <a:rPr b="1" lang="es-ES"/>
              <a:t>Diseño de la arquitectura del sistema.Evidencias técnicas:</a:t>
            </a:r>
            <a:r>
              <a:rPr lang="es-ES"/>
              <a:t> desarrollo de Backend y Frontend.</a:t>
            </a:r>
            <a:r>
              <a:rPr b="1" lang="es-ES"/>
              <a:t>Evidencias de aseguramiento de calidad (QA):</a:t>
            </a:r>
            <a:r>
              <a:rPr lang="es-ES"/>
              <a:t> plan de pruebas, casos de prueba o estándar de validación utilizado.</a:t>
            </a:r>
            <a:r>
              <a:rPr b="1" lang="es-ES"/>
              <a:t>Manuales de usuario.</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5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f8bb8eb9a8_0_2524:notes"/>
          <p:cNvSpPr/>
          <p:nvPr>
            <p:ph idx="2" type="sldImg"/>
          </p:nvPr>
        </p:nvSpPr>
        <p:spPr>
          <a:xfrm>
            <a:off x="2271659" y="1143642"/>
            <a:ext cx="2314800" cy="3085500"/>
          </a:xfrm>
          <a:custGeom>
            <a:rect b="b" l="l" r="r" t="t"/>
            <a:pathLst>
              <a:path extrusionOk="0" h="120000" w="120000">
                <a:moveTo>
                  <a:pt x="0" y="0"/>
                </a:moveTo>
                <a:lnTo>
                  <a:pt x="120000" y="0"/>
                </a:lnTo>
                <a:lnTo>
                  <a:pt x="120000" y="120000"/>
                </a:lnTo>
                <a:lnTo>
                  <a:pt x="0" y="120000"/>
                </a:lnTo>
                <a:close/>
              </a:path>
            </a:pathLst>
          </a:custGeom>
          <a:noFill/>
          <a:ln cap="flat" cmpd="sng" w="6300">
            <a:solidFill>
              <a:srgbClr val="000000"/>
            </a:solidFill>
            <a:prstDash val="solid"/>
            <a:round/>
            <a:headEnd len="sm" w="sm" type="none"/>
            <a:tailEnd len="sm" w="sm" type="none"/>
          </a:ln>
        </p:spPr>
      </p:sp>
      <p:sp>
        <p:nvSpPr>
          <p:cNvPr id="457" name="Google Shape;457;g3f8bb8eb9a8_0_2524:notes"/>
          <p:cNvSpPr txBox="1"/>
          <p:nvPr>
            <p:ph idx="1" type="body"/>
          </p:nvPr>
        </p:nvSpPr>
        <p:spPr>
          <a:xfrm>
            <a:off x="685583" y="4400004"/>
            <a:ext cx="5486700" cy="3601500"/>
          </a:xfrm>
          <a:prstGeom prst="rect">
            <a:avLst/>
          </a:prstGeom>
          <a:noFill/>
          <a:ln>
            <a:noFill/>
          </a:ln>
        </p:spPr>
        <p:txBody>
          <a:bodyPr anchorCtr="0" anchor="t" bIns="22700" lIns="45425" spcFirstLastPara="1" rIns="45425" wrap="square" tIns="22700">
            <a:noAutofit/>
          </a:bodyPr>
          <a:lstStyle/>
          <a:p>
            <a:pPr indent="0" lvl="0" marL="0" rtl="0" algn="l">
              <a:lnSpc>
                <a:spcPct val="100000"/>
              </a:lnSpc>
              <a:spcBef>
                <a:spcPts val="0"/>
              </a:spcBef>
              <a:spcAft>
                <a:spcPts val="0"/>
              </a:spcAft>
              <a:buSzPts val="700"/>
              <a:buNone/>
            </a:pPr>
            <a:r>
              <a:t/>
            </a:r>
            <a:endParaRPr/>
          </a:p>
        </p:txBody>
      </p:sp>
      <p:sp>
        <p:nvSpPr>
          <p:cNvPr id="458" name="Google Shape;458;g3f8bb8eb9a8_0_2524:notes"/>
          <p:cNvSpPr txBox="1"/>
          <p:nvPr>
            <p:ph idx="12" type="sldNum"/>
          </p:nvPr>
        </p:nvSpPr>
        <p:spPr>
          <a:xfrm>
            <a:off x="3884431" y="8685774"/>
            <a:ext cx="2972100" cy="458100"/>
          </a:xfrm>
          <a:prstGeom prst="rect">
            <a:avLst/>
          </a:prstGeom>
          <a:noFill/>
          <a:ln>
            <a:noFill/>
          </a:ln>
        </p:spPr>
        <p:txBody>
          <a:bodyPr anchorCtr="0" anchor="b" bIns="22700" lIns="45425" spcFirstLastPara="1" rIns="45425" wrap="square" tIns="22700">
            <a:noAutofit/>
          </a:bodyPr>
          <a:lstStyle/>
          <a:p>
            <a:pPr indent="0" lvl="0" marL="0" rtl="0" algn="r">
              <a:lnSpc>
                <a:spcPct val="100000"/>
              </a:lnSpc>
              <a:spcBef>
                <a:spcPts val="0"/>
              </a:spcBef>
              <a:spcAft>
                <a:spcPts val="0"/>
              </a:spcAft>
              <a:buClr>
                <a:srgbClr val="000000"/>
              </a:buClr>
              <a:buSzPts val="700"/>
              <a:buFont typeface="Arial"/>
              <a:buNone/>
            </a:pPr>
            <a:fld id="{00000000-1234-1234-1234-123412341234}" type="slidenum">
              <a:rPr lang="es-ES" sz="700"/>
              <a:t>‹#›</a:t>
            </a:fld>
            <a:endParaRPr sz="700"/>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64" name="Google Shape;464;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p6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0" name="Google Shape;470;p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marR="0" rtl="0" algn="l">
              <a:lnSpc>
                <a:spcPct val="100000"/>
              </a:lnSpc>
              <a:spcBef>
                <a:spcPts val="0"/>
              </a:spcBef>
              <a:spcAft>
                <a:spcPts val="0"/>
              </a:spcAft>
              <a:buClr>
                <a:srgbClr val="000000"/>
              </a:buClr>
              <a:buSzPts val="1100"/>
              <a:buFont typeface="Arial"/>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6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1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Blank" type="blank">
  <p:cSld name="BLANK">
    <p:spTree>
      <p:nvGrpSpPr>
        <p:cNvPr id="9" name="Shape 9"/>
        <p:cNvGrpSpPr/>
        <p:nvPr/>
      </p:nvGrpSpPr>
      <p:grpSpPr>
        <a:xfrm>
          <a:off x="0" y="0"/>
          <a:ext cx="0" cy="0"/>
          <a:chOff x="0" y="0"/>
          <a:chExt cx="0" cy="0"/>
        </a:xfrm>
      </p:grpSpPr>
      <p:sp>
        <p:nvSpPr>
          <p:cNvPr id="10" name="Google Shape;10;p63"/>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9pPr>
          </a:lstStyle>
          <a:p/>
        </p:txBody>
      </p:sp>
      <p:sp>
        <p:nvSpPr>
          <p:cNvPr id="11" name="Google Shape;11;p63"/>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9pPr>
          </a:lstStyle>
          <a:p/>
        </p:txBody>
      </p:sp>
      <p:sp>
        <p:nvSpPr>
          <p:cNvPr id="12" name="Google Shape;12;p63"/>
          <p:cNvSpPr txBox="1"/>
          <p:nvPr>
            <p:ph idx="12" type="sldNum"/>
          </p:nvPr>
        </p:nvSpPr>
        <p:spPr>
          <a:xfrm>
            <a:off x="9220200" y="6356351"/>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a:lvl1pPr>
            <a:lvl2pPr indent="0" lvl="1" marL="0" marR="0" algn="r">
              <a:lnSpc>
                <a:spcPct val="100000"/>
              </a:lnSpc>
              <a:spcBef>
                <a:spcPts val="0"/>
              </a:spcBef>
              <a:spcAft>
                <a:spcPts val="0"/>
              </a:spcAft>
              <a:buClr>
                <a:srgbClr val="000000"/>
              </a:buClr>
              <a:buSzPts val="1200"/>
              <a:buFont typeface="Arial"/>
              <a:buNone/>
              <a:defRPr/>
            </a:lvl2pPr>
            <a:lvl3pPr indent="0" lvl="2" marL="0" marR="0" algn="r">
              <a:lnSpc>
                <a:spcPct val="100000"/>
              </a:lnSpc>
              <a:spcBef>
                <a:spcPts val="0"/>
              </a:spcBef>
              <a:spcAft>
                <a:spcPts val="0"/>
              </a:spcAft>
              <a:buClr>
                <a:srgbClr val="000000"/>
              </a:buClr>
              <a:buSzPts val="1200"/>
              <a:buFont typeface="Arial"/>
              <a:buNone/>
              <a:defRPr/>
            </a:lvl3pPr>
            <a:lvl4pPr indent="0" lvl="3" marL="0" marR="0" algn="r">
              <a:lnSpc>
                <a:spcPct val="100000"/>
              </a:lnSpc>
              <a:spcBef>
                <a:spcPts val="0"/>
              </a:spcBef>
              <a:spcAft>
                <a:spcPts val="0"/>
              </a:spcAft>
              <a:buClr>
                <a:srgbClr val="000000"/>
              </a:buClr>
              <a:buSzPts val="1200"/>
              <a:buFont typeface="Arial"/>
              <a:buNone/>
              <a:defRPr/>
            </a:lvl4pPr>
            <a:lvl5pPr indent="0" lvl="4" marL="0" marR="0" algn="r">
              <a:lnSpc>
                <a:spcPct val="100000"/>
              </a:lnSpc>
              <a:spcBef>
                <a:spcPts val="0"/>
              </a:spcBef>
              <a:spcAft>
                <a:spcPts val="0"/>
              </a:spcAft>
              <a:buClr>
                <a:srgbClr val="000000"/>
              </a:buClr>
              <a:buSzPts val="1200"/>
              <a:buFont typeface="Arial"/>
              <a:buNone/>
              <a:defRPr/>
            </a:lvl5pPr>
            <a:lvl6pPr indent="0" lvl="5" marL="0" marR="0" algn="r">
              <a:lnSpc>
                <a:spcPct val="100000"/>
              </a:lnSpc>
              <a:spcBef>
                <a:spcPts val="0"/>
              </a:spcBef>
              <a:spcAft>
                <a:spcPts val="0"/>
              </a:spcAft>
              <a:buClr>
                <a:srgbClr val="000000"/>
              </a:buClr>
              <a:buSzPts val="1200"/>
              <a:buFont typeface="Arial"/>
              <a:buNone/>
              <a:defRPr/>
            </a:lvl6pPr>
            <a:lvl7pPr indent="0" lvl="6" marL="0" marR="0" algn="r">
              <a:lnSpc>
                <a:spcPct val="100000"/>
              </a:lnSpc>
              <a:spcBef>
                <a:spcPts val="0"/>
              </a:spcBef>
              <a:spcAft>
                <a:spcPts val="0"/>
              </a:spcAft>
              <a:buClr>
                <a:srgbClr val="000000"/>
              </a:buClr>
              <a:buSzPts val="1200"/>
              <a:buFont typeface="Arial"/>
              <a:buNone/>
              <a:defRPr/>
            </a:lvl7pPr>
            <a:lvl8pPr indent="0" lvl="7" marL="0" marR="0" algn="r">
              <a:lnSpc>
                <a:spcPct val="100000"/>
              </a:lnSpc>
              <a:spcBef>
                <a:spcPts val="0"/>
              </a:spcBef>
              <a:spcAft>
                <a:spcPts val="0"/>
              </a:spcAft>
              <a:buClr>
                <a:srgbClr val="000000"/>
              </a:buClr>
              <a:buSzPts val="1200"/>
              <a:buFont typeface="Arial"/>
              <a:buNone/>
              <a:defRPr/>
            </a:lvl8pPr>
            <a:lvl9pPr indent="0" lvl="8" marL="0" marR="0" algn="r">
              <a:lnSpc>
                <a:spcPct val="100000"/>
              </a:lnSpc>
              <a:spcBef>
                <a:spcPts val="0"/>
              </a:spcBef>
              <a:spcAft>
                <a:spcPts val="0"/>
              </a:spcAft>
              <a:buClr>
                <a:srgbClr val="000000"/>
              </a:buClr>
              <a:buSzPts val="1200"/>
              <a:buFont typeface="Arial"/>
              <a:buNone/>
              <a:defRPr/>
            </a:lvl9pPr>
          </a:lstStyle>
          <a:p>
            <a:pPr indent="0" lvl="0" marL="0" rtl="0" algn="r">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seño personalizado">
  <p:cSld name="1_Diseño personalizado">
    <p:spTree>
      <p:nvGrpSpPr>
        <p:cNvPr id="13" name="Shape 13"/>
        <p:cNvGrpSpPr/>
        <p:nvPr/>
      </p:nvGrpSpPr>
      <p:grpSpPr>
        <a:xfrm>
          <a:off x="0" y="0"/>
          <a:ext cx="0" cy="0"/>
          <a:chOff x="0" y="0"/>
          <a:chExt cx="0" cy="0"/>
        </a:xfrm>
      </p:grpSpPr>
      <p:sp>
        <p:nvSpPr>
          <p:cNvPr id="14" name="Google Shape;14;p26"/>
          <p:cNvSpPr txBox="1"/>
          <p:nvPr>
            <p:ph type="title"/>
          </p:nvPr>
        </p:nvSpPr>
        <p:spPr>
          <a:xfrm>
            <a:off x="1474901" y="433331"/>
            <a:ext cx="10302421" cy="44792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SzPts val="3000"/>
              <a:buNone/>
              <a:defRPr sz="2183"/>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5" name="Google Shape;15;p26"/>
          <p:cNvSpPr/>
          <p:nvPr/>
        </p:nvSpPr>
        <p:spPr>
          <a:xfrm>
            <a:off x="-3851" y="397869"/>
            <a:ext cx="1360528" cy="643058"/>
          </a:xfrm>
          <a:custGeom>
            <a:rect b="b" l="l" r="r" t="t"/>
            <a:pathLst>
              <a:path extrusionOk="0" h="1060450" w="2243455">
                <a:moveTo>
                  <a:pt x="2243429" y="0"/>
                </a:moveTo>
                <a:lnTo>
                  <a:pt x="0" y="0"/>
                </a:lnTo>
                <a:lnTo>
                  <a:pt x="0" y="1059999"/>
                </a:lnTo>
                <a:lnTo>
                  <a:pt x="2243429" y="1059999"/>
                </a:lnTo>
                <a:lnTo>
                  <a:pt x="2243429" y="0"/>
                </a:lnTo>
                <a:close/>
              </a:path>
            </a:pathLst>
          </a:custGeom>
          <a:solidFill>
            <a:srgbClr val="257CE1"/>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637"/>
              <a:buFont typeface="Arial"/>
              <a:buNone/>
            </a:pPr>
            <a:r>
              <a:t/>
            </a:r>
            <a:endParaRPr b="0" i="0" sz="637" u="none" cap="none" strike="noStrike">
              <a:solidFill>
                <a:srgbClr val="000000"/>
              </a:solidFill>
              <a:latin typeface="Arial"/>
              <a:ea typeface="Arial"/>
              <a:cs typeface="Arial"/>
              <a:sym typeface="Arial"/>
            </a:endParaRPr>
          </a:p>
        </p:txBody>
      </p:sp>
      <p:pic>
        <p:nvPicPr>
          <p:cNvPr id="16" name="Google Shape;16;p26"/>
          <p:cNvPicPr preferRelativeResize="0"/>
          <p:nvPr/>
        </p:nvPicPr>
        <p:blipFill rotWithShape="1">
          <a:blip r:embed="rId2">
            <a:alphaModFix/>
          </a:blip>
          <a:srcRect b="0" l="0" r="0" t="0"/>
          <a:stretch/>
        </p:blipFill>
        <p:spPr>
          <a:xfrm>
            <a:off x="9442450" y="178777"/>
            <a:ext cx="2447252" cy="447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17" name="Shape 17"/>
        <p:cNvGrpSpPr/>
        <p:nvPr/>
      </p:nvGrpSpPr>
      <p:grpSpPr>
        <a:xfrm>
          <a:off x="0" y="0"/>
          <a:ext cx="0" cy="0"/>
          <a:chOff x="0" y="0"/>
          <a:chExt cx="0" cy="0"/>
        </a:xfrm>
      </p:grpSpPr>
      <p:sp>
        <p:nvSpPr>
          <p:cNvPr id="18" name="Google Shape;18;p27"/>
          <p:cNvSpPr/>
          <p:nvPr/>
        </p:nvSpPr>
        <p:spPr>
          <a:xfrm>
            <a:off x="441023" y="6186691"/>
            <a:ext cx="955797" cy="309977"/>
          </a:xfrm>
          <a:custGeom>
            <a:rect b="b" l="l" r="r" t="t"/>
            <a:pathLst>
              <a:path extrusionOk="0" h="511175" w="1576070">
                <a:moveTo>
                  <a:pt x="441172" y="241312"/>
                </a:moveTo>
                <a:lnTo>
                  <a:pt x="435267" y="179641"/>
                </a:lnTo>
                <a:lnTo>
                  <a:pt x="418414" y="127673"/>
                </a:lnTo>
                <a:lnTo>
                  <a:pt x="392747" y="86601"/>
                </a:lnTo>
                <a:lnTo>
                  <a:pt x="391845" y="85153"/>
                </a:lnTo>
                <a:lnTo>
                  <a:pt x="356819" y="51803"/>
                </a:lnTo>
                <a:lnTo>
                  <a:pt x="322008" y="30734"/>
                </a:lnTo>
                <a:lnTo>
                  <a:pt x="322008" y="245008"/>
                </a:lnTo>
                <a:lnTo>
                  <a:pt x="316547" y="299389"/>
                </a:lnTo>
                <a:lnTo>
                  <a:pt x="300736" y="343433"/>
                </a:lnTo>
                <a:lnTo>
                  <a:pt x="275463" y="377329"/>
                </a:lnTo>
                <a:lnTo>
                  <a:pt x="241617" y="401231"/>
                </a:lnTo>
                <a:lnTo>
                  <a:pt x="200088" y="415315"/>
                </a:lnTo>
                <a:lnTo>
                  <a:pt x="151752" y="419722"/>
                </a:lnTo>
                <a:lnTo>
                  <a:pt x="141351" y="419684"/>
                </a:lnTo>
                <a:lnTo>
                  <a:pt x="130746" y="419442"/>
                </a:lnTo>
                <a:lnTo>
                  <a:pt x="120827" y="418769"/>
                </a:lnTo>
                <a:lnTo>
                  <a:pt x="112496" y="417474"/>
                </a:lnTo>
                <a:lnTo>
                  <a:pt x="112496" y="91033"/>
                </a:lnTo>
                <a:lnTo>
                  <a:pt x="121119" y="89408"/>
                </a:lnTo>
                <a:lnTo>
                  <a:pt x="132499" y="87985"/>
                </a:lnTo>
                <a:lnTo>
                  <a:pt x="146659" y="86982"/>
                </a:lnTo>
                <a:lnTo>
                  <a:pt x="163601" y="86601"/>
                </a:lnTo>
                <a:lnTo>
                  <a:pt x="209257" y="90881"/>
                </a:lnTo>
                <a:lnTo>
                  <a:pt x="248094" y="103809"/>
                </a:lnTo>
                <a:lnTo>
                  <a:pt x="279450" y="125552"/>
                </a:lnTo>
                <a:lnTo>
                  <a:pt x="302653" y="156235"/>
                </a:lnTo>
                <a:lnTo>
                  <a:pt x="317055" y="196011"/>
                </a:lnTo>
                <a:lnTo>
                  <a:pt x="322008" y="245008"/>
                </a:lnTo>
                <a:lnTo>
                  <a:pt x="322008" y="30734"/>
                </a:lnTo>
                <a:lnTo>
                  <a:pt x="318211" y="28422"/>
                </a:lnTo>
                <a:lnTo>
                  <a:pt x="272313" y="12306"/>
                </a:lnTo>
                <a:lnTo>
                  <a:pt x="217411" y="2997"/>
                </a:lnTo>
                <a:lnTo>
                  <a:pt x="151752" y="0"/>
                </a:lnTo>
                <a:lnTo>
                  <a:pt x="110134" y="685"/>
                </a:lnTo>
                <a:lnTo>
                  <a:pt x="70319" y="2768"/>
                </a:lnTo>
                <a:lnTo>
                  <a:pt x="33286" y="6235"/>
                </a:lnTo>
                <a:lnTo>
                  <a:pt x="0" y="11099"/>
                </a:lnTo>
                <a:lnTo>
                  <a:pt x="0" y="500392"/>
                </a:lnTo>
                <a:lnTo>
                  <a:pt x="23342" y="503123"/>
                </a:lnTo>
                <a:lnTo>
                  <a:pt x="52374" y="505485"/>
                </a:lnTo>
                <a:lnTo>
                  <a:pt x="87236" y="507161"/>
                </a:lnTo>
                <a:lnTo>
                  <a:pt x="128054" y="507796"/>
                </a:lnTo>
                <a:lnTo>
                  <a:pt x="184556" y="505294"/>
                </a:lnTo>
                <a:lnTo>
                  <a:pt x="236435" y="497713"/>
                </a:lnTo>
                <a:lnTo>
                  <a:pt x="283171" y="484936"/>
                </a:lnTo>
                <a:lnTo>
                  <a:pt x="324205" y="466864"/>
                </a:lnTo>
                <a:lnTo>
                  <a:pt x="359029" y="443407"/>
                </a:lnTo>
                <a:lnTo>
                  <a:pt x="382054" y="419722"/>
                </a:lnTo>
                <a:lnTo>
                  <a:pt x="385749" y="415925"/>
                </a:lnTo>
                <a:lnTo>
                  <a:pt x="408393" y="382181"/>
                </a:lnTo>
                <a:lnTo>
                  <a:pt x="425894" y="341972"/>
                </a:lnTo>
                <a:lnTo>
                  <a:pt x="437172" y="295097"/>
                </a:lnTo>
                <a:lnTo>
                  <a:pt x="441172" y="241312"/>
                </a:lnTo>
                <a:close/>
              </a:path>
              <a:path extrusionOk="0" h="511175" w="1576070">
                <a:moveTo>
                  <a:pt x="827582" y="502602"/>
                </a:moveTo>
                <a:lnTo>
                  <a:pt x="826503" y="478307"/>
                </a:lnTo>
                <a:lnTo>
                  <a:pt x="825550" y="450888"/>
                </a:lnTo>
                <a:lnTo>
                  <a:pt x="824865" y="420268"/>
                </a:lnTo>
                <a:lnTo>
                  <a:pt x="824611" y="386397"/>
                </a:lnTo>
                <a:lnTo>
                  <a:pt x="824611" y="140639"/>
                </a:lnTo>
                <a:lnTo>
                  <a:pt x="712089" y="140639"/>
                </a:lnTo>
                <a:lnTo>
                  <a:pt x="712089" y="365671"/>
                </a:lnTo>
                <a:lnTo>
                  <a:pt x="710641" y="373811"/>
                </a:lnTo>
                <a:lnTo>
                  <a:pt x="688695" y="406768"/>
                </a:lnTo>
                <a:lnTo>
                  <a:pt x="651395" y="419722"/>
                </a:lnTo>
                <a:lnTo>
                  <a:pt x="625627" y="413918"/>
                </a:lnTo>
                <a:lnTo>
                  <a:pt x="607910" y="397230"/>
                </a:lnTo>
                <a:lnTo>
                  <a:pt x="597687" y="370674"/>
                </a:lnTo>
                <a:lnTo>
                  <a:pt x="594398" y="335330"/>
                </a:lnTo>
                <a:lnTo>
                  <a:pt x="594398" y="140639"/>
                </a:lnTo>
                <a:lnTo>
                  <a:pt x="481888" y="140639"/>
                </a:lnTo>
                <a:lnTo>
                  <a:pt x="481888" y="353072"/>
                </a:lnTo>
                <a:lnTo>
                  <a:pt x="488022" y="412394"/>
                </a:lnTo>
                <a:lnTo>
                  <a:pt x="505383" y="456869"/>
                </a:lnTo>
                <a:lnTo>
                  <a:pt x="532409" y="487451"/>
                </a:lnTo>
                <a:lnTo>
                  <a:pt x="567537" y="505091"/>
                </a:lnTo>
                <a:lnTo>
                  <a:pt x="609206" y="510768"/>
                </a:lnTo>
                <a:lnTo>
                  <a:pt x="652399" y="504634"/>
                </a:lnTo>
                <a:lnTo>
                  <a:pt x="684987" y="489483"/>
                </a:lnTo>
                <a:lnTo>
                  <a:pt x="707986" y="470154"/>
                </a:lnTo>
                <a:lnTo>
                  <a:pt x="722452" y="451535"/>
                </a:lnTo>
                <a:lnTo>
                  <a:pt x="724674" y="451535"/>
                </a:lnTo>
                <a:lnTo>
                  <a:pt x="729869" y="502602"/>
                </a:lnTo>
                <a:lnTo>
                  <a:pt x="827582" y="502602"/>
                </a:lnTo>
                <a:close/>
              </a:path>
              <a:path extrusionOk="0" h="511175" w="1576070">
                <a:moveTo>
                  <a:pt x="1244155" y="318274"/>
                </a:moveTo>
                <a:lnTo>
                  <a:pt x="1238161" y="266484"/>
                </a:lnTo>
                <a:lnTo>
                  <a:pt x="1220889" y="221424"/>
                </a:lnTo>
                <a:lnTo>
                  <a:pt x="1193355" y="184315"/>
                </a:lnTo>
                <a:lnTo>
                  <a:pt x="1156652" y="156324"/>
                </a:lnTo>
                <a:lnTo>
                  <a:pt x="1127175" y="144729"/>
                </a:lnTo>
                <a:lnTo>
                  <a:pt x="1127175" y="321259"/>
                </a:lnTo>
                <a:lnTo>
                  <a:pt x="1122210" y="365747"/>
                </a:lnTo>
                <a:lnTo>
                  <a:pt x="1107948" y="400088"/>
                </a:lnTo>
                <a:lnTo>
                  <a:pt x="1085354" y="422224"/>
                </a:lnTo>
                <a:lnTo>
                  <a:pt x="1055395" y="430072"/>
                </a:lnTo>
                <a:lnTo>
                  <a:pt x="1054658" y="430072"/>
                </a:lnTo>
                <a:lnTo>
                  <a:pt x="1023213" y="421817"/>
                </a:lnTo>
                <a:lnTo>
                  <a:pt x="1000252" y="399072"/>
                </a:lnTo>
                <a:lnTo>
                  <a:pt x="986155" y="364807"/>
                </a:lnTo>
                <a:lnTo>
                  <a:pt x="981367" y="322008"/>
                </a:lnTo>
                <a:lnTo>
                  <a:pt x="985443" y="282206"/>
                </a:lnTo>
                <a:lnTo>
                  <a:pt x="998397" y="247332"/>
                </a:lnTo>
                <a:lnTo>
                  <a:pt x="1021359" y="222580"/>
                </a:lnTo>
                <a:lnTo>
                  <a:pt x="1055395" y="213169"/>
                </a:lnTo>
                <a:lnTo>
                  <a:pt x="1088174" y="222580"/>
                </a:lnTo>
                <a:lnTo>
                  <a:pt x="1110449" y="247230"/>
                </a:lnTo>
                <a:lnTo>
                  <a:pt x="1123149" y="281889"/>
                </a:lnTo>
                <a:lnTo>
                  <a:pt x="1127175" y="321259"/>
                </a:lnTo>
                <a:lnTo>
                  <a:pt x="1127175" y="144729"/>
                </a:lnTo>
                <a:lnTo>
                  <a:pt x="1111783" y="138658"/>
                </a:lnTo>
                <a:lnTo>
                  <a:pt x="1059827" y="132511"/>
                </a:lnTo>
                <a:lnTo>
                  <a:pt x="1012253" y="136982"/>
                </a:lnTo>
                <a:lnTo>
                  <a:pt x="970229" y="150050"/>
                </a:lnTo>
                <a:lnTo>
                  <a:pt x="934402" y="171119"/>
                </a:lnTo>
                <a:lnTo>
                  <a:pt x="905408" y="199644"/>
                </a:lnTo>
                <a:lnTo>
                  <a:pt x="883894" y="235051"/>
                </a:lnTo>
                <a:lnTo>
                  <a:pt x="870508" y="276745"/>
                </a:lnTo>
                <a:lnTo>
                  <a:pt x="865911" y="324192"/>
                </a:lnTo>
                <a:lnTo>
                  <a:pt x="872426" y="378625"/>
                </a:lnTo>
                <a:lnTo>
                  <a:pt x="890930" y="424548"/>
                </a:lnTo>
                <a:lnTo>
                  <a:pt x="919848" y="461340"/>
                </a:lnTo>
                <a:lnTo>
                  <a:pt x="957580" y="488378"/>
                </a:lnTo>
                <a:lnTo>
                  <a:pt x="1002538" y="505066"/>
                </a:lnTo>
                <a:lnTo>
                  <a:pt x="1053160" y="510755"/>
                </a:lnTo>
                <a:lnTo>
                  <a:pt x="1053909" y="510755"/>
                </a:lnTo>
                <a:lnTo>
                  <a:pt x="1094740" y="507009"/>
                </a:lnTo>
                <a:lnTo>
                  <a:pt x="1133703" y="495655"/>
                </a:lnTo>
                <a:lnTo>
                  <a:pt x="1169187" y="476491"/>
                </a:lnTo>
                <a:lnTo>
                  <a:pt x="1199578" y="449364"/>
                </a:lnTo>
                <a:lnTo>
                  <a:pt x="1223276" y="414070"/>
                </a:lnTo>
                <a:lnTo>
                  <a:pt x="1238669" y="370433"/>
                </a:lnTo>
                <a:lnTo>
                  <a:pt x="1244155" y="318274"/>
                </a:lnTo>
                <a:close/>
              </a:path>
              <a:path extrusionOk="0" h="511175" w="1576070">
                <a:moveTo>
                  <a:pt x="1575854" y="146558"/>
                </a:moveTo>
                <a:lnTo>
                  <a:pt x="1556600" y="140614"/>
                </a:lnTo>
                <a:lnTo>
                  <a:pt x="1535125" y="136194"/>
                </a:lnTo>
                <a:lnTo>
                  <a:pt x="1512557" y="133451"/>
                </a:lnTo>
                <a:lnTo>
                  <a:pt x="1489964" y="132499"/>
                </a:lnTo>
                <a:lnTo>
                  <a:pt x="1436077" y="137604"/>
                </a:lnTo>
                <a:lnTo>
                  <a:pt x="1389964" y="152133"/>
                </a:lnTo>
                <a:lnTo>
                  <a:pt x="1351838" y="174917"/>
                </a:lnTo>
                <a:lnTo>
                  <a:pt x="1321866" y="204762"/>
                </a:lnTo>
                <a:lnTo>
                  <a:pt x="1300238" y="240499"/>
                </a:lnTo>
                <a:lnTo>
                  <a:pt x="1287132" y="280949"/>
                </a:lnTo>
                <a:lnTo>
                  <a:pt x="1282712" y="324942"/>
                </a:lnTo>
                <a:lnTo>
                  <a:pt x="1287195" y="371144"/>
                </a:lnTo>
                <a:lnTo>
                  <a:pt x="1300264" y="411645"/>
                </a:lnTo>
                <a:lnTo>
                  <a:pt x="1321346" y="445947"/>
                </a:lnTo>
                <a:lnTo>
                  <a:pt x="1349870" y="473532"/>
                </a:lnTo>
                <a:lnTo>
                  <a:pt x="1385277" y="493864"/>
                </a:lnTo>
                <a:lnTo>
                  <a:pt x="1426984" y="506450"/>
                </a:lnTo>
                <a:lnTo>
                  <a:pt x="1474431" y="510755"/>
                </a:lnTo>
                <a:lnTo>
                  <a:pt x="1505470" y="509460"/>
                </a:lnTo>
                <a:lnTo>
                  <a:pt x="1556994" y="500468"/>
                </a:lnTo>
                <a:lnTo>
                  <a:pt x="1561782" y="410832"/>
                </a:lnTo>
                <a:lnTo>
                  <a:pt x="1548282" y="415810"/>
                </a:lnTo>
                <a:lnTo>
                  <a:pt x="1533194" y="419531"/>
                </a:lnTo>
                <a:lnTo>
                  <a:pt x="1516278" y="421868"/>
                </a:lnTo>
                <a:lnTo>
                  <a:pt x="1497355" y="422681"/>
                </a:lnTo>
                <a:lnTo>
                  <a:pt x="1458760" y="416090"/>
                </a:lnTo>
                <a:lnTo>
                  <a:pt x="1427226" y="396582"/>
                </a:lnTo>
                <a:lnTo>
                  <a:pt x="1405966" y="364591"/>
                </a:lnTo>
                <a:lnTo>
                  <a:pt x="1398155" y="320522"/>
                </a:lnTo>
                <a:lnTo>
                  <a:pt x="1404683" y="279692"/>
                </a:lnTo>
                <a:lnTo>
                  <a:pt x="1424178" y="247599"/>
                </a:lnTo>
                <a:lnTo>
                  <a:pt x="1454924" y="226606"/>
                </a:lnTo>
                <a:lnTo>
                  <a:pt x="1495171" y="219087"/>
                </a:lnTo>
                <a:lnTo>
                  <a:pt x="1515630" y="219989"/>
                </a:lnTo>
                <a:lnTo>
                  <a:pt x="1532737" y="222427"/>
                </a:lnTo>
                <a:lnTo>
                  <a:pt x="1546796" y="225971"/>
                </a:lnTo>
                <a:lnTo>
                  <a:pt x="1558086" y="230212"/>
                </a:lnTo>
                <a:lnTo>
                  <a:pt x="1575854" y="146558"/>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637"/>
              <a:buFont typeface="Arial"/>
              <a:buNone/>
            </a:pPr>
            <a:r>
              <a:t/>
            </a:r>
            <a:endParaRPr b="0" i="0" sz="637" u="none" cap="none" strike="noStrike">
              <a:solidFill>
                <a:srgbClr val="000000"/>
              </a:solidFill>
              <a:latin typeface="Arial"/>
              <a:ea typeface="Arial"/>
              <a:cs typeface="Arial"/>
              <a:sym typeface="Arial"/>
            </a:endParaRPr>
          </a:p>
        </p:txBody>
      </p:sp>
      <p:sp>
        <p:nvSpPr>
          <p:cNvPr id="19" name="Google Shape;19;p27"/>
          <p:cNvSpPr/>
          <p:nvPr/>
        </p:nvSpPr>
        <p:spPr>
          <a:xfrm>
            <a:off x="1462952" y="6212763"/>
            <a:ext cx="229515" cy="284948"/>
          </a:xfrm>
          <a:custGeom>
            <a:rect b="b" l="l" r="r" t="t"/>
            <a:pathLst>
              <a:path extrusionOk="0" h="469900" w="378460">
                <a:moveTo>
                  <a:pt x="377967" y="0"/>
                </a:moveTo>
                <a:lnTo>
                  <a:pt x="273688" y="0"/>
                </a:lnTo>
                <a:lnTo>
                  <a:pt x="273688" y="266117"/>
                </a:lnTo>
                <a:lnTo>
                  <a:pt x="268116" y="319317"/>
                </a:lnTo>
                <a:lnTo>
                  <a:pt x="251744" y="356757"/>
                </a:lnTo>
                <a:lnTo>
                  <a:pt x="225083" y="378889"/>
                </a:lnTo>
                <a:lnTo>
                  <a:pt x="188643" y="386166"/>
                </a:lnTo>
                <a:lnTo>
                  <a:pt x="152992" y="378600"/>
                </a:lnTo>
                <a:lnTo>
                  <a:pt x="126738" y="355987"/>
                </a:lnTo>
                <a:lnTo>
                  <a:pt x="110518" y="318451"/>
                </a:lnTo>
                <a:lnTo>
                  <a:pt x="104970" y="266117"/>
                </a:lnTo>
                <a:lnTo>
                  <a:pt x="104970" y="0"/>
                </a:lnTo>
                <a:lnTo>
                  <a:pt x="0" y="0"/>
                </a:lnTo>
                <a:lnTo>
                  <a:pt x="0" y="257897"/>
                </a:lnTo>
                <a:lnTo>
                  <a:pt x="4140" y="316080"/>
                </a:lnTo>
                <a:lnTo>
                  <a:pt x="16320" y="364420"/>
                </a:lnTo>
                <a:lnTo>
                  <a:pt x="36180" y="403244"/>
                </a:lnTo>
                <a:lnTo>
                  <a:pt x="63360" y="432875"/>
                </a:lnTo>
                <a:lnTo>
                  <a:pt x="97498" y="453638"/>
                </a:lnTo>
                <a:lnTo>
                  <a:pt x="138234" y="465858"/>
                </a:lnTo>
                <a:lnTo>
                  <a:pt x="185209" y="469860"/>
                </a:lnTo>
                <a:lnTo>
                  <a:pt x="233897" y="465682"/>
                </a:lnTo>
                <a:lnTo>
                  <a:pt x="276216" y="453068"/>
                </a:lnTo>
                <a:lnTo>
                  <a:pt x="311756" y="431899"/>
                </a:lnTo>
                <a:lnTo>
                  <a:pt x="340111" y="402056"/>
                </a:lnTo>
                <a:lnTo>
                  <a:pt x="360870" y="363417"/>
                </a:lnTo>
                <a:lnTo>
                  <a:pt x="373625" y="315865"/>
                </a:lnTo>
                <a:lnTo>
                  <a:pt x="377967" y="259280"/>
                </a:lnTo>
                <a:lnTo>
                  <a:pt x="377967" y="0"/>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637"/>
              <a:buFont typeface="Arial"/>
              <a:buNone/>
            </a:pPr>
            <a:r>
              <a:t/>
            </a:r>
            <a:endParaRPr b="0" i="0" sz="637" u="none" cap="none" strike="noStrike">
              <a:solidFill>
                <a:srgbClr val="000000"/>
              </a:solidFill>
              <a:latin typeface="Arial"/>
              <a:ea typeface="Arial"/>
              <a:cs typeface="Arial"/>
              <a:sym typeface="Arial"/>
            </a:endParaRPr>
          </a:p>
        </p:txBody>
      </p:sp>
      <p:grpSp>
        <p:nvGrpSpPr>
          <p:cNvPr id="20" name="Google Shape;20;p27"/>
          <p:cNvGrpSpPr/>
          <p:nvPr/>
        </p:nvGrpSpPr>
        <p:grpSpPr>
          <a:xfrm>
            <a:off x="1723954" y="6135384"/>
            <a:ext cx="258961" cy="362375"/>
            <a:chOff x="2842727" y="10117702"/>
            <a:chExt cx="427015" cy="597582"/>
          </a:xfrm>
        </p:grpSpPr>
        <p:sp>
          <p:nvSpPr>
            <p:cNvPr id="21" name="Google Shape;21;p27"/>
            <p:cNvSpPr/>
            <p:nvPr/>
          </p:nvSpPr>
          <p:spPr>
            <a:xfrm>
              <a:off x="2842727" y="10237764"/>
              <a:ext cx="366395" cy="477520"/>
            </a:xfrm>
            <a:custGeom>
              <a:rect b="b" l="l" r="r" t="t"/>
              <a:pathLst>
                <a:path extrusionOk="0" h="477520" w="366394">
                  <a:moveTo>
                    <a:pt x="252421" y="0"/>
                  </a:moveTo>
                  <a:lnTo>
                    <a:pt x="206913" y="3226"/>
                  </a:lnTo>
                  <a:lnTo>
                    <a:pt x="164136" y="12810"/>
                  </a:lnTo>
                  <a:lnTo>
                    <a:pt x="124791" y="28603"/>
                  </a:lnTo>
                  <a:lnTo>
                    <a:pt x="89578" y="50459"/>
                  </a:lnTo>
                  <a:lnTo>
                    <a:pt x="59197" y="78232"/>
                  </a:lnTo>
                  <a:lnTo>
                    <a:pt x="34348" y="111776"/>
                  </a:lnTo>
                  <a:lnTo>
                    <a:pt x="15732" y="150943"/>
                  </a:lnTo>
                  <a:lnTo>
                    <a:pt x="4049" y="195587"/>
                  </a:lnTo>
                  <a:lnTo>
                    <a:pt x="0" y="245563"/>
                  </a:lnTo>
                  <a:lnTo>
                    <a:pt x="3849" y="293331"/>
                  </a:lnTo>
                  <a:lnTo>
                    <a:pt x="15359" y="337340"/>
                  </a:lnTo>
                  <a:lnTo>
                    <a:pt x="34475" y="376785"/>
                  </a:lnTo>
                  <a:lnTo>
                    <a:pt x="61138" y="410861"/>
                  </a:lnTo>
                  <a:lnTo>
                    <a:pt x="95292" y="438765"/>
                  </a:lnTo>
                  <a:lnTo>
                    <a:pt x="136882" y="459692"/>
                  </a:lnTo>
                  <a:lnTo>
                    <a:pt x="185849" y="472838"/>
                  </a:lnTo>
                  <a:lnTo>
                    <a:pt x="242139" y="477399"/>
                  </a:lnTo>
                  <a:lnTo>
                    <a:pt x="281711" y="475535"/>
                  </a:lnTo>
                  <a:lnTo>
                    <a:pt x="315367" y="470716"/>
                  </a:lnTo>
                  <a:lnTo>
                    <a:pt x="342072" y="464093"/>
                  </a:lnTo>
                  <a:lnTo>
                    <a:pt x="360795" y="456823"/>
                  </a:lnTo>
                  <a:lnTo>
                    <a:pt x="345036" y="375213"/>
                  </a:lnTo>
                  <a:lnTo>
                    <a:pt x="327174" y="381031"/>
                  </a:lnTo>
                  <a:lnTo>
                    <a:pt x="305583" y="385825"/>
                  </a:lnTo>
                  <a:lnTo>
                    <a:pt x="281936" y="389081"/>
                  </a:lnTo>
                  <a:lnTo>
                    <a:pt x="257908" y="390281"/>
                  </a:lnTo>
                  <a:lnTo>
                    <a:pt x="206680" y="383477"/>
                  </a:lnTo>
                  <a:lnTo>
                    <a:pt x="165463" y="363832"/>
                  </a:lnTo>
                  <a:lnTo>
                    <a:pt x="135046" y="332499"/>
                  </a:lnTo>
                  <a:lnTo>
                    <a:pt x="116217" y="290629"/>
                  </a:lnTo>
                  <a:lnTo>
                    <a:pt x="109766" y="239374"/>
                  </a:lnTo>
                  <a:lnTo>
                    <a:pt x="117134" y="183960"/>
                  </a:lnTo>
                  <a:lnTo>
                    <a:pt x="137767" y="141083"/>
                  </a:lnTo>
                  <a:lnTo>
                    <a:pt x="169464" y="110615"/>
                  </a:lnTo>
                  <a:lnTo>
                    <a:pt x="210018" y="92429"/>
                  </a:lnTo>
                  <a:lnTo>
                    <a:pt x="257227" y="86395"/>
                  </a:lnTo>
                  <a:lnTo>
                    <a:pt x="283580" y="87824"/>
                  </a:lnTo>
                  <a:lnTo>
                    <a:pt x="307041" y="91638"/>
                  </a:lnTo>
                  <a:lnTo>
                    <a:pt x="327548" y="97129"/>
                  </a:lnTo>
                  <a:lnTo>
                    <a:pt x="345036" y="103588"/>
                  </a:lnTo>
                  <a:lnTo>
                    <a:pt x="366302" y="20575"/>
                  </a:lnTo>
                  <a:lnTo>
                    <a:pt x="348314" y="13309"/>
                  </a:lnTo>
                  <a:lnTo>
                    <a:pt x="322736" y="6686"/>
                  </a:lnTo>
                  <a:lnTo>
                    <a:pt x="290470" y="1864"/>
                  </a:lnTo>
                  <a:lnTo>
                    <a:pt x="252421" y="0"/>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637"/>
                <a:buFont typeface="Arial"/>
                <a:buNone/>
              </a:pPr>
              <a:r>
                <a:t/>
              </a:r>
              <a:endParaRPr b="0" i="0" sz="637" u="none" cap="none" strike="noStrike">
                <a:solidFill>
                  <a:srgbClr val="000000"/>
                </a:solidFill>
                <a:latin typeface="Arial"/>
                <a:ea typeface="Arial"/>
                <a:cs typeface="Arial"/>
                <a:sym typeface="Arial"/>
              </a:endParaRPr>
            </a:p>
          </p:txBody>
        </p:sp>
        <p:pic>
          <p:nvPicPr>
            <p:cNvPr id="22" name="Google Shape;22;p27"/>
            <p:cNvPicPr preferRelativeResize="0"/>
            <p:nvPr/>
          </p:nvPicPr>
          <p:blipFill rotWithShape="1">
            <a:blip r:embed="rId2">
              <a:alphaModFix/>
            </a:blip>
            <a:srcRect b="0" l="0" r="0" t="0"/>
            <a:stretch/>
          </p:blipFill>
          <p:spPr>
            <a:xfrm>
              <a:off x="3157442" y="10117702"/>
              <a:ext cx="112300" cy="112268"/>
            </a:xfrm>
            <a:prstGeom prst="rect">
              <a:avLst/>
            </a:prstGeom>
            <a:noFill/>
            <a:ln>
              <a:noFill/>
            </a:ln>
          </p:spPr>
        </p:pic>
      </p:grpSp>
      <p:sp>
        <p:nvSpPr>
          <p:cNvPr id="23" name="Google Shape;23;p27"/>
          <p:cNvSpPr/>
          <p:nvPr/>
        </p:nvSpPr>
        <p:spPr>
          <a:xfrm>
            <a:off x="10819315" y="397869"/>
            <a:ext cx="1360528" cy="643058"/>
          </a:xfrm>
          <a:custGeom>
            <a:rect b="b" l="l" r="r" t="t"/>
            <a:pathLst>
              <a:path extrusionOk="0" h="1060450" w="2243455">
                <a:moveTo>
                  <a:pt x="2243429" y="0"/>
                </a:moveTo>
                <a:lnTo>
                  <a:pt x="0" y="0"/>
                </a:lnTo>
                <a:lnTo>
                  <a:pt x="0" y="1059999"/>
                </a:lnTo>
                <a:lnTo>
                  <a:pt x="2243429" y="1059999"/>
                </a:lnTo>
                <a:lnTo>
                  <a:pt x="2243429" y="0"/>
                </a:lnTo>
                <a:close/>
              </a:path>
            </a:pathLst>
          </a:custGeom>
          <a:solidFill>
            <a:srgbClr val="257CE1"/>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637"/>
              <a:buFont typeface="Arial"/>
              <a:buNone/>
            </a:pPr>
            <a:r>
              <a:t/>
            </a:r>
            <a:endParaRPr b="0" i="0" sz="637" u="none" cap="none" strike="noStrike">
              <a:solidFill>
                <a:srgbClr val="000000"/>
              </a:solidFill>
              <a:latin typeface="Arial"/>
              <a:ea typeface="Arial"/>
              <a:cs typeface="Arial"/>
              <a:sym typeface="Arial"/>
            </a:endParaRPr>
          </a:p>
        </p:txBody>
      </p:sp>
      <p:sp>
        <p:nvSpPr>
          <p:cNvPr id="24" name="Google Shape;24;p27"/>
          <p:cNvSpPr txBox="1"/>
          <p:nvPr>
            <p:ph idx="1" type="body"/>
          </p:nvPr>
        </p:nvSpPr>
        <p:spPr>
          <a:xfrm>
            <a:off x="441023" y="458109"/>
            <a:ext cx="10183655" cy="447927"/>
          </a:xfrm>
          <a:prstGeom prst="rect">
            <a:avLst/>
          </a:prstGeom>
          <a:noFill/>
          <a:ln>
            <a:noFill/>
          </a:ln>
        </p:spPr>
        <p:txBody>
          <a:bodyPr anchorCtr="0" anchor="t" bIns="45700" lIns="90000" spcFirstLastPara="1" rIns="91425" wrap="square" tIns="45700">
            <a:noAutofit/>
          </a:bodyPr>
          <a:lstStyle>
            <a:lvl1pPr indent="-406400" lvl="0" marL="457200" algn="r">
              <a:lnSpc>
                <a:spcPct val="90000"/>
              </a:lnSpc>
              <a:spcBef>
                <a:spcPts val="1000"/>
              </a:spcBef>
              <a:spcAft>
                <a:spcPts val="0"/>
              </a:spcAft>
              <a:buSzPts val="2800"/>
              <a:buChar char="»"/>
              <a:defRPr b="1" sz="2183">
                <a:latin typeface="Arial"/>
                <a:ea typeface="Arial"/>
                <a:cs typeface="Arial"/>
                <a:sym typeface="Arial"/>
              </a:defRPr>
            </a:lvl1pPr>
            <a:lvl2pPr indent="-381000" lvl="1" marL="914400" algn="l">
              <a:lnSpc>
                <a:spcPct val="90000"/>
              </a:lnSpc>
              <a:spcBef>
                <a:spcPts val="500"/>
              </a:spcBef>
              <a:spcAft>
                <a:spcPts val="0"/>
              </a:spcAft>
              <a:buSzPts val="2400"/>
              <a:buChar char="•"/>
              <a:defRPr/>
            </a:lvl2pPr>
            <a:lvl3pPr indent="-342900" lvl="2" marL="1371600" algn="l">
              <a:lnSpc>
                <a:spcPct val="90000"/>
              </a:lnSpc>
              <a:spcBef>
                <a:spcPts val="500"/>
              </a:spcBef>
              <a:spcAft>
                <a:spcPts val="0"/>
              </a:spcAft>
              <a:buSzPts val="1800"/>
              <a:buChar char="○"/>
              <a:defRPr/>
            </a:lvl3pPr>
            <a:lvl4pPr indent="-330200" lvl="3" marL="1828800" algn="l">
              <a:lnSpc>
                <a:spcPct val="90000"/>
              </a:lnSpc>
              <a:spcBef>
                <a:spcPts val="500"/>
              </a:spcBef>
              <a:spcAft>
                <a:spcPts val="0"/>
              </a:spcAft>
              <a:buSzPts val="1600"/>
              <a:buChar char="•"/>
              <a:defRPr/>
            </a:lvl4pPr>
            <a:lvl5pPr indent="-317500" lvl="4" marL="2286000" algn="l">
              <a:lnSpc>
                <a:spcPct val="90000"/>
              </a:lnSpc>
              <a:spcBef>
                <a:spcPts val="500"/>
              </a:spcBef>
              <a:spcAft>
                <a:spcPts val="0"/>
              </a:spcAft>
              <a:buSzPts val="1400"/>
              <a:buChar char="•"/>
              <a:defRPr/>
            </a:lvl5pPr>
            <a:lvl6pPr indent="-304800" lvl="5" marL="2743200" algn="l">
              <a:lnSpc>
                <a:spcPct val="90000"/>
              </a:lnSpc>
              <a:spcBef>
                <a:spcPts val="500"/>
              </a:spcBef>
              <a:spcAft>
                <a:spcPts val="0"/>
              </a:spcAft>
              <a:buSzPts val="1200"/>
              <a:buChar char="•"/>
              <a:defRPr/>
            </a:lvl6pPr>
            <a:lvl7pPr indent="-292100" lvl="6" marL="3200400" algn="l">
              <a:lnSpc>
                <a:spcPct val="90000"/>
              </a:lnSpc>
              <a:spcBef>
                <a:spcPts val="500"/>
              </a:spcBef>
              <a:spcAft>
                <a:spcPts val="0"/>
              </a:spcAft>
              <a:buSzPts val="1000"/>
              <a:buChar char="•"/>
              <a:defRPr/>
            </a:lvl7pPr>
            <a:lvl8pPr indent="-279400" lvl="7" marL="3657600" algn="l">
              <a:lnSpc>
                <a:spcPct val="90000"/>
              </a:lnSpc>
              <a:spcBef>
                <a:spcPts val="500"/>
              </a:spcBef>
              <a:spcAft>
                <a:spcPts val="0"/>
              </a:spcAft>
              <a:buSzPts val="800"/>
              <a:buChar char="•"/>
              <a:defRPr/>
            </a:lvl8pPr>
            <a:lvl9pPr indent="-266700" lvl="8" marL="4114800" algn="l">
              <a:lnSpc>
                <a:spcPct val="90000"/>
              </a:lnSpc>
              <a:spcBef>
                <a:spcPts val="500"/>
              </a:spcBef>
              <a:spcAft>
                <a:spcPts val="0"/>
              </a:spcAft>
              <a:buSzPts val="600"/>
              <a:buChar char="•"/>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Diseño personalizado">
  <p:cSld name="4_Diseño personalizado">
    <p:spTree>
      <p:nvGrpSpPr>
        <p:cNvPr id="25" name="Shape 25"/>
        <p:cNvGrpSpPr/>
        <p:nvPr/>
      </p:nvGrpSpPr>
      <p:grpSpPr>
        <a:xfrm>
          <a:off x="0" y="0"/>
          <a:ext cx="0" cy="0"/>
          <a:chOff x="0" y="0"/>
          <a:chExt cx="0" cy="0"/>
        </a:xfrm>
      </p:grpSpPr>
      <p:pic>
        <p:nvPicPr>
          <p:cNvPr id="26" name="Google Shape;26;p29"/>
          <p:cNvPicPr preferRelativeResize="0"/>
          <p:nvPr/>
        </p:nvPicPr>
        <p:blipFill rotWithShape="1">
          <a:blip r:embed="rId2">
            <a:alphaModFix/>
          </a:blip>
          <a:srcRect b="0" l="0" r="0" t="0"/>
          <a:stretch/>
        </p:blipFill>
        <p:spPr>
          <a:xfrm>
            <a:off x="0" y="242"/>
            <a:ext cx="12192431" cy="6857759"/>
          </a:xfrm>
          <a:prstGeom prst="rect">
            <a:avLst/>
          </a:prstGeom>
          <a:noFill/>
          <a:ln>
            <a:noFill/>
          </a:ln>
        </p:spPr>
      </p:pic>
      <p:pic>
        <p:nvPicPr>
          <p:cNvPr id="27" name="Google Shape;27;p29"/>
          <p:cNvPicPr preferRelativeResize="0"/>
          <p:nvPr/>
        </p:nvPicPr>
        <p:blipFill rotWithShape="1">
          <a:blip r:embed="rId3">
            <a:alphaModFix/>
          </a:blip>
          <a:srcRect b="0" l="0" r="0" t="0"/>
          <a:stretch/>
        </p:blipFill>
        <p:spPr>
          <a:xfrm>
            <a:off x="0" y="-242"/>
            <a:ext cx="12187921" cy="6858000"/>
          </a:xfrm>
          <a:prstGeom prst="rect">
            <a:avLst/>
          </a:prstGeom>
          <a:noFill/>
          <a:ln>
            <a:noFill/>
          </a:ln>
        </p:spPr>
      </p:pic>
      <p:sp>
        <p:nvSpPr>
          <p:cNvPr id="28" name="Google Shape;28;p29"/>
          <p:cNvSpPr/>
          <p:nvPr/>
        </p:nvSpPr>
        <p:spPr>
          <a:xfrm>
            <a:off x="2676388" y="2551053"/>
            <a:ext cx="5999201" cy="1386232"/>
          </a:xfrm>
          <a:prstGeom prst="rect">
            <a:avLst/>
          </a:prstGeom>
          <a:solidFill>
            <a:schemeClr val="dk1">
              <a:alpha val="58824"/>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37"/>
              <a:buFont typeface="Arial"/>
              <a:buNone/>
            </a:pPr>
            <a:r>
              <a:t/>
            </a:r>
            <a:endParaRPr b="0" i="0" sz="637" u="none" cap="none" strike="noStrike">
              <a:solidFill>
                <a:schemeClr val="lt1"/>
              </a:solidFill>
              <a:latin typeface="Arial"/>
              <a:ea typeface="Arial"/>
              <a:cs typeface="Arial"/>
              <a:sym typeface="Arial"/>
            </a:endParaRPr>
          </a:p>
        </p:txBody>
      </p:sp>
      <p:sp>
        <p:nvSpPr>
          <p:cNvPr id="29" name="Google Shape;29;p29"/>
          <p:cNvSpPr txBox="1"/>
          <p:nvPr>
            <p:ph type="title"/>
          </p:nvPr>
        </p:nvSpPr>
        <p:spPr>
          <a:xfrm>
            <a:off x="2936416" y="2749423"/>
            <a:ext cx="5470133" cy="933180"/>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SzPts val="3000"/>
              <a:buNone/>
              <a:defRPr sz="2274">
                <a:solidFill>
                  <a:srgbClr val="257CE1"/>
                </a:solidFill>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Diseño personalizado">
  <p:cSld name="6_Diseño personalizado">
    <p:spTree>
      <p:nvGrpSpPr>
        <p:cNvPr id="30" name="Shape 30"/>
        <p:cNvGrpSpPr/>
        <p:nvPr/>
      </p:nvGrpSpPr>
      <p:grpSpPr>
        <a:xfrm>
          <a:off x="0" y="0"/>
          <a:ext cx="0" cy="0"/>
          <a:chOff x="0" y="0"/>
          <a:chExt cx="0" cy="0"/>
        </a:xfrm>
      </p:grpSpPr>
      <p:pic>
        <p:nvPicPr>
          <p:cNvPr id="31" name="Google Shape;31;p28"/>
          <p:cNvPicPr preferRelativeResize="0"/>
          <p:nvPr/>
        </p:nvPicPr>
        <p:blipFill rotWithShape="1">
          <a:blip r:embed="rId2">
            <a:alphaModFix/>
          </a:blip>
          <a:srcRect b="0" l="0" r="0" t="0"/>
          <a:stretch/>
        </p:blipFill>
        <p:spPr>
          <a:xfrm>
            <a:off x="0" y="242"/>
            <a:ext cx="12192431" cy="6857759"/>
          </a:xfrm>
          <a:prstGeom prst="rect">
            <a:avLst/>
          </a:prstGeom>
          <a:noFill/>
          <a:ln>
            <a:noFill/>
          </a:ln>
        </p:spPr>
      </p:pic>
      <p:pic>
        <p:nvPicPr>
          <p:cNvPr id="32" name="Google Shape;32;p28"/>
          <p:cNvPicPr preferRelativeResize="0"/>
          <p:nvPr/>
        </p:nvPicPr>
        <p:blipFill rotWithShape="1">
          <a:blip r:embed="rId3">
            <a:alphaModFix/>
          </a:blip>
          <a:srcRect b="0" l="0" r="0" t="0"/>
          <a:stretch/>
        </p:blipFill>
        <p:spPr>
          <a:xfrm>
            <a:off x="2041" y="0"/>
            <a:ext cx="12187921" cy="6858000"/>
          </a:xfrm>
          <a:prstGeom prst="rect">
            <a:avLst/>
          </a:prstGeom>
          <a:noFill/>
          <a:ln>
            <a:noFill/>
          </a:ln>
        </p:spPr>
      </p:pic>
      <p:sp>
        <p:nvSpPr>
          <p:cNvPr id="33" name="Google Shape;33;p28"/>
          <p:cNvSpPr/>
          <p:nvPr/>
        </p:nvSpPr>
        <p:spPr>
          <a:xfrm>
            <a:off x="4386194" y="4778652"/>
            <a:ext cx="5999201" cy="1386232"/>
          </a:xfrm>
          <a:prstGeom prst="rect">
            <a:avLst/>
          </a:prstGeom>
          <a:solidFill>
            <a:schemeClr val="dk1">
              <a:alpha val="58824"/>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37"/>
              <a:buFont typeface="Arial"/>
              <a:buNone/>
            </a:pPr>
            <a:r>
              <a:t/>
            </a:r>
            <a:endParaRPr b="0" i="0" sz="637" u="none" cap="none" strike="noStrike">
              <a:solidFill>
                <a:schemeClr val="lt1"/>
              </a:solidFill>
              <a:latin typeface="Arial"/>
              <a:ea typeface="Arial"/>
              <a:cs typeface="Arial"/>
              <a:sym typeface="Arial"/>
            </a:endParaRPr>
          </a:p>
        </p:txBody>
      </p:sp>
      <p:sp>
        <p:nvSpPr>
          <p:cNvPr id="34" name="Google Shape;34;p28"/>
          <p:cNvSpPr txBox="1"/>
          <p:nvPr>
            <p:ph type="title"/>
          </p:nvPr>
        </p:nvSpPr>
        <p:spPr>
          <a:xfrm>
            <a:off x="4646223" y="4977021"/>
            <a:ext cx="5470133" cy="933180"/>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SzPts val="3000"/>
              <a:buNone/>
              <a:defRPr sz="2274">
                <a:solidFill>
                  <a:srgbClr val="257CE1"/>
                </a:solidFill>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p:cSld name="Two Content">
    <p:spTree>
      <p:nvGrpSpPr>
        <p:cNvPr id="35" name="Shape 35"/>
        <p:cNvGrpSpPr/>
        <p:nvPr/>
      </p:nvGrpSpPr>
      <p:grpSpPr>
        <a:xfrm>
          <a:off x="0" y="0"/>
          <a:ext cx="0" cy="0"/>
          <a:chOff x="0" y="0"/>
          <a:chExt cx="0" cy="0"/>
        </a:xfrm>
      </p:grpSpPr>
      <p:pic>
        <p:nvPicPr>
          <p:cNvPr id="36" name="Google Shape;36;p46"/>
          <p:cNvPicPr preferRelativeResize="0"/>
          <p:nvPr/>
        </p:nvPicPr>
        <p:blipFill rotWithShape="1">
          <a:blip r:embed="rId2">
            <a:alphaModFix/>
          </a:blip>
          <a:srcRect b="0" l="0" r="0" t="0"/>
          <a:stretch/>
        </p:blipFill>
        <p:spPr>
          <a:xfrm>
            <a:off x="0" y="242"/>
            <a:ext cx="12192431" cy="6857759"/>
          </a:xfrm>
          <a:prstGeom prst="rect">
            <a:avLst/>
          </a:prstGeom>
          <a:noFill/>
          <a:ln>
            <a:noFill/>
          </a:ln>
        </p:spPr>
      </p:pic>
      <p:pic>
        <p:nvPicPr>
          <p:cNvPr id="37" name="Google Shape;37;p46"/>
          <p:cNvPicPr preferRelativeResize="0"/>
          <p:nvPr/>
        </p:nvPicPr>
        <p:blipFill rotWithShape="1">
          <a:blip r:embed="rId3">
            <a:alphaModFix/>
          </a:blip>
          <a:srcRect b="0" l="0" r="0" t="0"/>
          <a:stretch/>
        </p:blipFill>
        <p:spPr>
          <a:xfrm>
            <a:off x="0" y="2267"/>
            <a:ext cx="12195179" cy="6855734"/>
          </a:xfrm>
          <a:prstGeom prst="rect">
            <a:avLst/>
          </a:prstGeom>
          <a:noFill/>
          <a:ln>
            <a:noFill/>
          </a:ln>
        </p:spPr>
      </p:pic>
      <p:sp>
        <p:nvSpPr>
          <p:cNvPr id="38" name="Google Shape;38;p46"/>
          <p:cNvSpPr/>
          <p:nvPr/>
        </p:nvSpPr>
        <p:spPr>
          <a:xfrm>
            <a:off x="458260" y="3798662"/>
            <a:ext cx="5999201" cy="1386232"/>
          </a:xfrm>
          <a:prstGeom prst="rect">
            <a:avLst/>
          </a:prstGeom>
          <a:solidFill>
            <a:schemeClr val="dk1">
              <a:alpha val="58824"/>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37"/>
              <a:buFont typeface="Arial"/>
              <a:buNone/>
            </a:pPr>
            <a:r>
              <a:t/>
            </a:r>
            <a:endParaRPr b="0" i="0" sz="637" u="none" cap="none" strike="noStrike">
              <a:solidFill>
                <a:schemeClr val="lt1"/>
              </a:solidFill>
              <a:latin typeface="Arial"/>
              <a:ea typeface="Arial"/>
              <a:cs typeface="Arial"/>
              <a:sym typeface="Arial"/>
            </a:endParaRPr>
          </a:p>
        </p:txBody>
      </p:sp>
      <p:sp>
        <p:nvSpPr>
          <p:cNvPr id="39" name="Google Shape;39;p46"/>
          <p:cNvSpPr txBox="1"/>
          <p:nvPr>
            <p:ph type="title"/>
          </p:nvPr>
        </p:nvSpPr>
        <p:spPr>
          <a:xfrm>
            <a:off x="718288" y="3997032"/>
            <a:ext cx="5470133" cy="933180"/>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SzPts val="3000"/>
              <a:buNone/>
              <a:defRPr sz="2274">
                <a:solidFill>
                  <a:srgbClr val="257CE1"/>
                </a:solidFill>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type="title">
  <p:cSld name="TITLE">
    <p:bg>
      <p:bgPr>
        <a:solidFill>
          <a:schemeClr val="dk2"/>
        </a:solidFill>
      </p:bgPr>
    </p:bg>
    <p:spTree>
      <p:nvGrpSpPr>
        <p:cNvPr id="40" name="Shape 40"/>
        <p:cNvGrpSpPr/>
        <p:nvPr/>
      </p:nvGrpSpPr>
      <p:grpSpPr>
        <a:xfrm>
          <a:off x="0" y="0"/>
          <a:ext cx="0" cy="0"/>
          <a:chOff x="0" y="0"/>
          <a:chExt cx="0" cy="0"/>
        </a:xfrm>
      </p:grpSpPr>
      <p:sp>
        <p:nvSpPr>
          <p:cNvPr id="41" name="Google Shape;41;p30"/>
          <p:cNvSpPr txBox="1"/>
          <p:nvPr>
            <p:ph type="title"/>
          </p:nvPr>
        </p:nvSpPr>
        <p:spPr>
          <a:xfrm>
            <a:off x="4828848" y="2987430"/>
            <a:ext cx="6526400" cy="2891100"/>
          </a:xfrm>
          <a:prstGeom prst="rect">
            <a:avLst/>
          </a:prstGeom>
          <a:noFill/>
          <a:ln>
            <a:noFill/>
          </a:ln>
        </p:spPr>
        <p:txBody>
          <a:bodyPr anchorCtr="0" anchor="b" bIns="45700" lIns="91425" spcFirstLastPara="1" rIns="91425" wrap="square" tIns="45700">
            <a:noAutofit/>
          </a:bodyPr>
          <a:lstStyle>
            <a:lvl1pPr lvl="0" algn="r">
              <a:lnSpc>
                <a:spcPct val="90000"/>
              </a:lnSpc>
              <a:spcBef>
                <a:spcPts val="0"/>
              </a:spcBef>
              <a:spcAft>
                <a:spcPts val="0"/>
              </a:spcAft>
              <a:buSzPts val="3000"/>
              <a:buNone/>
              <a:defRPr sz="6600">
                <a:latin typeface="Calibri"/>
                <a:ea typeface="Calibri"/>
                <a:cs typeface="Calibri"/>
                <a:sym typeface="Calibri"/>
              </a:defRPr>
            </a:lvl1pPr>
            <a:lvl2pPr lvl="1" algn="r">
              <a:lnSpc>
                <a:spcPct val="100000"/>
              </a:lnSpc>
              <a:spcBef>
                <a:spcPts val="0"/>
              </a:spcBef>
              <a:spcAft>
                <a:spcPts val="0"/>
              </a:spcAft>
              <a:buSzPts val="3000"/>
              <a:buNone/>
              <a:defRPr sz="5600"/>
            </a:lvl2pPr>
            <a:lvl3pPr lvl="2" algn="r">
              <a:lnSpc>
                <a:spcPct val="100000"/>
              </a:lnSpc>
              <a:spcBef>
                <a:spcPts val="0"/>
              </a:spcBef>
              <a:spcAft>
                <a:spcPts val="0"/>
              </a:spcAft>
              <a:buSzPts val="3000"/>
              <a:buNone/>
              <a:defRPr sz="5600"/>
            </a:lvl3pPr>
            <a:lvl4pPr lvl="3" algn="r">
              <a:lnSpc>
                <a:spcPct val="100000"/>
              </a:lnSpc>
              <a:spcBef>
                <a:spcPts val="0"/>
              </a:spcBef>
              <a:spcAft>
                <a:spcPts val="0"/>
              </a:spcAft>
              <a:buSzPts val="3000"/>
              <a:buNone/>
              <a:defRPr sz="5600"/>
            </a:lvl4pPr>
            <a:lvl5pPr lvl="4" algn="r">
              <a:lnSpc>
                <a:spcPct val="100000"/>
              </a:lnSpc>
              <a:spcBef>
                <a:spcPts val="0"/>
              </a:spcBef>
              <a:spcAft>
                <a:spcPts val="0"/>
              </a:spcAft>
              <a:buSzPts val="3000"/>
              <a:buNone/>
              <a:defRPr sz="5600"/>
            </a:lvl5pPr>
            <a:lvl6pPr lvl="5" algn="r">
              <a:lnSpc>
                <a:spcPct val="100000"/>
              </a:lnSpc>
              <a:spcBef>
                <a:spcPts val="0"/>
              </a:spcBef>
              <a:spcAft>
                <a:spcPts val="0"/>
              </a:spcAft>
              <a:buSzPts val="3000"/>
              <a:buNone/>
              <a:defRPr sz="5600"/>
            </a:lvl6pPr>
            <a:lvl7pPr lvl="6" algn="r">
              <a:lnSpc>
                <a:spcPct val="100000"/>
              </a:lnSpc>
              <a:spcBef>
                <a:spcPts val="0"/>
              </a:spcBef>
              <a:spcAft>
                <a:spcPts val="0"/>
              </a:spcAft>
              <a:buSzPts val="3000"/>
              <a:buNone/>
              <a:defRPr sz="5600"/>
            </a:lvl7pPr>
            <a:lvl8pPr lvl="7" algn="r">
              <a:lnSpc>
                <a:spcPct val="100000"/>
              </a:lnSpc>
              <a:spcBef>
                <a:spcPts val="0"/>
              </a:spcBef>
              <a:spcAft>
                <a:spcPts val="0"/>
              </a:spcAft>
              <a:buSzPts val="3000"/>
              <a:buNone/>
              <a:defRPr sz="5600"/>
            </a:lvl8pPr>
            <a:lvl9pPr lvl="8" algn="r">
              <a:lnSpc>
                <a:spcPct val="100000"/>
              </a:lnSpc>
              <a:spcBef>
                <a:spcPts val="0"/>
              </a:spcBef>
              <a:spcAft>
                <a:spcPts val="0"/>
              </a:spcAft>
              <a:buSzPts val="3000"/>
              <a:buNone/>
              <a:defRPr sz="56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de sección 1">
  <p:cSld name="TITLE_4_1_1">
    <p:bg>
      <p:bgPr>
        <a:solidFill>
          <a:schemeClr val="dk2"/>
        </a:solidFill>
      </p:bgPr>
    </p:bg>
    <p:spTree>
      <p:nvGrpSpPr>
        <p:cNvPr id="42" name="Shape 42"/>
        <p:cNvGrpSpPr/>
        <p:nvPr/>
      </p:nvGrpSpPr>
      <p:grpSpPr>
        <a:xfrm>
          <a:off x="0" y="0"/>
          <a:ext cx="0" cy="0"/>
          <a:chOff x="0" y="0"/>
          <a:chExt cx="0" cy="0"/>
        </a:xfrm>
      </p:grpSpPr>
      <p:pic>
        <p:nvPicPr>
          <p:cNvPr id="43" name="Google Shape;43;p31"/>
          <p:cNvPicPr preferRelativeResize="0"/>
          <p:nvPr/>
        </p:nvPicPr>
        <p:blipFill rotWithShape="1">
          <a:blip r:embed="rId2">
            <a:alphaModFix/>
          </a:blip>
          <a:srcRect b="0" l="0" r="0" t="0"/>
          <a:stretch/>
        </p:blipFill>
        <p:spPr>
          <a:xfrm>
            <a:off x="6903076" y="186298"/>
            <a:ext cx="5082864" cy="601304"/>
          </a:xfrm>
          <a:prstGeom prst="rect">
            <a:avLst/>
          </a:prstGeom>
          <a:noFill/>
          <a:ln>
            <a:noFill/>
          </a:ln>
        </p:spPr>
      </p:pic>
      <p:grpSp>
        <p:nvGrpSpPr>
          <p:cNvPr id="44" name="Google Shape;44;p31"/>
          <p:cNvGrpSpPr/>
          <p:nvPr/>
        </p:nvGrpSpPr>
        <p:grpSpPr>
          <a:xfrm>
            <a:off x="1" y="-124"/>
            <a:ext cx="6471553" cy="5740374"/>
            <a:chOff x="0" y="-126"/>
            <a:chExt cx="4554438" cy="5386482"/>
          </a:xfrm>
        </p:grpSpPr>
        <p:sp>
          <p:nvSpPr>
            <p:cNvPr id="45" name="Google Shape;45;p31"/>
            <p:cNvSpPr/>
            <p:nvPr/>
          </p:nvSpPr>
          <p:spPr>
            <a:xfrm flipH="1" rot="10800000">
              <a:off x="0" y="-126"/>
              <a:ext cx="4554438" cy="5386482"/>
            </a:xfrm>
            <a:custGeom>
              <a:rect b="b" l="l" r="r" t="t"/>
              <a:pathLst>
                <a:path extrusionOk="0" h="6374535" w="5389868">
                  <a:moveTo>
                    <a:pt x="620377" y="6374535"/>
                  </a:moveTo>
                  <a:lnTo>
                    <a:pt x="3459520" y="6374535"/>
                  </a:lnTo>
                  <a:lnTo>
                    <a:pt x="3638761" y="6288190"/>
                  </a:lnTo>
                  <a:cubicBezTo>
                    <a:pt x="4681799" y="5721578"/>
                    <a:pt x="5389868" y="4616487"/>
                    <a:pt x="5389868" y="3346018"/>
                  </a:cubicBezTo>
                  <a:cubicBezTo>
                    <a:pt x="5389868" y="1498063"/>
                    <a:pt x="3891805" y="0"/>
                    <a:pt x="2043850" y="0"/>
                  </a:cubicBezTo>
                  <a:cubicBezTo>
                    <a:pt x="1336430" y="0"/>
                    <a:pt x="680285" y="219535"/>
                    <a:pt x="139826" y="594192"/>
                  </a:cubicBezTo>
                  <a:lnTo>
                    <a:pt x="0" y="700065"/>
                  </a:lnTo>
                  <a:lnTo>
                    <a:pt x="0" y="5991971"/>
                  </a:lnTo>
                  <a:lnTo>
                    <a:pt x="139827" y="6097845"/>
                  </a:lnTo>
                  <a:cubicBezTo>
                    <a:pt x="217035" y="6151367"/>
                    <a:pt x="296605" y="6201724"/>
                    <a:pt x="378347" y="6248727"/>
                  </a:cubicBezTo>
                  <a:close/>
                </a:path>
              </a:pathLst>
            </a:custGeom>
            <a:solidFill>
              <a:srgbClr val="FFFFFF">
                <a:alpha val="8000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FFFFFF"/>
                </a:solidFill>
                <a:latin typeface="Calibri"/>
                <a:ea typeface="Calibri"/>
                <a:cs typeface="Calibri"/>
                <a:sym typeface="Calibri"/>
              </a:endParaRPr>
            </a:p>
          </p:txBody>
        </p:sp>
        <p:pic>
          <p:nvPicPr>
            <p:cNvPr descr="Una caricatura de una ciudad&#10;&#10;Descripción generada automáticamente" id="46" name="Google Shape;46;p31"/>
            <p:cNvPicPr preferRelativeResize="0"/>
            <p:nvPr/>
          </p:nvPicPr>
          <p:blipFill rotWithShape="1">
            <a:blip r:embed="rId3">
              <a:alphaModFix/>
            </a:blip>
            <a:srcRect b="0" l="9870" r="6482" t="0"/>
            <a:stretch/>
          </p:blipFill>
          <p:spPr>
            <a:xfrm>
              <a:off x="1" y="-1"/>
              <a:ext cx="4423169" cy="5247982"/>
            </a:xfrm>
            <a:custGeom>
              <a:rect b="b" l="l" r="r" t="t"/>
              <a:pathLst>
                <a:path extrusionOk="0" h="6210629" w="5234519">
                  <a:moveTo>
                    <a:pt x="1082595" y="0"/>
                  </a:moveTo>
                  <a:lnTo>
                    <a:pt x="3027450" y="0"/>
                  </a:lnTo>
                  <a:lnTo>
                    <a:pt x="3291029" y="96471"/>
                  </a:lnTo>
                  <a:cubicBezTo>
                    <a:pt x="4433137" y="579542"/>
                    <a:pt x="5234519" y="1710443"/>
                    <a:pt x="5234519" y="3028517"/>
                  </a:cubicBezTo>
                  <a:cubicBezTo>
                    <a:pt x="5234519" y="4785949"/>
                    <a:pt x="3809839" y="6210629"/>
                    <a:pt x="2052407" y="6210629"/>
                  </a:cubicBezTo>
                  <a:cubicBezTo>
                    <a:pt x="1283531" y="6210629"/>
                    <a:pt x="578345" y="5937936"/>
                    <a:pt x="28288" y="5483989"/>
                  </a:cubicBezTo>
                  <a:lnTo>
                    <a:pt x="0" y="5458279"/>
                  </a:lnTo>
                  <a:lnTo>
                    <a:pt x="0" y="598754"/>
                  </a:lnTo>
                  <a:lnTo>
                    <a:pt x="28288" y="573044"/>
                  </a:lnTo>
                  <a:cubicBezTo>
                    <a:pt x="303317" y="346070"/>
                    <a:pt x="617127" y="164410"/>
                    <a:pt x="958290" y="39494"/>
                  </a:cubicBezTo>
                  <a:close/>
                </a:path>
              </a:pathLst>
            </a:custGeom>
            <a:noFill/>
            <a:ln>
              <a:noFill/>
            </a:ln>
          </p:spPr>
        </p:pic>
      </p:grpSp>
      <p:sp>
        <p:nvSpPr>
          <p:cNvPr id="47" name="Google Shape;47;p31"/>
          <p:cNvSpPr txBox="1"/>
          <p:nvPr>
            <p:ph type="title"/>
          </p:nvPr>
        </p:nvSpPr>
        <p:spPr>
          <a:xfrm>
            <a:off x="4006100" y="3476150"/>
            <a:ext cx="7994400" cy="1603200"/>
          </a:xfrm>
          <a:prstGeom prst="rect">
            <a:avLst/>
          </a:prstGeom>
          <a:solidFill>
            <a:srgbClr val="DE3075">
              <a:alpha val="63922"/>
            </a:srgbClr>
          </a:solidFill>
          <a:ln>
            <a:noFill/>
          </a:ln>
        </p:spPr>
        <p:txBody>
          <a:bodyPr anchorCtr="0" anchor="t" bIns="45700" lIns="91425" spcFirstLastPara="1" rIns="91425" wrap="square" tIns="45700">
            <a:noAutofit/>
          </a:bodyPr>
          <a:lstStyle>
            <a:lvl1pPr lvl="0" algn="r">
              <a:lnSpc>
                <a:spcPct val="90000"/>
              </a:lnSpc>
              <a:spcBef>
                <a:spcPts val="0"/>
              </a:spcBef>
              <a:spcAft>
                <a:spcPts val="0"/>
              </a:spcAft>
              <a:buSzPts val="3000"/>
              <a:buNone/>
              <a:defRPr sz="5400">
                <a:latin typeface="Calibri"/>
                <a:ea typeface="Calibri"/>
                <a:cs typeface="Calibri"/>
                <a:sym typeface="Calibri"/>
              </a:defRPr>
            </a:lvl1pPr>
            <a:lvl2pPr lvl="1" algn="r">
              <a:lnSpc>
                <a:spcPct val="100000"/>
              </a:lnSpc>
              <a:spcBef>
                <a:spcPts val="0"/>
              </a:spcBef>
              <a:spcAft>
                <a:spcPts val="0"/>
              </a:spcAft>
              <a:buSzPts val="3000"/>
              <a:buNone/>
              <a:defRPr sz="5400"/>
            </a:lvl2pPr>
            <a:lvl3pPr lvl="2" algn="r">
              <a:lnSpc>
                <a:spcPct val="100000"/>
              </a:lnSpc>
              <a:spcBef>
                <a:spcPts val="0"/>
              </a:spcBef>
              <a:spcAft>
                <a:spcPts val="0"/>
              </a:spcAft>
              <a:buSzPts val="3000"/>
              <a:buNone/>
              <a:defRPr sz="5400"/>
            </a:lvl3pPr>
            <a:lvl4pPr lvl="3" algn="r">
              <a:lnSpc>
                <a:spcPct val="100000"/>
              </a:lnSpc>
              <a:spcBef>
                <a:spcPts val="0"/>
              </a:spcBef>
              <a:spcAft>
                <a:spcPts val="0"/>
              </a:spcAft>
              <a:buSzPts val="3000"/>
              <a:buNone/>
              <a:defRPr sz="5400"/>
            </a:lvl4pPr>
            <a:lvl5pPr lvl="4" algn="r">
              <a:lnSpc>
                <a:spcPct val="100000"/>
              </a:lnSpc>
              <a:spcBef>
                <a:spcPts val="0"/>
              </a:spcBef>
              <a:spcAft>
                <a:spcPts val="0"/>
              </a:spcAft>
              <a:buSzPts val="3000"/>
              <a:buNone/>
              <a:defRPr sz="5400"/>
            </a:lvl5pPr>
            <a:lvl6pPr lvl="5" algn="r">
              <a:lnSpc>
                <a:spcPct val="100000"/>
              </a:lnSpc>
              <a:spcBef>
                <a:spcPts val="0"/>
              </a:spcBef>
              <a:spcAft>
                <a:spcPts val="0"/>
              </a:spcAft>
              <a:buSzPts val="3000"/>
              <a:buNone/>
              <a:defRPr sz="5400"/>
            </a:lvl6pPr>
            <a:lvl7pPr lvl="6" algn="r">
              <a:lnSpc>
                <a:spcPct val="100000"/>
              </a:lnSpc>
              <a:spcBef>
                <a:spcPts val="0"/>
              </a:spcBef>
              <a:spcAft>
                <a:spcPts val="0"/>
              </a:spcAft>
              <a:buSzPts val="3000"/>
              <a:buNone/>
              <a:defRPr sz="5400"/>
            </a:lvl7pPr>
            <a:lvl8pPr lvl="7" algn="r">
              <a:lnSpc>
                <a:spcPct val="100000"/>
              </a:lnSpc>
              <a:spcBef>
                <a:spcPts val="0"/>
              </a:spcBef>
              <a:spcAft>
                <a:spcPts val="0"/>
              </a:spcAft>
              <a:buSzPts val="3000"/>
              <a:buNone/>
              <a:defRPr sz="5400"/>
            </a:lvl8pPr>
            <a:lvl9pPr lvl="8" algn="r">
              <a:lnSpc>
                <a:spcPct val="100000"/>
              </a:lnSpc>
              <a:spcBef>
                <a:spcPts val="0"/>
              </a:spcBef>
              <a:spcAft>
                <a:spcPts val="0"/>
              </a:spcAft>
              <a:buSzPts val="3000"/>
              <a:buNone/>
              <a:defRPr sz="54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de sección 2">
  <p:cSld name="TITLE_4">
    <p:bg>
      <p:bgPr>
        <a:solidFill>
          <a:schemeClr val="accent1"/>
        </a:solidFill>
      </p:bgPr>
    </p:bg>
    <p:spTree>
      <p:nvGrpSpPr>
        <p:cNvPr id="48" name="Shape 48"/>
        <p:cNvGrpSpPr/>
        <p:nvPr/>
      </p:nvGrpSpPr>
      <p:grpSpPr>
        <a:xfrm>
          <a:off x="0" y="0"/>
          <a:ext cx="0" cy="0"/>
          <a:chOff x="0" y="0"/>
          <a:chExt cx="0" cy="0"/>
        </a:xfrm>
      </p:grpSpPr>
      <p:grpSp>
        <p:nvGrpSpPr>
          <p:cNvPr id="49" name="Google Shape;49;p32"/>
          <p:cNvGrpSpPr/>
          <p:nvPr/>
        </p:nvGrpSpPr>
        <p:grpSpPr>
          <a:xfrm>
            <a:off x="1" y="-124"/>
            <a:ext cx="6471553" cy="5740374"/>
            <a:chOff x="0" y="-126"/>
            <a:chExt cx="4554438" cy="5386482"/>
          </a:xfrm>
        </p:grpSpPr>
        <p:sp>
          <p:nvSpPr>
            <p:cNvPr id="50" name="Google Shape;50;p32"/>
            <p:cNvSpPr/>
            <p:nvPr/>
          </p:nvSpPr>
          <p:spPr>
            <a:xfrm flipH="1" rot="10800000">
              <a:off x="0" y="-126"/>
              <a:ext cx="4554438" cy="5386482"/>
            </a:xfrm>
            <a:custGeom>
              <a:rect b="b" l="l" r="r" t="t"/>
              <a:pathLst>
                <a:path extrusionOk="0" h="6374535" w="5389868">
                  <a:moveTo>
                    <a:pt x="620377" y="6374535"/>
                  </a:moveTo>
                  <a:lnTo>
                    <a:pt x="3459520" y="6374535"/>
                  </a:lnTo>
                  <a:lnTo>
                    <a:pt x="3638761" y="6288190"/>
                  </a:lnTo>
                  <a:cubicBezTo>
                    <a:pt x="4681799" y="5721578"/>
                    <a:pt x="5389868" y="4616487"/>
                    <a:pt x="5389868" y="3346018"/>
                  </a:cubicBezTo>
                  <a:cubicBezTo>
                    <a:pt x="5389868" y="1498063"/>
                    <a:pt x="3891805" y="0"/>
                    <a:pt x="2043850" y="0"/>
                  </a:cubicBezTo>
                  <a:cubicBezTo>
                    <a:pt x="1336430" y="0"/>
                    <a:pt x="680285" y="219535"/>
                    <a:pt x="139826" y="594192"/>
                  </a:cubicBezTo>
                  <a:lnTo>
                    <a:pt x="0" y="700065"/>
                  </a:lnTo>
                  <a:lnTo>
                    <a:pt x="0" y="5991971"/>
                  </a:lnTo>
                  <a:lnTo>
                    <a:pt x="139827" y="6097845"/>
                  </a:lnTo>
                  <a:cubicBezTo>
                    <a:pt x="217035" y="6151367"/>
                    <a:pt x="296605" y="6201724"/>
                    <a:pt x="378347" y="6248727"/>
                  </a:cubicBezTo>
                  <a:close/>
                </a:path>
              </a:pathLst>
            </a:custGeom>
            <a:solidFill>
              <a:srgbClr val="FFFFFF">
                <a:alpha val="8000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FFFFFF"/>
                </a:solidFill>
                <a:latin typeface="Calibri"/>
                <a:ea typeface="Calibri"/>
                <a:cs typeface="Calibri"/>
                <a:sym typeface="Calibri"/>
              </a:endParaRPr>
            </a:p>
          </p:txBody>
        </p:sp>
        <p:pic>
          <p:nvPicPr>
            <p:cNvPr descr="Imagen que contiene persona, foto, hombre, mujer&#10;&#10;Descripción generada automáticamente" id="51" name="Google Shape;51;p32"/>
            <p:cNvPicPr preferRelativeResize="0"/>
            <p:nvPr/>
          </p:nvPicPr>
          <p:blipFill rotWithShape="1">
            <a:blip r:embed="rId2">
              <a:alphaModFix/>
            </a:blip>
            <a:srcRect b="0" l="0" r="16351" t="0"/>
            <a:stretch/>
          </p:blipFill>
          <p:spPr>
            <a:xfrm>
              <a:off x="1" y="-1"/>
              <a:ext cx="4423169" cy="5247982"/>
            </a:xfrm>
            <a:custGeom>
              <a:rect b="b" l="l" r="r" t="t"/>
              <a:pathLst>
                <a:path extrusionOk="0" h="6210629" w="5234519">
                  <a:moveTo>
                    <a:pt x="1082595" y="0"/>
                  </a:moveTo>
                  <a:lnTo>
                    <a:pt x="3027450" y="0"/>
                  </a:lnTo>
                  <a:lnTo>
                    <a:pt x="3291029" y="96471"/>
                  </a:lnTo>
                  <a:cubicBezTo>
                    <a:pt x="4433137" y="579542"/>
                    <a:pt x="5234519" y="1710443"/>
                    <a:pt x="5234519" y="3028517"/>
                  </a:cubicBezTo>
                  <a:cubicBezTo>
                    <a:pt x="5234519" y="4785949"/>
                    <a:pt x="3809839" y="6210629"/>
                    <a:pt x="2052407" y="6210629"/>
                  </a:cubicBezTo>
                  <a:cubicBezTo>
                    <a:pt x="1283531" y="6210629"/>
                    <a:pt x="578345" y="5937936"/>
                    <a:pt x="28288" y="5483989"/>
                  </a:cubicBezTo>
                  <a:lnTo>
                    <a:pt x="0" y="5458279"/>
                  </a:lnTo>
                  <a:lnTo>
                    <a:pt x="0" y="598754"/>
                  </a:lnTo>
                  <a:lnTo>
                    <a:pt x="28288" y="573044"/>
                  </a:lnTo>
                  <a:cubicBezTo>
                    <a:pt x="303317" y="346070"/>
                    <a:pt x="617127" y="164410"/>
                    <a:pt x="958290" y="39494"/>
                  </a:cubicBezTo>
                  <a:close/>
                </a:path>
              </a:pathLst>
            </a:custGeom>
            <a:noFill/>
            <a:ln>
              <a:noFill/>
            </a:ln>
          </p:spPr>
        </p:pic>
      </p:grpSp>
      <p:sp>
        <p:nvSpPr>
          <p:cNvPr id="52" name="Google Shape;52;p32"/>
          <p:cNvSpPr txBox="1"/>
          <p:nvPr>
            <p:ph type="title"/>
          </p:nvPr>
        </p:nvSpPr>
        <p:spPr>
          <a:xfrm>
            <a:off x="4006100" y="3476150"/>
            <a:ext cx="7994400" cy="1603200"/>
          </a:xfrm>
          <a:prstGeom prst="rect">
            <a:avLst/>
          </a:prstGeom>
          <a:solidFill>
            <a:srgbClr val="898B90">
              <a:alpha val="68235"/>
            </a:srgbClr>
          </a:solidFill>
          <a:ln>
            <a:noFill/>
          </a:ln>
        </p:spPr>
        <p:txBody>
          <a:bodyPr anchorCtr="0" anchor="t" bIns="45700" lIns="91425" spcFirstLastPara="1" rIns="91425" wrap="square" tIns="45700">
            <a:noAutofit/>
          </a:bodyPr>
          <a:lstStyle>
            <a:lvl1pPr lvl="0" algn="r">
              <a:lnSpc>
                <a:spcPct val="90000"/>
              </a:lnSpc>
              <a:spcBef>
                <a:spcPts val="0"/>
              </a:spcBef>
              <a:spcAft>
                <a:spcPts val="0"/>
              </a:spcAft>
              <a:buSzPts val="3000"/>
              <a:buNone/>
              <a:defRPr sz="5400">
                <a:latin typeface="Calibri"/>
                <a:ea typeface="Calibri"/>
                <a:cs typeface="Calibri"/>
                <a:sym typeface="Calibri"/>
              </a:defRPr>
            </a:lvl1pPr>
            <a:lvl2pPr lvl="1" algn="r">
              <a:lnSpc>
                <a:spcPct val="100000"/>
              </a:lnSpc>
              <a:spcBef>
                <a:spcPts val="0"/>
              </a:spcBef>
              <a:spcAft>
                <a:spcPts val="0"/>
              </a:spcAft>
              <a:buSzPts val="3000"/>
              <a:buNone/>
              <a:defRPr sz="5400"/>
            </a:lvl2pPr>
            <a:lvl3pPr lvl="2" algn="r">
              <a:lnSpc>
                <a:spcPct val="100000"/>
              </a:lnSpc>
              <a:spcBef>
                <a:spcPts val="0"/>
              </a:spcBef>
              <a:spcAft>
                <a:spcPts val="0"/>
              </a:spcAft>
              <a:buSzPts val="3000"/>
              <a:buNone/>
              <a:defRPr sz="5400"/>
            </a:lvl3pPr>
            <a:lvl4pPr lvl="3" algn="r">
              <a:lnSpc>
                <a:spcPct val="100000"/>
              </a:lnSpc>
              <a:spcBef>
                <a:spcPts val="0"/>
              </a:spcBef>
              <a:spcAft>
                <a:spcPts val="0"/>
              </a:spcAft>
              <a:buSzPts val="3000"/>
              <a:buNone/>
              <a:defRPr sz="5400"/>
            </a:lvl4pPr>
            <a:lvl5pPr lvl="4" algn="r">
              <a:lnSpc>
                <a:spcPct val="100000"/>
              </a:lnSpc>
              <a:spcBef>
                <a:spcPts val="0"/>
              </a:spcBef>
              <a:spcAft>
                <a:spcPts val="0"/>
              </a:spcAft>
              <a:buSzPts val="3000"/>
              <a:buNone/>
              <a:defRPr sz="5400"/>
            </a:lvl5pPr>
            <a:lvl6pPr lvl="5" algn="r">
              <a:lnSpc>
                <a:spcPct val="100000"/>
              </a:lnSpc>
              <a:spcBef>
                <a:spcPts val="0"/>
              </a:spcBef>
              <a:spcAft>
                <a:spcPts val="0"/>
              </a:spcAft>
              <a:buSzPts val="3000"/>
              <a:buNone/>
              <a:defRPr sz="5400"/>
            </a:lvl6pPr>
            <a:lvl7pPr lvl="6" algn="r">
              <a:lnSpc>
                <a:spcPct val="100000"/>
              </a:lnSpc>
              <a:spcBef>
                <a:spcPts val="0"/>
              </a:spcBef>
              <a:spcAft>
                <a:spcPts val="0"/>
              </a:spcAft>
              <a:buSzPts val="3000"/>
              <a:buNone/>
              <a:defRPr sz="5400"/>
            </a:lvl7pPr>
            <a:lvl8pPr lvl="7" algn="r">
              <a:lnSpc>
                <a:spcPct val="100000"/>
              </a:lnSpc>
              <a:spcBef>
                <a:spcPts val="0"/>
              </a:spcBef>
              <a:spcAft>
                <a:spcPts val="0"/>
              </a:spcAft>
              <a:buSzPts val="3000"/>
              <a:buNone/>
              <a:defRPr sz="5400"/>
            </a:lvl8pPr>
            <a:lvl9pPr lvl="8" algn="r">
              <a:lnSpc>
                <a:spcPct val="100000"/>
              </a:lnSpc>
              <a:spcBef>
                <a:spcPts val="0"/>
              </a:spcBef>
              <a:spcAft>
                <a:spcPts val="0"/>
              </a:spcAft>
              <a:buSzPts val="3000"/>
              <a:buNone/>
              <a:defRPr sz="5400"/>
            </a:lvl9pPr>
          </a:lstStyle>
          <a:p/>
        </p:txBody>
      </p:sp>
      <p:pic>
        <p:nvPicPr>
          <p:cNvPr id="53" name="Google Shape;53;p32"/>
          <p:cNvPicPr preferRelativeResize="0"/>
          <p:nvPr/>
        </p:nvPicPr>
        <p:blipFill rotWithShape="1">
          <a:blip r:embed="rId3">
            <a:alphaModFix/>
          </a:blip>
          <a:srcRect b="0" l="0" r="0" t="0"/>
          <a:stretch/>
        </p:blipFill>
        <p:spPr>
          <a:xfrm>
            <a:off x="6903076" y="186298"/>
            <a:ext cx="5082864" cy="601304"/>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de sección 3">
  <p:cSld name="TITLE_1_1">
    <p:bg>
      <p:bgPr>
        <a:solidFill>
          <a:schemeClr val="accent2"/>
        </a:solidFill>
      </p:bgPr>
    </p:bg>
    <p:spTree>
      <p:nvGrpSpPr>
        <p:cNvPr id="54" name="Shape 54"/>
        <p:cNvGrpSpPr/>
        <p:nvPr/>
      </p:nvGrpSpPr>
      <p:grpSpPr>
        <a:xfrm>
          <a:off x="0" y="0"/>
          <a:ext cx="0" cy="0"/>
          <a:chOff x="0" y="0"/>
          <a:chExt cx="0" cy="0"/>
        </a:xfrm>
      </p:grpSpPr>
      <p:sp>
        <p:nvSpPr>
          <p:cNvPr id="55" name="Google Shape;55;p33"/>
          <p:cNvSpPr/>
          <p:nvPr/>
        </p:nvSpPr>
        <p:spPr>
          <a:xfrm flipH="1" rot="10800000">
            <a:off x="1" y="3086"/>
            <a:ext cx="6467841" cy="5737081"/>
          </a:xfrm>
          <a:custGeom>
            <a:rect b="b" l="l" r="r" t="t"/>
            <a:pathLst>
              <a:path extrusionOk="0" h="6374535" w="5389868">
                <a:moveTo>
                  <a:pt x="620377" y="6374535"/>
                </a:moveTo>
                <a:lnTo>
                  <a:pt x="3459520" y="6374535"/>
                </a:lnTo>
                <a:lnTo>
                  <a:pt x="3638761" y="6288190"/>
                </a:lnTo>
                <a:cubicBezTo>
                  <a:pt x="4681799" y="5721578"/>
                  <a:pt x="5389868" y="4616487"/>
                  <a:pt x="5389868" y="3346018"/>
                </a:cubicBezTo>
                <a:cubicBezTo>
                  <a:pt x="5389868" y="1498063"/>
                  <a:pt x="3891805" y="0"/>
                  <a:pt x="2043850" y="0"/>
                </a:cubicBezTo>
                <a:cubicBezTo>
                  <a:pt x="1336430" y="0"/>
                  <a:pt x="680285" y="219535"/>
                  <a:pt x="139826" y="594192"/>
                </a:cubicBezTo>
                <a:lnTo>
                  <a:pt x="0" y="700065"/>
                </a:lnTo>
                <a:lnTo>
                  <a:pt x="0" y="5991971"/>
                </a:lnTo>
                <a:lnTo>
                  <a:pt x="139827" y="6097845"/>
                </a:lnTo>
                <a:cubicBezTo>
                  <a:pt x="217035" y="6151367"/>
                  <a:pt x="296605" y="6201724"/>
                  <a:pt x="378347" y="6248727"/>
                </a:cubicBezTo>
                <a:close/>
              </a:path>
            </a:pathLst>
          </a:custGeom>
          <a:solidFill>
            <a:srgbClr val="FFFFFF">
              <a:alpha val="8000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FFFFFF"/>
              </a:solidFill>
              <a:latin typeface="Calibri"/>
              <a:ea typeface="Calibri"/>
              <a:cs typeface="Calibri"/>
              <a:sym typeface="Calibri"/>
            </a:endParaRPr>
          </a:p>
        </p:txBody>
      </p:sp>
      <p:pic>
        <p:nvPicPr>
          <p:cNvPr id="56" name="Google Shape;56;p33"/>
          <p:cNvPicPr preferRelativeResize="0"/>
          <p:nvPr/>
        </p:nvPicPr>
        <p:blipFill rotWithShape="1">
          <a:blip r:embed="rId2">
            <a:alphaModFix/>
          </a:blip>
          <a:srcRect b="0" l="0" r="0" t="0"/>
          <a:stretch/>
        </p:blipFill>
        <p:spPr>
          <a:xfrm>
            <a:off x="6903076" y="186298"/>
            <a:ext cx="5082864" cy="601304"/>
          </a:xfrm>
          <a:prstGeom prst="rect">
            <a:avLst/>
          </a:prstGeom>
          <a:noFill/>
          <a:ln>
            <a:noFill/>
          </a:ln>
        </p:spPr>
      </p:pic>
      <p:pic>
        <p:nvPicPr>
          <p:cNvPr descr="Una caricatura de una ciudad&#10;&#10;Descripción generada automáticamente" id="57" name="Google Shape;57;p33"/>
          <p:cNvPicPr preferRelativeResize="0"/>
          <p:nvPr/>
        </p:nvPicPr>
        <p:blipFill rotWithShape="1">
          <a:blip r:embed="rId3">
            <a:alphaModFix/>
          </a:blip>
          <a:srcRect b="0" l="9870" r="6482" t="0"/>
          <a:stretch/>
        </p:blipFill>
        <p:spPr>
          <a:xfrm>
            <a:off x="2" y="10"/>
            <a:ext cx="6281423" cy="5589566"/>
          </a:xfrm>
          <a:custGeom>
            <a:rect b="b" l="l" r="r" t="t"/>
            <a:pathLst>
              <a:path extrusionOk="0" h="6210629" w="5234519">
                <a:moveTo>
                  <a:pt x="1082595" y="0"/>
                </a:moveTo>
                <a:lnTo>
                  <a:pt x="3027450" y="0"/>
                </a:lnTo>
                <a:lnTo>
                  <a:pt x="3291029" y="96471"/>
                </a:lnTo>
                <a:cubicBezTo>
                  <a:pt x="4433137" y="579542"/>
                  <a:pt x="5234519" y="1710443"/>
                  <a:pt x="5234519" y="3028517"/>
                </a:cubicBezTo>
                <a:cubicBezTo>
                  <a:pt x="5234519" y="4785949"/>
                  <a:pt x="3809839" y="6210629"/>
                  <a:pt x="2052407" y="6210629"/>
                </a:cubicBezTo>
                <a:cubicBezTo>
                  <a:pt x="1283531" y="6210629"/>
                  <a:pt x="578345" y="5937936"/>
                  <a:pt x="28288" y="5483989"/>
                </a:cubicBezTo>
                <a:lnTo>
                  <a:pt x="0" y="5458279"/>
                </a:lnTo>
                <a:lnTo>
                  <a:pt x="0" y="598754"/>
                </a:lnTo>
                <a:lnTo>
                  <a:pt x="28288" y="573044"/>
                </a:lnTo>
                <a:cubicBezTo>
                  <a:pt x="303317" y="346070"/>
                  <a:pt x="617127" y="164410"/>
                  <a:pt x="958290" y="39494"/>
                </a:cubicBezTo>
                <a:close/>
              </a:path>
            </a:pathLst>
          </a:custGeom>
          <a:noFill/>
          <a:ln>
            <a:noFill/>
          </a:ln>
        </p:spPr>
      </p:pic>
      <p:sp>
        <p:nvSpPr>
          <p:cNvPr id="58" name="Google Shape;58;p33"/>
          <p:cNvSpPr txBox="1"/>
          <p:nvPr>
            <p:ph type="title"/>
          </p:nvPr>
        </p:nvSpPr>
        <p:spPr>
          <a:xfrm>
            <a:off x="4006100" y="3476150"/>
            <a:ext cx="7994400" cy="1603200"/>
          </a:xfrm>
          <a:prstGeom prst="rect">
            <a:avLst/>
          </a:prstGeom>
          <a:solidFill>
            <a:srgbClr val="898B90">
              <a:alpha val="68235"/>
            </a:srgbClr>
          </a:solidFill>
          <a:ln>
            <a:noFill/>
          </a:ln>
        </p:spPr>
        <p:txBody>
          <a:bodyPr anchorCtr="0" anchor="t" bIns="45700" lIns="91425" spcFirstLastPara="1" rIns="91425" wrap="square" tIns="45700">
            <a:noAutofit/>
          </a:bodyPr>
          <a:lstStyle>
            <a:lvl1pPr lvl="0" algn="r">
              <a:lnSpc>
                <a:spcPct val="90000"/>
              </a:lnSpc>
              <a:spcBef>
                <a:spcPts val="0"/>
              </a:spcBef>
              <a:spcAft>
                <a:spcPts val="0"/>
              </a:spcAft>
              <a:buSzPts val="3000"/>
              <a:buNone/>
              <a:defRPr sz="5400">
                <a:latin typeface="Calibri"/>
                <a:ea typeface="Calibri"/>
                <a:cs typeface="Calibri"/>
                <a:sym typeface="Calibri"/>
              </a:defRPr>
            </a:lvl1pPr>
            <a:lvl2pPr lvl="1" algn="r">
              <a:lnSpc>
                <a:spcPct val="100000"/>
              </a:lnSpc>
              <a:spcBef>
                <a:spcPts val="0"/>
              </a:spcBef>
              <a:spcAft>
                <a:spcPts val="0"/>
              </a:spcAft>
              <a:buSzPts val="3000"/>
              <a:buNone/>
              <a:defRPr sz="5400"/>
            </a:lvl2pPr>
            <a:lvl3pPr lvl="2" algn="r">
              <a:lnSpc>
                <a:spcPct val="100000"/>
              </a:lnSpc>
              <a:spcBef>
                <a:spcPts val="0"/>
              </a:spcBef>
              <a:spcAft>
                <a:spcPts val="0"/>
              </a:spcAft>
              <a:buSzPts val="3000"/>
              <a:buNone/>
              <a:defRPr sz="5400"/>
            </a:lvl3pPr>
            <a:lvl4pPr lvl="3" algn="r">
              <a:lnSpc>
                <a:spcPct val="100000"/>
              </a:lnSpc>
              <a:spcBef>
                <a:spcPts val="0"/>
              </a:spcBef>
              <a:spcAft>
                <a:spcPts val="0"/>
              </a:spcAft>
              <a:buSzPts val="3000"/>
              <a:buNone/>
              <a:defRPr sz="5400"/>
            </a:lvl4pPr>
            <a:lvl5pPr lvl="4" algn="r">
              <a:lnSpc>
                <a:spcPct val="100000"/>
              </a:lnSpc>
              <a:spcBef>
                <a:spcPts val="0"/>
              </a:spcBef>
              <a:spcAft>
                <a:spcPts val="0"/>
              </a:spcAft>
              <a:buSzPts val="3000"/>
              <a:buNone/>
              <a:defRPr sz="5400"/>
            </a:lvl5pPr>
            <a:lvl6pPr lvl="5" algn="r">
              <a:lnSpc>
                <a:spcPct val="100000"/>
              </a:lnSpc>
              <a:spcBef>
                <a:spcPts val="0"/>
              </a:spcBef>
              <a:spcAft>
                <a:spcPts val="0"/>
              </a:spcAft>
              <a:buSzPts val="3000"/>
              <a:buNone/>
              <a:defRPr sz="5400"/>
            </a:lvl6pPr>
            <a:lvl7pPr lvl="6" algn="r">
              <a:lnSpc>
                <a:spcPct val="100000"/>
              </a:lnSpc>
              <a:spcBef>
                <a:spcPts val="0"/>
              </a:spcBef>
              <a:spcAft>
                <a:spcPts val="0"/>
              </a:spcAft>
              <a:buSzPts val="3000"/>
              <a:buNone/>
              <a:defRPr sz="5400"/>
            </a:lvl7pPr>
            <a:lvl8pPr lvl="7" algn="r">
              <a:lnSpc>
                <a:spcPct val="100000"/>
              </a:lnSpc>
              <a:spcBef>
                <a:spcPts val="0"/>
              </a:spcBef>
              <a:spcAft>
                <a:spcPts val="0"/>
              </a:spcAft>
              <a:buSzPts val="3000"/>
              <a:buNone/>
              <a:defRPr sz="5400"/>
            </a:lvl8pPr>
            <a:lvl9pPr lvl="8" algn="r">
              <a:lnSpc>
                <a:spcPct val="100000"/>
              </a:lnSpc>
              <a:spcBef>
                <a:spcPts val="0"/>
              </a:spcBef>
              <a:spcAft>
                <a:spcPts val="0"/>
              </a:spcAft>
              <a:buSzPts val="3000"/>
              <a:buNone/>
              <a:defRPr sz="54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1">
  <p:cSld name="Título y objetos 1">
    <p:spTree>
      <p:nvGrpSpPr>
        <p:cNvPr id="59" name="Shape 59"/>
        <p:cNvGrpSpPr/>
        <p:nvPr/>
      </p:nvGrpSpPr>
      <p:grpSpPr>
        <a:xfrm>
          <a:off x="0" y="0"/>
          <a:ext cx="0" cy="0"/>
          <a:chOff x="0" y="0"/>
          <a:chExt cx="0" cy="0"/>
        </a:xfrm>
      </p:grpSpPr>
      <p:sp>
        <p:nvSpPr>
          <p:cNvPr id="60" name="Google Shape;60;p34"/>
          <p:cNvSpPr/>
          <p:nvPr/>
        </p:nvSpPr>
        <p:spPr>
          <a:xfrm>
            <a:off x="1830633" y="212725"/>
            <a:ext cx="6408499" cy="813000"/>
          </a:xfrm>
          <a:prstGeom prst="parallelogram">
            <a:avLst>
              <a:gd fmla="val 4531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Bebas Neue"/>
              <a:ea typeface="Bebas Neue"/>
              <a:cs typeface="Bebas Neue"/>
              <a:sym typeface="Bebas Neue"/>
            </a:endParaRPr>
          </a:p>
        </p:txBody>
      </p:sp>
      <p:sp>
        <p:nvSpPr>
          <p:cNvPr id="61" name="Google Shape;61;p34"/>
          <p:cNvSpPr/>
          <p:nvPr/>
        </p:nvSpPr>
        <p:spPr>
          <a:xfrm>
            <a:off x="1027800" y="212725"/>
            <a:ext cx="1204800" cy="813000"/>
          </a:xfrm>
          <a:prstGeom prst="parallelogram">
            <a:avLst>
              <a:gd fmla="val 45310" name="adj"/>
            </a:avLst>
          </a:prstGeom>
          <a:solidFill>
            <a:srgbClr val="8189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 name="Google Shape;62;p34"/>
          <p:cNvSpPr/>
          <p:nvPr/>
        </p:nvSpPr>
        <p:spPr>
          <a:xfrm>
            <a:off x="195229" y="212725"/>
            <a:ext cx="1204800" cy="813000"/>
          </a:xfrm>
          <a:prstGeom prst="parallelogram">
            <a:avLst>
              <a:gd fmla="val 45310" name="adj"/>
            </a:avLst>
          </a:prstGeom>
          <a:gradFill>
            <a:gsLst>
              <a:gs pos="0">
                <a:srgbClr val="FFFFFF"/>
              </a:gs>
              <a:gs pos="65000">
                <a:schemeClr val="dk2"/>
              </a:gs>
              <a:gs pos="100000">
                <a:schemeClr val="dk2"/>
              </a:gs>
            </a:gsLst>
            <a:lin ang="0"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p34"/>
          <p:cNvSpPr txBox="1"/>
          <p:nvPr>
            <p:ph type="title"/>
          </p:nvPr>
        </p:nvSpPr>
        <p:spPr>
          <a:xfrm>
            <a:off x="2351599" y="212725"/>
            <a:ext cx="5717580" cy="8130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818990"/>
              </a:buClr>
              <a:buSzPts val="1800"/>
              <a:buNone/>
              <a:defRPr>
                <a:latin typeface="Calibri"/>
                <a:ea typeface="Calibri"/>
                <a:cs typeface="Calibri"/>
                <a:sym typeface="Calibri"/>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pic>
        <p:nvPicPr>
          <p:cNvPr id="64" name="Google Shape;64;p34"/>
          <p:cNvPicPr preferRelativeResize="0"/>
          <p:nvPr/>
        </p:nvPicPr>
        <p:blipFill rotWithShape="1">
          <a:blip r:embed="rId2">
            <a:alphaModFix/>
          </a:blip>
          <a:srcRect b="0" l="0" r="0" t="0"/>
          <a:stretch/>
        </p:blipFill>
        <p:spPr>
          <a:xfrm>
            <a:off x="8239133" y="389414"/>
            <a:ext cx="3662271" cy="459625"/>
          </a:xfrm>
          <a:prstGeom prst="rect">
            <a:avLst/>
          </a:prstGeom>
          <a:noFill/>
          <a:ln>
            <a:noFill/>
          </a:ln>
        </p:spPr>
      </p:pic>
      <p:sp>
        <p:nvSpPr>
          <p:cNvPr id="65" name="Google Shape;65;p34"/>
          <p:cNvSpPr txBox="1"/>
          <p:nvPr>
            <p:ph idx="1" type="body"/>
          </p:nvPr>
        </p:nvSpPr>
        <p:spPr>
          <a:xfrm>
            <a:off x="392200" y="1218600"/>
            <a:ext cx="11407600" cy="5137800"/>
          </a:xfrm>
          <a:prstGeom prst="rect">
            <a:avLst/>
          </a:prstGeom>
          <a:noFill/>
          <a:ln>
            <a:noFill/>
          </a:ln>
        </p:spPr>
        <p:txBody>
          <a:bodyPr anchorCtr="0" anchor="t" bIns="45700" lIns="91425" spcFirstLastPara="1" rIns="91425" wrap="square" tIns="45700">
            <a:noAutofit/>
          </a:bodyPr>
          <a:lstStyle>
            <a:lvl1pPr indent="-406400" lvl="0" marL="457200" marR="0" algn="l">
              <a:lnSpc>
                <a:spcPct val="90000"/>
              </a:lnSpc>
              <a:spcBef>
                <a:spcPts val="1000"/>
              </a:spcBef>
              <a:spcAft>
                <a:spcPts val="0"/>
              </a:spcAft>
              <a:buClr>
                <a:srgbClr val="DE3075"/>
              </a:buClr>
              <a:buSzPts val="2800"/>
              <a:buFont typeface="Franklin Gothic"/>
              <a:buChar char="»"/>
              <a:defRPr i="0" sz="2400" u="none" cap="none" strike="noStrike">
                <a:solidFill>
                  <a:srgbClr val="818990"/>
                </a:solidFill>
                <a:latin typeface="Calibri"/>
                <a:ea typeface="Calibri"/>
                <a:cs typeface="Calibri"/>
                <a:sym typeface="Calibri"/>
              </a:defRPr>
            </a:lvl1pPr>
            <a:lvl2pPr indent="-381000" lvl="1" marL="914400" marR="0" algn="l">
              <a:lnSpc>
                <a:spcPct val="90000"/>
              </a:lnSpc>
              <a:spcBef>
                <a:spcPts val="500"/>
              </a:spcBef>
              <a:spcAft>
                <a:spcPts val="0"/>
              </a:spcAft>
              <a:buClr>
                <a:schemeClr val="accent2"/>
              </a:buClr>
              <a:buSzPts val="2400"/>
              <a:buFont typeface="Franklin Gothic"/>
              <a:buChar char="•"/>
              <a:defRPr i="0" sz="2000" u="none" cap="none" strike="noStrike">
                <a:solidFill>
                  <a:srgbClr val="818990"/>
                </a:solidFill>
                <a:latin typeface="Franklin Gothic"/>
                <a:ea typeface="Franklin Gothic"/>
                <a:cs typeface="Franklin Gothic"/>
                <a:sym typeface="Franklin Gothic"/>
              </a:defRPr>
            </a:lvl2pPr>
            <a:lvl3pPr indent="-342900" lvl="2" marL="1371600" marR="0" algn="l">
              <a:lnSpc>
                <a:spcPct val="90000"/>
              </a:lnSpc>
              <a:spcBef>
                <a:spcPts val="500"/>
              </a:spcBef>
              <a:spcAft>
                <a:spcPts val="0"/>
              </a:spcAft>
              <a:buClr>
                <a:schemeClr val="dk2"/>
              </a:buClr>
              <a:buSzPts val="1800"/>
              <a:buFont typeface="Franklin Gothic"/>
              <a:buChar char="○"/>
              <a:defRPr i="0" sz="1800" u="none" cap="none" strike="noStrike">
                <a:solidFill>
                  <a:schemeClr val="dk2"/>
                </a:solidFill>
                <a:latin typeface="Franklin Gothic"/>
                <a:ea typeface="Franklin Gothic"/>
                <a:cs typeface="Franklin Gothic"/>
                <a:sym typeface="Franklin Gothic"/>
              </a:defRPr>
            </a:lvl3pPr>
            <a:lvl4pPr indent="-330200" lvl="3" marL="1828800" marR="0" algn="l">
              <a:lnSpc>
                <a:spcPct val="90000"/>
              </a:lnSpc>
              <a:spcBef>
                <a:spcPts val="500"/>
              </a:spcBef>
              <a:spcAft>
                <a:spcPts val="0"/>
              </a:spcAft>
              <a:buClr>
                <a:schemeClr val="dk2"/>
              </a:buClr>
              <a:buSzPts val="1600"/>
              <a:buFont typeface="Franklin Gothic"/>
              <a:buChar char="•"/>
              <a:defRPr i="0" sz="1600" u="none" cap="none" strike="noStrike">
                <a:solidFill>
                  <a:schemeClr val="dk2"/>
                </a:solidFill>
                <a:latin typeface="Franklin Gothic"/>
                <a:ea typeface="Franklin Gothic"/>
                <a:cs typeface="Franklin Gothic"/>
                <a:sym typeface="Franklin Gothic"/>
              </a:defRPr>
            </a:lvl4pPr>
            <a:lvl5pPr indent="-317500" lvl="4" marL="2286000" marR="0" algn="l">
              <a:lnSpc>
                <a:spcPct val="90000"/>
              </a:lnSpc>
              <a:spcBef>
                <a:spcPts val="500"/>
              </a:spcBef>
              <a:spcAft>
                <a:spcPts val="0"/>
              </a:spcAft>
              <a:buClr>
                <a:schemeClr val="dk2"/>
              </a:buClr>
              <a:buSzPts val="1400"/>
              <a:buFont typeface="Franklin Gothic"/>
              <a:buChar char="•"/>
              <a:defRPr i="0" u="none" cap="none" strike="noStrike">
                <a:solidFill>
                  <a:schemeClr val="dk2"/>
                </a:solidFill>
                <a:latin typeface="Franklin Gothic"/>
                <a:ea typeface="Franklin Gothic"/>
                <a:cs typeface="Franklin Gothic"/>
                <a:sym typeface="Franklin Gothic"/>
              </a:defRPr>
            </a:lvl5pPr>
            <a:lvl6pPr indent="-304800" lvl="5" marL="2743200" marR="0" algn="l">
              <a:lnSpc>
                <a:spcPct val="90000"/>
              </a:lnSpc>
              <a:spcBef>
                <a:spcPts val="500"/>
              </a:spcBef>
              <a:spcAft>
                <a:spcPts val="0"/>
              </a:spcAft>
              <a:buClr>
                <a:schemeClr val="dk2"/>
              </a:buClr>
              <a:buSzPts val="1200"/>
              <a:buFont typeface="Franklin Gothic"/>
              <a:buChar char="•"/>
              <a:defRPr i="0" sz="1200" u="none" cap="none" strike="noStrike">
                <a:solidFill>
                  <a:schemeClr val="dk2"/>
                </a:solidFill>
                <a:latin typeface="Franklin Gothic"/>
                <a:ea typeface="Franklin Gothic"/>
                <a:cs typeface="Franklin Gothic"/>
                <a:sym typeface="Franklin Gothic"/>
              </a:defRPr>
            </a:lvl6pPr>
            <a:lvl7pPr indent="-292100" lvl="6" marL="3200400" marR="0" algn="l">
              <a:lnSpc>
                <a:spcPct val="90000"/>
              </a:lnSpc>
              <a:spcBef>
                <a:spcPts val="500"/>
              </a:spcBef>
              <a:spcAft>
                <a:spcPts val="0"/>
              </a:spcAft>
              <a:buClr>
                <a:schemeClr val="dk2"/>
              </a:buClr>
              <a:buSzPts val="1000"/>
              <a:buFont typeface="Franklin Gothic"/>
              <a:buChar char="•"/>
              <a:defRPr i="0" sz="1000" u="none" cap="none" strike="noStrike">
                <a:solidFill>
                  <a:schemeClr val="dk2"/>
                </a:solidFill>
                <a:latin typeface="Franklin Gothic"/>
                <a:ea typeface="Franklin Gothic"/>
                <a:cs typeface="Franklin Gothic"/>
                <a:sym typeface="Franklin Gothic"/>
              </a:defRPr>
            </a:lvl7pPr>
            <a:lvl8pPr indent="-279400" lvl="7" marL="3657600" marR="0" algn="l">
              <a:lnSpc>
                <a:spcPct val="90000"/>
              </a:lnSpc>
              <a:spcBef>
                <a:spcPts val="500"/>
              </a:spcBef>
              <a:spcAft>
                <a:spcPts val="0"/>
              </a:spcAft>
              <a:buClr>
                <a:schemeClr val="dk2"/>
              </a:buClr>
              <a:buSzPts val="800"/>
              <a:buFont typeface="Franklin Gothic"/>
              <a:buChar char="•"/>
              <a:defRPr i="0" sz="800" u="none" cap="none" strike="noStrike">
                <a:solidFill>
                  <a:schemeClr val="dk2"/>
                </a:solidFill>
                <a:latin typeface="Franklin Gothic"/>
                <a:ea typeface="Franklin Gothic"/>
                <a:cs typeface="Franklin Gothic"/>
                <a:sym typeface="Franklin Gothic"/>
              </a:defRPr>
            </a:lvl8pPr>
            <a:lvl9pPr indent="-266700" lvl="8" marL="4114800" marR="0" algn="l">
              <a:lnSpc>
                <a:spcPct val="90000"/>
              </a:lnSpc>
              <a:spcBef>
                <a:spcPts val="500"/>
              </a:spcBef>
              <a:spcAft>
                <a:spcPts val="0"/>
              </a:spcAft>
              <a:buClr>
                <a:schemeClr val="dk2"/>
              </a:buClr>
              <a:buSzPts val="600"/>
              <a:buFont typeface="Franklin Gothic"/>
              <a:buChar char="•"/>
              <a:defRPr i="0" sz="600" u="none" cap="none" strike="noStrike">
                <a:solidFill>
                  <a:schemeClr val="dk2"/>
                </a:solidFill>
                <a:latin typeface="Franklin Gothic"/>
                <a:ea typeface="Franklin Gothic"/>
                <a:cs typeface="Franklin Gothic"/>
                <a:sym typeface="Franklin Gothic"/>
              </a:defRPr>
            </a:lvl9pPr>
          </a:lstStyle>
          <a:p/>
        </p:txBody>
      </p:sp>
      <p:sp>
        <p:nvSpPr>
          <p:cNvPr id="66" name="Google Shape;66;p34"/>
          <p:cNvSpPr txBox="1"/>
          <p:nvPr/>
        </p:nvSpPr>
        <p:spPr>
          <a:xfrm>
            <a:off x="9220200" y="6356351"/>
            <a:ext cx="27432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s-ES" sz="1200" u="none" cap="none" strike="noStrike">
                <a:solidFill>
                  <a:srgbClr val="6C7A8A"/>
                </a:solidFill>
                <a:latin typeface="Roboto Mono"/>
                <a:ea typeface="Roboto Mono"/>
                <a:cs typeface="Roboto Mono"/>
                <a:sym typeface="Roboto Mono"/>
              </a:rPr>
              <a:t>‹#›</a:t>
            </a:fld>
            <a:endParaRPr b="0" i="0" sz="1200" u="none" cap="none" strike="noStrike">
              <a:solidFill>
                <a:srgbClr val="6C7A8A"/>
              </a:solidFill>
              <a:latin typeface="Roboto Mono"/>
              <a:ea typeface="Roboto Mono"/>
              <a:cs typeface="Roboto Mono"/>
              <a:sym typeface="Roboto Mono"/>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2">
  <p:cSld name="OBJECT 2">
    <p:spTree>
      <p:nvGrpSpPr>
        <p:cNvPr id="67" name="Shape 67"/>
        <p:cNvGrpSpPr/>
        <p:nvPr/>
      </p:nvGrpSpPr>
      <p:grpSpPr>
        <a:xfrm>
          <a:off x="0" y="0"/>
          <a:ext cx="0" cy="0"/>
          <a:chOff x="0" y="0"/>
          <a:chExt cx="0" cy="0"/>
        </a:xfrm>
      </p:grpSpPr>
      <p:sp>
        <p:nvSpPr>
          <p:cNvPr id="68" name="Google Shape;68;p35"/>
          <p:cNvSpPr/>
          <p:nvPr/>
        </p:nvSpPr>
        <p:spPr>
          <a:xfrm>
            <a:off x="1027800" y="212725"/>
            <a:ext cx="1204800" cy="813000"/>
          </a:xfrm>
          <a:prstGeom prst="parallelogram">
            <a:avLst>
              <a:gd fmla="val 4531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35"/>
          <p:cNvSpPr/>
          <p:nvPr/>
        </p:nvSpPr>
        <p:spPr>
          <a:xfrm>
            <a:off x="195229" y="212725"/>
            <a:ext cx="1204800" cy="813000"/>
          </a:xfrm>
          <a:prstGeom prst="parallelogram">
            <a:avLst>
              <a:gd fmla="val 45310" name="adj"/>
            </a:avLst>
          </a:prstGeom>
          <a:gradFill>
            <a:gsLst>
              <a:gs pos="0">
                <a:srgbClr val="FFFFFF"/>
              </a:gs>
              <a:gs pos="65000">
                <a:schemeClr val="accent1"/>
              </a:gs>
              <a:gs pos="100000">
                <a:schemeClr val="accent1"/>
              </a:gs>
            </a:gsLst>
            <a:lin ang="0"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0" name="Google Shape;70;p35"/>
          <p:cNvPicPr preferRelativeResize="0"/>
          <p:nvPr/>
        </p:nvPicPr>
        <p:blipFill rotWithShape="1">
          <a:blip r:embed="rId2">
            <a:alphaModFix/>
          </a:blip>
          <a:srcRect b="0" l="0" r="0" t="0"/>
          <a:stretch/>
        </p:blipFill>
        <p:spPr>
          <a:xfrm>
            <a:off x="8239133" y="389414"/>
            <a:ext cx="3662271" cy="459625"/>
          </a:xfrm>
          <a:prstGeom prst="rect">
            <a:avLst/>
          </a:prstGeom>
          <a:noFill/>
          <a:ln>
            <a:noFill/>
          </a:ln>
        </p:spPr>
      </p:pic>
      <p:sp>
        <p:nvSpPr>
          <p:cNvPr id="71" name="Google Shape;71;p35"/>
          <p:cNvSpPr txBox="1"/>
          <p:nvPr>
            <p:ph idx="1" type="body"/>
          </p:nvPr>
        </p:nvSpPr>
        <p:spPr>
          <a:xfrm>
            <a:off x="392200" y="1218600"/>
            <a:ext cx="11407600" cy="5137800"/>
          </a:xfrm>
          <a:prstGeom prst="rect">
            <a:avLst/>
          </a:prstGeom>
          <a:noFill/>
          <a:ln>
            <a:noFill/>
          </a:ln>
        </p:spPr>
        <p:txBody>
          <a:bodyPr anchorCtr="0" anchor="t" bIns="45700" lIns="91425" spcFirstLastPara="1" rIns="91425" wrap="square" tIns="45700">
            <a:noAutofit/>
          </a:bodyPr>
          <a:lstStyle>
            <a:lvl1pPr indent="-406400" lvl="0" marL="457200" marR="0" algn="l">
              <a:lnSpc>
                <a:spcPct val="90000"/>
              </a:lnSpc>
              <a:spcBef>
                <a:spcPts val="1000"/>
              </a:spcBef>
              <a:spcAft>
                <a:spcPts val="0"/>
              </a:spcAft>
              <a:buClr>
                <a:srgbClr val="DE3075"/>
              </a:buClr>
              <a:buSzPts val="2800"/>
              <a:buFont typeface="Franklin Gothic"/>
              <a:buChar char="»"/>
              <a:defRPr i="0" sz="2400" u="none" cap="none" strike="noStrike">
                <a:solidFill>
                  <a:srgbClr val="818990"/>
                </a:solidFill>
                <a:latin typeface="Calibri"/>
                <a:ea typeface="Calibri"/>
                <a:cs typeface="Calibri"/>
                <a:sym typeface="Calibri"/>
              </a:defRPr>
            </a:lvl1pPr>
            <a:lvl2pPr indent="-381000" lvl="1" marL="914400" marR="0" algn="l">
              <a:lnSpc>
                <a:spcPct val="90000"/>
              </a:lnSpc>
              <a:spcBef>
                <a:spcPts val="500"/>
              </a:spcBef>
              <a:spcAft>
                <a:spcPts val="0"/>
              </a:spcAft>
              <a:buClr>
                <a:schemeClr val="accent2"/>
              </a:buClr>
              <a:buSzPts val="2400"/>
              <a:buFont typeface="Franklin Gothic"/>
              <a:buChar char="•"/>
              <a:defRPr i="0" sz="2000" u="none" cap="none" strike="noStrike">
                <a:solidFill>
                  <a:srgbClr val="818990"/>
                </a:solidFill>
                <a:latin typeface="Franklin Gothic"/>
                <a:ea typeface="Franklin Gothic"/>
                <a:cs typeface="Franklin Gothic"/>
                <a:sym typeface="Franklin Gothic"/>
              </a:defRPr>
            </a:lvl2pPr>
            <a:lvl3pPr indent="-342900" lvl="2" marL="1371600" marR="0" algn="l">
              <a:lnSpc>
                <a:spcPct val="90000"/>
              </a:lnSpc>
              <a:spcBef>
                <a:spcPts val="500"/>
              </a:spcBef>
              <a:spcAft>
                <a:spcPts val="0"/>
              </a:spcAft>
              <a:buClr>
                <a:schemeClr val="dk2"/>
              </a:buClr>
              <a:buSzPts val="1800"/>
              <a:buFont typeface="Franklin Gothic"/>
              <a:buChar char="○"/>
              <a:defRPr i="0" sz="1800" u="none" cap="none" strike="noStrike">
                <a:solidFill>
                  <a:schemeClr val="dk2"/>
                </a:solidFill>
                <a:latin typeface="Franklin Gothic"/>
                <a:ea typeface="Franklin Gothic"/>
                <a:cs typeface="Franklin Gothic"/>
                <a:sym typeface="Franklin Gothic"/>
              </a:defRPr>
            </a:lvl3pPr>
            <a:lvl4pPr indent="-330200" lvl="3" marL="1828800" marR="0" algn="l">
              <a:lnSpc>
                <a:spcPct val="90000"/>
              </a:lnSpc>
              <a:spcBef>
                <a:spcPts val="500"/>
              </a:spcBef>
              <a:spcAft>
                <a:spcPts val="0"/>
              </a:spcAft>
              <a:buClr>
                <a:schemeClr val="dk2"/>
              </a:buClr>
              <a:buSzPts val="1600"/>
              <a:buFont typeface="Franklin Gothic"/>
              <a:buChar char="•"/>
              <a:defRPr i="0" sz="1600" u="none" cap="none" strike="noStrike">
                <a:solidFill>
                  <a:schemeClr val="dk2"/>
                </a:solidFill>
                <a:latin typeface="Franklin Gothic"/>
                <a:ea typeface="Franklin Gothic"/>
                <a:cs typeface="Franklin Gothic"/>
                <a:sym typeface="Franklin Gothic"/>
              </a:defRPr>
            </a:lvl4pPr>
            <a:lvl5pPr indent="-317500" lvl="4" marL="2286000" marR="0" algn="l">
              <a:lnSpc>
                <a:spcPct val="90000"/>
              </a:lnSpc>
              <a:spcBef>
                <a:spcPts val="500"/>
              </a:spcBef>
              <a:spcAft>
                <a:spcPts val="0"/>
              </a:spcAft>
              <a:buClr>
                <a:schemeClr val="dk2"/>
              </a:buClr>
              <a:buSzPts val="1400"/>
              <a:buFont typeface="Franklin Gothic"/>
              <a:buChar char="•"/>
              <a:defRPr i="0" u="none" cap="none" strike="noStrike">
                <a:solidFill>
                  <a:schemeClr val="dk2"/>
                </a:solidFill>
                <a:latin typeface="Franklin Gothic"/>
                <a:ea typeface="Franklin Gothic"/>
                <a:cs typeface="Franklin Gothic"/>
                <a:sym typeface="Franklin Gothic"/>
              </a:defRPr>
            </a:lvl5pPr>
            <a:lvl6pPr indent="-304800" lvl="5" marL="2743200" marR="0" algn="l">
              <a:lnSpc>
                <a:spcPct val="90000"/>
              </a:lnSpc>
              <a:spcBef>
                <a:spcPts val="500"/>
              </a:spcBef>
              <a:spcAft>
                <a:spcPts val="0"/>
              </a:spcAft>
              <a:buClr>
                <a:schemeClr val="dk2"/>
              </a:buClr>
              <a:buSzPts val="1200"/>
              <a:buFont typeface="Franklin Gothic"/>
              <a:buChar char="•"/>
              <a:defRPr i="0" sz="1200" u="none" cap="none" strike="noStrike">
                <a:solidFill>
                  <a:schemeClr val="dk2"/>
                </a:solidFill>
                <a:latin typeface="Franklin Gothic"/>
                <a:ea typeface="Franklin Gothic"/>
                <a:cs typeface="Franklin Gothic"/>
                <a:sym typeface="Franklin Gothic"/>
              </a:defRPr>
            </a:lvl6pPr>
            <a:lvl7pPr indent="-292100" lvl="6" marL="3200400" marR="0" algn="l">
              <a:lnSpc>
                <a:spcPct val="90000"/>
              </a:lnSpc>
              <a:spcBef>
                <a:spcPts val="500"/>
              </a:spcBef>
              <a:spcAft>
                <a:spcPts val="0"/>
              </a:spcAft>
              <a:buClr>
                <a:schemeClr val="dk2"/>
              </a:buClr>
              <a:buSzPts val="1000"/>
              <a:buFont typeface="Franklin Gothic"/>
              <a:buChar char="•"/>
              <a:defRPr i="0" sz="1000" u="none" cap="none" strike="noStrike">
                <a:solidFill>
                  <a:schemeClr val="dk2"/>
                </a:solidFill>
                <a:latin typeface="Franklin Gothic"/>
                <a:ea typeface="Franklin Gothic"/>
                <a:cs typeface="Franklin Gothic"/>
                <a:sym typeface="Franklin Gothic"/>
              </a:defRPr>
            </a:lvl7pPr>
            <a:lvl8pPr indent="-279400" lvl="7" marL="3657600" marR="0" algn="l">
              <a:lnSpc>
                <a:spcPct val="90000"/>
              </a:lnSpc>
              <a:spcBef>
                <a:spcPts val="500"/>
              </a:spcBef>
              <a:spcAft>
                <a:spcPts val="0"/>
              </a:spcAft>
              <a:buClr>
                <a:schemeClr val="dk2"/>
              </a:buClr>
              <a:buSzPts val="800"/>
              <a:buFont typeface="Franklin Gothic"/>
              <a:buChar char="•"/>
              <a:defRPr i="0" sz="800" u="none" cap="none" strike="noStrike">
                <a:solidFill>
                  <a:schemeClr val="dk2"/>
                </a:solidFill>
                <a:latin typeface="Franklin Gothic"/>
                <a:ea typeface="Franklin Gothic"/>
                <a:cs typeface="Franklin Gothic"/>
                <a:sym typeface="Franklin Gothic"/>
              </a:defRPr>
            </a:lvl8pPr>
            <a:lvl9pPr indent="-266700" lvl="8" marL="4114800" marR="0" algn="l">
              <a:lnSpc>
                <a:spcPct val="90000"/>
              </a:lnSpc>
              <a:spcBef>
                <a:spcPts val="500"/>
              </a:spcBef>
              <a:spcAft>
                <a:spcPts val="0"/>
              </a:spcAft>
              <a:buClr>
                <a:schemeClr val="dk2"/>
              </a:buClr>
              <a:buSzPts val="600"/>
              <a:buFont typeface="Franklin Gothic"/>
              <a:buChar char="•"/>
              <a:defRPr i="0" sz="600" u="none" cap="none" strike="noStrike">
                <a:solidFill>
                  <a:schemeClr val="dk2"/>
                </a:solidFill>
                <a:latin typeface="Franklin Gothic"/>
                <a:ea typeface="Franklin Gothic"/>
                <a:cs typeface="Franklin Gothic"/>
                <a:sym typeface="Franklin Gothic"/>
              </a:defRPr>
            </a:lvl9pPr>
          </a:lstStyle>
          <a:p/>
        </p:txBody>
      </p:sp>
      <p:sp>
        <p:nvSpPr>
          <p:cNvPr id="72" name="Google Shape;72;p35"/>
          <p:cNvSpPr/>
          <p:nvPr/>
        </p:nvSpPr>
        <p:spPr>
          <a:xfrm>
            <a:off x="1830633" y="212725"/>
            <a:ext cx="6408499" cy="813000"/>
          </a:xfrm>
          <a:prstGeom prst="parallelogram">
            <a:avLst>
              <a:gd fmla="val 4531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Bebas Neue"/>
              <a:ea typeface="Bebas Neue"/>
              <a:cs typeface="Bebas Neue"/>
              <a:sym typeface="Bebas Neue"/>
            </a:endParaRPr>
          </a:p>
        </p:txBody>
      </p:sp>
      <p:sp>
        <p:nvSpPr>
          <p:cNvPr id="73" name="Google Shape;73;p35"/>
          <p:cNvSpPr txBox="1"/>
          <p:nvPr>
            <p:ph type="title"/>
          </p:nvPr>
        </p:nvSpPr>
        <p:spPr>
          <a:xfrm>
            <a:off x="2351599" y="212725"/>
            <a:ext cx="5717580" cy="8130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818990"/>
              </a:buClr>
              <a:buSzPts val="1800"/>
              <a:buNone/>
              <a:defRPr>
                <a:latin typeface="Calibri"/>
                <a:ea typeface="Calibri"/>
                <a:cs typeface="Calibri"/>
                <a:sym typeface="Calibri"/>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4" name="Google Shape;74;p35"/>
          <p:cNvSpPr txBox="1"/>
          <p:nvPr/>
        </p:nvSpPr>
        <p:spPr>
          <a:xfrm>
            <a:off x="9220200" y="6356351"/>
            <a:ext cx="27432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s-ES" sz="1200" u="none" cap="none" strike="noStrike">
                <a:solidFill>
                  <a:srgbClr val="6C7A8A"/>
                </a:solidFill>
                <a:latin typeface="Roboto Mono"/>
                <a:ea typeface="Roboto Mono"/>
                <a:cs typeface="Roboto Mono"/>
                <a:sym typeface="Roboto Mono"/>
              </a:rPr>
              <a:t>‹#›</a:t>
            </a:fld>
            <a:endParaRPr b="0" i="0" sz="1200" u="none" cap="none" strike="noStrike">
              <a:solidFill>
                <a:srgbClr val="6C7A8A"/>
              </a:solidFill>
              <a:latin typeface="Roboto Mono"/>
              <a:ea typeface="Roboto Mono"/>
              <a:cs typeface="Roboto Mono"/>
              <a:sym typeface="Roboto Mono"/>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3">
  <p:cSld name="OBJECT_1">
    <p:spTree>
      <p:nvGrpSpPr>
        <p:cNvPr id="75" name="Shape 75"/>
        <p:cNvGrpSpPr/>
        <p:nvPr/>
      </p:nvGrpSpPr>
      <p:grpSpPr>
        <a:xfrm>
          <a:off x="0" y="0"/>
          <a:ext cx="0" cy="0"/>
          <a:chOff x="0" y="0"/>
          <a:chExt cx="0" cy="0"/>
        </a:xfrm>
      </p:grpSpPr>
      <p:sp>
        <p:nvSpPr>
          <p:cNvPr id="76" name="Google Shape;76;p36"/>
          <p:cNvSpPr/>
          <p:nvPr/>
        </p:nvSpPr>
        <p:spPr>
          <a:xfrm>
            <a:off x="1027800" y="212725"/>
            <a:ext cx="1204800" cy="813000"/>
          </a:xfrm>
          <a:prstGeom prst="parallelogram">
            <a:avLst>
              <a:gd fmla="val 45310" name="adj"/>
            </a:avLst>
          </a:prstGeom>
          <a:solidFill>
            <a:srgbClr val="7027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36"/>
          <p:cNvSpPr/>
          <p:nvPr/>
        </p:nvSpPr>
        <p:spPr>
          <a:xfrm>
            <a:off x="195229" y="212725"/>
            <a:ext cx="1204800" cy="813000"/>
          </a:xfrm>
          <a:prstGeom prst="parallelogram">
            <a:avLst>
              <a:gd fmla="val 45310" name="adj"/>
            </a:avLst>
          </a:prstGeom>
          <a:gradFill>
            <a:gsLst>
              <a:gs pos="0">
                <a:srgbClr val="FFFFFF"/>
              </a:gs>
              <a:gs pos="65000">
                <a:schemeClr val="accent2"/>
              </a:gs>
              <a:gs pos="100000">
                <a:schemeClr val="accent2"/>
              </a:gs>
            </a:gsLst>
            <a:lin ang="0"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36"/>
          <p:cNvPicPr preferRelativeResize="0"/>
          <p:nvPr/>
        </p:nvPicPr>
        <p:blipFill rotWithShape="1">
          <a:blip r:embed="rId2">
            <a:alphaModFix/>
          </a:blip>
          <a:srcRect b="0" l="0" r="0" t="0"/>
          <a:stretch/>
        </p:blipFill>
        <p:spPr>
          <a:xfrm>
            <a:off x="8239133" y="389414"/>
            <a:ext cx="3662271" cy="459625"/>
          </a:xfrm>
          <a:prstGeom prst="rect">
            <a:avLst/>
          </a:prstGeom>
          <a:noFill/>
          <a:ln>
            <a:noFill/>
          </a:ln>
        </p:spPr>
      </p:pic>
      <p:sp>
        <p:nvSpPr>
          <p:cNvPr id="79" name="Google Shape;79;p36"/>
          <p:cNvSpPr txBox="1"/>
          <p:nvPr>
            <p:ph idx="1" type="body"/>
          </p:nvPr>
        </p:nvSpPr>
        <p:spPr>
          <a:xfrm>
            <a:off x="392200" y="1218600"/>
            <a:ext cx="11407600" cy="5137800"/>
          </a:xfrm>
          <a:prstGeom prst="rect">
            <a:avLst/>
          </a:prstGeom>
          <a:noFill/>
          <a:ln>
            <a:noFill/>
          </a:ln>
        </p:spPr>
        <p:txBody>
          <a:bodyPr anchorCtr="0" anchor="t" bIns="45700" lIns="91425" spcFirstLastPara="1" rIns="91425" wrap="square" tIns="45700">
            <a:noAutofit/>
          </a:bodyPr>
          <a:lstStyle>
            <a:lvl1pPr indent="-406400" lvl="0" marL="457200" marR="0" algn="l">
              <a:lnSpc>
                <a:spcPct val="90000"/>
              </a:lnSpc>
              <a:spcBef>
                <a:spcPts val="1000"/>
              </a:spcBef>
              <a:spcAft>
                <a:spcPts val="0"/>
              </a:spcAft>
              <a:buClr>
                <a:srgbClr val="DE3075"/>
              </a:buClr>
              <a:buSzPts val="2800"/>
              <a:buFont typeface="Franklin Gothic"/>
              <a:buChar char="»"/>
              <a:defRPr i="0" sz="2400" u="none" cap="none" strike="noStrike">
                <a:solidFill>
                  <a:srgbClr val="818990"/>
                </a:solidFill>
                <a:latin typeface="Calibri"/>
                <a:ea typeface="Calibri"/>
                <a:cs typeface="Calibri"/>
                <a:sym typeface="Calibri"/>
              </a:defRPr>
            </a:lvl1pPr>
            <a:lvl2pPr indent="-381000" lvl="1" marL="914400" marR="0" algn="l">
              <a:lnSpc>
                <a:spcPct val="90000"/>
              </a:lnSpc>
              <a:spcBef>
                <a:spcPts val="500"/>
              </a:spcBef>
              <a:spcAft>
                <a:spcPts val="0"/>
              </a:spcAft>
              <a:buClr>
                <a:schemeClr val="accent2"/>
              </a:buClr>
              <a:buSzPts val="2400"/>
              <a:buFont typeface="Franklin Gothic"/>
              <a:buChar char="•"/>
              <a:defRPr i="0" sz="2000" u="none" cap="none" strike="noStrike">
                <a:solidFill>
                  <a:srgbClr val="818990"/>
                </a:solidFill>
                <a:latin typeface="Franklin Gothic"/>
                <a:ea typeface="Franklin Gothic"/>
                <a:cs typeface="Franklin Gothic"/>
                <a:sym typeface="Franklin Gothic"/>
              </a:defRPr>
            </a:lvl2pPr>
            <a:lvl3pPr indent="-342900" lvl="2" marL="1371600" marR="0" algn="l">
              <a:lnSpc>
                <a:spcPct val="90000"/>
              </a:lnSpc>
              <a:spcBef>
                <a:spcPts val="500"/>
              </a:spcBef>
              <a:spcAft>
                <a:spcPts val="0"/>
              </a:spcAft>
              <a:buClr>
                <a:schemeClr val="dk2"/>
              </a:buClr>
              <a:buSzPts val="1800"/>
              <a:buFont typeface="Franklin Gothic"/>
              <a:buChar char="○"/>
              <a:defRPr i="0" sz="1800" u="none" cap="none" strike="noStrike">
                <a:solidFill>
                  <a:schemeClr val="dk2"/>
                </a:solidFill>
                <a:latin typeface="Franklin Gothic"/>
                <a:ea typeface="Franklin Gothic"/>
                <a:cs typeface="Franklin Gothic"/>
                <a:sym typeface="Franklin Gothic"/>
              </a:defRPr>
            </a:lvl3pPr>
            <a:lvl4pPr indent="-330200" lvl="3" marL="1828800" marR="0" algn="l">
              <a:lnSpc>
                <a:spcPct val="90000"/>
              </a:lnSpc>
              <a:spcBef>
                <a:spcPts val="500"/>
              </a:spcBef>
              <a:spcAft>
                <a:spcPts val="0"/>
              </a:spcAft>
              <a:buClr>
                <a:schemeClr val="dk2"/>
              </a:buClr>
              <a:buSzPts val="1600"/>
              <a:buFont typeface="Franklin Gothic"/>
              <a:buChar char="•"/>
              <a:defRPr i="0" sz="1600" u="none" cap="none" strike="noStrike">
                <a:solidFill>
                  <a:schemeClr val="dk2"/>
                </a:solidFill>
                <a:latin typeface="Franklin Gothic"/>
                <a:ea typeface="Franklin Gothic"/>
                <a:cs typeface="Franklin Gothic"/>
                <a:sym typeface="Franklin Gothic"/>
              </a:defRPr>
            </a:lvl4pPr>
            <a:lvl5pPr indent="-317500" lvl="4" marL="2286000" marR="0" algn="l">
              <a:lnSpc>
                <a:spcPct val="90000"/>
              </a:lnSpc>
              <a:spcBef>
                <a:spcPts val="500"/>
              </a:spcBef>
              <a:spcAft>
                <a:spcPts val="0"/>
              </a:spcAft>
              <a:buClr>
                <a:schemeClr val="dk2"/>
              </a:buClr>
              <a:buSzPts val="1400"/>
              <a:buFont typeface="Franklin Gothic"/>
              <a:buChar char="•"/>
              <a:defRPr i="0" u="none" cap="none" strike="noStrike">
                <a:solidFill>
                  <a:schemeClr val="dk2"/>
                </a:solidFill>
                <a:latin typeface="Franklin Gothic"/>
                <a:ea typeface="Franklin Gothic"/>
                <a:cs typeface="Franklin Gothic"/>
                <a:sym typeface="Franklin Gothic"/>
              </a:defRPr>
            </a:lvl5pPr>
            <a:lvl6pPr indent="-304800" lvl="5" marL="2743200" marR="0" algn="l">
              <a:lnSpc>
                <a:spcPct val="90000"/>
              </a:lnSpc>
              <a:spcBef>
                <a:spcPts val="500"/>
              </a:spcBef>
              <a:spcAft>
                <a:spcPts val="0"/>
              </a:spcAft>
              <a:buClr>
                <a:schemeClr val="dk2"/>
              </a:buClr>
              <a:buSzPts val="1200"/>
              <a:buFont typeface="Franklin Gothic"/>
              <a:buChar char="•"/>
              <a:defRPr i="0" sz="1200" u="none" cap="none" strike="noStrike">
                <a:solidFill>
                  <a:schemeClr val="dk2"/>
                </a:solidFill>
                <a:latin typeface="Franklin Gothic"/>
                <a:ea typeface="Franklin Gothic"/>
                <a:cs typeface="Franklin Gothic"/>
                <a:sym typeface="Franklin Gothic"/>
              </a:defRPr>
            </a:lvl6pPr>
            <a:lvl7pPr indent="-292100" lvl="6" marL="3200400" marR="0" algn="l">
              <a:lnSpc>
                <a:spcPct val="90000"/>
              </a:lnSpc>
              <a:spcBef>
                <a:spcPts val="500"/>
              </a:spcBef>
              <a:spcAft>
                <a:spcPts val="0"/>
              </a:spcAft>
              <a:buClr>
                <a:schemeClr val="dk2"/>
              </a:buClr>
              <a:buSzPts val="1000"/>
              <a:buFont typeface="Franklin Gothic"/>
              <a:buChar char="•"/>
              <a:defRPr i="0" sz="1000" u="none" cap="none" strike="noStrike">
                <a:solidFill>
                  <a:schemeClr val="dk2"/>
                </a:solidFill>
                <a:latin typeface="Franklin Gothic"/>
                <a:ea typeface="Franklin Gothic"/>
                <a:cs typeface="Franklin Gothic"/>
                <a:sym typeface="Franklin Gothic"/>
              </a:defRPr>
            </a:lvl7pPr>
            <a:lvl8pPr indent="-279400" lvl="7" marL="3657600" marR="0" algn="l">
              <a:lnSpc>
                <a:spcPct val="90000"/>
              </a:lnSpc>
              <a:spcBef>
                <a:spcPts val="500"/>
              </a:spcBef>
              <a:spcAft>
                <a:spcPts val="0"/>
              </a:spcAft>
              <a:buClr>
                <a:schemeClr val="dk2"/>
              </a:buClr>
              <a:buSzPts val="800"/>
              <a:buFont typeface="Franklin Gothic"/>
              <a:buChar char="•"/>
              <a:defRPr i="0" sz="800" u="none" cap="none" strike="noStrike">
                <a:solidFill>
                  <a:schemeClr val="dk2"/>
                </a:solidFill>
                <a:latin typeface="Franklin Gothic"/>
                <a:ea typeface="Franklin Gothic"/>
                <a:cs typeface="Franklin Gothic"/>
                <a:sym typeface="Franklin Gothic"/>
              </a:defRPr>
            </a:lvl8pPr>
            <a:lvl9pPr indent="-266700" lvl="8" marL="4114800" marR="0" algn="l">
              <a:lnSpc>
                <a:spcPct val="90000"/>
              </a:lnSpc>
              <a:spcBef>
                <a:spcPts val="500"/>
              </a:spcBef>
              <a:spcAft>
                <a:spcPts val="0"/>
              </a:spcAft>
              <a:buClr>
                <a:schemeClr val="dk2"/>
              </a:buClr>
              <a:buSzPts val="600"/>
              <a:buFont typeface="Franklin Gothic"/>
              <a:buChar char="•"/>
              <a:defRPr i="0" sz="600" u="none" cap="none" strike="noStrike">
                <a:solidFill>
                  <a:schemeClr val="dk2"/>
                </a:solidFill>
                <a:latin typeface="Franklin Gothic"/>
                <a:ea typeface="Franklin Gothic"/>
                <a:cs typeface="Franklin Gothic"/>
                <a:sym typeface="Franklin Gothic"/>
              </a:defRPr>
            </a:lvl9pPr>
          </a:lstStyle>
          <a:p/>
        </p:txBody>
      </p:sp>
      <p:sp>
        <p:nvSpPr>
          <p:cNvPr id="80" name="Google Shape;80;p36"/>
          <p:cNvSpPr/>
          <p:nvPr/>
        </p:nvSpPr>
        <p:spPr>
          <a:xfrm>
            <a:off x="1830633" y="212725"/>
            <a:ext cx="6408499" cy="813000"/>
          </a:xfrm>
          <a:prstGeom prst="parallelogram">
            <a:avLst>
              <a:gd fmla="val 4531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Bebas Neue"/>
              <a:ea typeface="Bebas Neue"/>
              <a:cs typeface="Bebas Neue"/>
              <a:sym typeface="Bebas Neue"/>
            </a:endParaRPr>
          </a:p>
        </p:txBody>
      </p:sp>
      <p:sp>
        <p:nvSpPr>
          <p:cNvPr id="81" name="Google Shape;81;p36"/>
          <p:cNvSpPr txBox="1"/>
          <p:nvPr>
            <p:ph type="title"/>
          </p:nvPr>
        </p:nvSpPr>
        <p:spPr>
          <a:xfrm>
            <a:off x="2351599" y="212725"/>
            <a:ext cx="5717580" cy="8130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818990"/>
              </a:buClr>
              <a:buSzPts val="1800"/>
              <a:buNone/>
              <a:defRPr>
                <a:latin typeface="Calibri"/>
                <a:ea typeface="Calibri"/>
                <a:cs typeface="Calibri"/>
                <a:sym typeface="Calibri"/>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2" name="Google Shape;82;p36"/>
          <p:cNvSpPr txBox="1"/>
          <p:nvPr/>
        </p:nvSpPr>
        <p:spPr>
          <a:xfrm>
            <a:off x="9220200" y="6356351"/>
            <a:ext cx="27432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s-ES" sz="1200" u="none" cap="none" strike="noStrike">
                <a:solidFill>
                  <a:srgbClr val="6C7A8A"/>
                </a:solidFill>
                <a:latin typeface="Roboto Mono"/>
                <a:ea typeface="Roboto Mono"/>
                <a:cs typeface="Roboto Mono"/>
                <a:sym typeface="Roboto Mono"/>
              </a:rPr>
              <a:t>‹#›</a:t>
            </a:fld>
            <a:endParaRPr b="0" i="0" sz="1200" u="none" cap="none" strike="noStrike">
              <a:solidFill>
                <a:srgbClr val="6C7A8A"/>
              </a:solidFill>
              <a:latin typeface="Roboto Mono"/>
              <a:ea typeface="Roboto Mono"/>
              <a:cs typeface="Roboto Mono"/>
              <a:sym typeface="Roboto Mono"/>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seño personalizado">
  <p:cSld name="Diseño personalizado">
    <p:bg>
      <p:bgPr>
        <a:solidFill>
          <a:schemeClr val="dk2"/>
        </a:solidFill>
      </p:bgPr>
    </p:bg>
    <p:spTree>
      <p:nvGrpSpPr>
        <p:cNvPr id="83" name="Shape 83"/>
        <p:cNvGrpSpPr/>
        <p:nvPr/>
      </p:nvGrpSpPr>
      <p:grpSpPr>
        <a:xfrm>
          <a:off x="0" y="0"/>
          <a:ext cx="0" cy="0"/>
          <a:chOff x="0" y="0"/>
          <a:chExt cx="0" cy="0"/>
        </a:xfrm>
      </p:grpSpPr>
      <p:sp>
        <p:nvSpPr>
          <p:cNvPr id="84" name="Google Shape;84;p37"/>
          <p:cNvSpPr txBox="1"/>
          <p:nvPr>
            <p:ph idx="1" type="body"/>
          </p:nvPr>
        </p:nvSpPr>
        <p:spPr>
          <a:xfrm>
            <a:off x="747184" y="2634922"/>
            <a:ext cx="10697633" cy="2275770"/>
          </a:xfrm>
          <a:prstGeom prst="rect">
            <a:avLst/>
          </a:prstGeom>
          <a:noFill/>
          <a:ln>
            <a:noFill/>
          </a:ln>
        </p:spPr>
        <p:txBody>
          <a:bodyPr anchorCtr="0" anchor="ctr" bIns="45700" lIns="90000" spcFirstLastPara="1" rIns="91425" wrap="square" tIns="45700">
            <a:noAutofit/>
          </a:bodyPr>
          <a:lstStyle>
            <a:lvl1pPr indent="-228600" lvl="0" marL="457200" algn="ctr">
              <a:lnSpc>
                <a:spcPct val="90000"/>
              </a:lnSpc>
              <a:spcBef>
                <a:spcPts val="1000"/>
              </a:spcBef>
              <a:spcAft>
                <a:spcPts val="0"/>
              </a:spcAft>
              <a:buSzPts val="2800"/>
              <a:buNone/>
              <a:defRPr sz="4000">
                <a:solidFill>
                  <a:schemeClr val="lt1"/>
                </a:solidFill>
                <a:latin typeface="Calibri"/>
                <a:ea typeface="Calibri"/>
                <a:cs typeface="Calibri"/>
                <a:sym typeface="Calibri"/>
              </a:defRPr>
            </a:lvl1pPr>
            <a:lvl2pPr indent="-381000" lvl="1" marL="914400" algn="l">
              <a:lnSpc>
                <a:spcPct val="90000"/>
              </a:lnSpc>
              <a:spcBef>
                <a:spcPts val="500"/>
              </a:spcBef>
              <a:spcAft>
                <a:spcPts val="0"/>
              </a:spcAft>
              <a:buSzPts val="2400"/>
              <a:buChar char="•"/>
              <a:defRPr/>
            </a:lvl2pPr>
            <a:lvl3pPr indent="-342900" lvl="2" marL="1371600" algn="l">
              <a:lnSpc>
                <a:spcPct val="90000"/>
              </a:lnSpc>
              <a:spcBef>
                <a:spcPts val="500"/>
              </a:spcBef>
              <a:spcAft>
                <a:spcPts val="0"/>
              </a:spcAft>
              <a:buSzPts val="1800"/>
              <a:buChar char="○"/>
              <a:defRPr/>
            </a:lvl3pPr>
            <a:lvl4pPr indent="-330200" lvl="3" marL="1828800" algn="l">
              <a:lnSpc>
                <a:spcPct val="90000"/>
              </a:lnSpc>
              <a:spcBef>
                <a:spcPts val="500"/>
              </a:spcBef>
              <a:spcAft>
                <a:spcPts val="0"/>
              </a:spcAft>
              <a:buSzPts val="1600"/>
              <a:buChar char="•"/>
              <a:defRPr/>
            </a:lvl4pPr>
            <a:lvl5pPr indent="-317500" lvl="4" marL="2286000" algn="l">
              <a:lnSpc>
                <a:spcPct val="90000"/>
              </a:lnSpc>
              <a:spcBef>
                <a:spcPts val="500"/>
              </a:spcBef>
              <a:spcAft>
                <a:spcPts val="0"/>
              </a:spcAft>
              <a:buSzPts val="1400"/>
              <a:buChar char="•"/>
              <a:defRPr/>
            </a:lvl5pPr>
            <a:lvl6pPr indent="-304800" lvl="5" marL="2743200" algn="l">
              <a:lnSpc>
                <a:spcPct val="90000"/>
              </a:lnSpc>
              <a:spcBef>
                <a:spcPts val="500"/>
              </a:spcBef>
              <a:spcAft>
                <a:spcPts val="0"/>
              </a:spcAft>
              <a:buSzPts val="1200"/>
              <a:buChar char="•"/>
              <a:defRPr/>
            </a:lvl6pPr>
            <a:lvl7pPr indent="-292100" lvl="6" marL="3200400" algn="l">
              <a:lnSpc>
                <a:spcPct val="90000"/>
              </a:lnSpc>
              <a:spcBef>
                <a:spcPts val="500"/>
              </a:spcBef>
              <a:spcAft>
                <a:spcPts val="0"/>
              </a:spcAft>
              <a:buSzPts val="1000"/>
              <a:buChar char="•"/>
              <a:defRPr/>
            </a:lvl7pPr>
            <a:lvl8pPr indent="-279400" lvl="7" marL="3657600" algn="l">
              <a:lnSpc>
                <a:spcPct val="90000"/>
              </a:lnSpc>
              <a:spcBef>
                <a:spcPts val="500"/>
              </a:spcBef>
              <a:spcAft>
                <a:spcPts val="0"/>
              </a:spcAft>
              <a:buSzPts val="800"/>
              <a:buChar char="•"/>
              <a:defRPr/>
            </a:lvl8pPr>
            <a:lvl9pPr indent="-266700" lvl="8" marL="4114800" algn="l">
              <a:lnSpc>
                <a:spcPct val="90000"/>
              </a:lnSpc>
              <a:spcBef>
                <a:spcPts val="500"/>
              </a:spcBef>
              <a:spcAft>
                <a:spcPts val="0"/>
              </a:spcAft>
              <a:buSzPts val="600"/>
              <a:buChar char="•"/>
              <a:defRPr/>
            </a:lvl9pPr>
          </a:lstStyle>
          <a:p/>
        </p:txBody>
      </p:sp>
      <p:pic>
        <p:nvPicPr>
          <p:cNvPr id="85" name="Google Shape;85;p37"/>
          <p:cNvPicPr preferRelativeResize="0"/>
          <p:nvPr/>
        </p:nvPicPr>
        <p:blipFill rotWithShape="1">
          <a:blip r:embed="rId2">
            <a:alphaModFix/>
          </a:blip>
          <a:srcRect b="0" l="0" r="0" t="0"/>
          <a:stretch/>
        </p:blipFill>
        <p:spPr>
          <a:xfrm>
            <a:off x="8239133" y="392751"/>
            <a:ext cx="3678716" cy="459625"/>
          </a:xfrm>
          <a:prstGeom prst="rect">
            <a:avLst/>
          </a:prstGeom>
          <a:noFill/>
          <a:ln>
            <a:noFill/>
          </a:ln>
        </p:spPr>
      </p:pic>
      <p:sp>
        <p:nvSpPr>
          <p:cNvPr id="86" name="Google Shape;86;p37"/>
          <p:cNvSpPr txBox="1"/>
          <p:nvPr>
            <p:ph idx="2" type="body"/>
          </p:nvPr>
        </p:nvSpPr>
        <p:spPr>
          <a:xfrm>
            <a:off x="747184" y="1632286"/>
            <a:ext cx="10697633" cy="665749"/>
          </a:xfrm>
          <a:prstGeom prst="rect">
            <a:avLst/>
          </a:prstGeom>
          <a:solidFill>
            <a:schemeClr val="accent1"/>
          </a:solidFill>
          <a:ln>
            <a:noFill/>
          </a:ln>
        </p:spPr>
        <p:txBody>
          <a:bodyPr anchorCtr="0" anchor="t" bIns="45700" lIns="90000" spcFirstLastPara="1" rIns="91425" wrap="square" tIns="45700">
            <a:noAutofit/>
          </a:bodyPr>
          <a:lstStyle>
            <a:lvl1pPr indent="-228600" lvl="0" marL="457200" algn="ctr">
              <a:lnSpc>
                <a:spcPct val="90000"/>
              </a:lnSpc>
              <a:spcBef>
                <a:spcPts val="1000"/>
              </a:spcBef>
              <a:spcAft>
                <a:spcPts val="0"/>
              </a:spcAft>
              <a:buSzPts val="2800"/>
              <a:buNone/>
              <a:defRPr sz="2800">
                <a:solidFill>
                  <a:schemeClr val="lt1"/>
                </a:solidFill>
                <a:latin typeface="Calibri"/>
                <a:ea typeface="Calibri"/>
                <a:cs typeface="Calibri"/>
                <a:sym typeface="Calibri"/>
              </a:defRPr>
            </a:lvl1pPr>
            <a:lvl2pPr indent="-381000" lvl="1" marL="914400" algn="l">
              <a:lnSpc>
                <a:spcPct val="90000"/>
              </a:lnSpc>
              <a:spcBef>
                <a:spcPts val="500"/>
              </a:spcBef>
              <a:spcAft>
                <a:spcPts val="0"/>
              </a:spcAft>
              <a:buSzPts val="2400"/>
              <a:buChar char="•"/>
              <a:defRPr/>
            </a:lvl2pPr>
            <a:lvl3pPr indent="-342900" lvl="2" marL="1371600" algn="l">
              <a:lnSpc>
                <a:spcPct val="90000"/>
              </a:lnSpc>
              <a:spcBef>
                <a:spcPts val="500"/>
              </a:spcBef>
              <a:spcAft>
                <a:spcPts val="0"/>
              </a:spcAft>
              <a:buSzPts val="1800"/>
              <a:buChar char="○"/>
              <a:defRPr/>
            </a:lvl3pPr>
            <a:lvl4pPr indent="-330200" lvl="3" marL="1828800" algn="l">
              <a:lnSpc>
                <a:spcPct val="90000"/>
              </a:lnSpc>
              <a:spcBef>
                <a:spcPts val="500"/>
              </a:spcBef>
              <a:spcAft>
                <a:spcPts val="0"/>
              </a:spcAft>
              <a:buSzPts val="1600"/>
              <a:buChar char="•"/>
              <a:defRPr/>
            </a:lvl4pPr>
            <a:lvl5pPr indent="-317500" lvl="4" marL="2286000" algn="l">
              <a:lnSpc>
                <a:spcPct val="90000"/>
              </a:lnSpc>
              <a:spcBef>
                <a:spcPts val="500"/>
              </a:spcBef>
              <a:spcAft>
                <a:spcPts val="0"/>
              </a:spcAft>
              <a:buSzPts val="1400"/>
              <a:buChar char="•"/>
              <a:defRPr/>
            </a:lvl5pPr>
            <a:lvl6pPr indent="-304800" lvl="5" marL="2743200" algn="l">
              <a:lnSpc>
                <a:spcPct val="90000"/>
              </a:lnSpc>
              <a:spcBef>
                <a:spcPts val="500"/>
              </a:spcBef>
              <a:spcAft>
                <a:spcPts val="0"/>
              </a:spcAft>
              <a:buSzPts val="1200"/>
              <a:buChar char="•"/>
              <a:defRPr/>
            </a:lvl6pPr>
            <a:lvl7pPr indent="-292100" lvl="6" marL="3200400" algn="l">
              <a:lnSpc>
                <a:spcPct val="90000"/>
              </a:lnSpc>
              <a:spcBef>
                <a:spcPts val="500"/>
              </a:spcBef>
              <a:spcAft>
                <a:spcPts val="0"/>
              </a:spcAft>
              <a:buSzPts val="1000"/>
              <a:buChar char="•"/>
              <a:defRPr/>
            </a:lvl7pPr>
            <a:lvl8pPr indent="-279400" lvl="7" marL="3657600" algn="l">
              <a:lnSpc>
                <a:spcPct val="90000"/>
              </a:lnSpc>
              <a:spcBef>
                <a:spcPts val="500"/>
              </a:spcBef>
              <a:spcAft>
                <a:spcPts val="0"/>
              </a:spcAft>
              <a:buSzPts val="800"/>
              <a:buChar char="•"/>
              <a:defRPr/>
            </a:lvl8pPr>
            <a:lvl9pPr indent="-266700" lvl="8" marL="4114800" algn="l">
              <a:lnSpc>
                <a:spcPct val="90000"/>
              </a:lnSpc>
              <a:spcBef>
                <a:spcPts val="500"/>
              </a:spcBef>
              <a:spcAft>
                <a:spcPts val="0"/>
              </a:spcAft>
              <a:buSzPts val="600"/>
              <a:buChar char="•"/>
              <a:defRPr/>
            </a:lvl9pPr>
          </a:lstStyle>
          <a:p/>
        </p:txBody>
      </p:sp>
      <p:sp>
        <p:nvSpPr>
          <p:cNvPr id="87" name="Google Shape;87;p37"/>
          <p:cNvSpPr/>
          <p:nvPr/>
        </p:nvSpPr>
        <p:spPr>
          <a:xfrm>
            <a:off x="1027800" y="212725"/>
            <a:ext cx="1204800" cy="813000"/>
          </a:xfrm>
          <a:prstGeom prst="parallelogram">
            <a:avLst>
              <a:gd fmla="val 45310" name="adj"/>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p37"/>
          <p:cNvSpPr/>
          <p:nvPr/>
        </p:nvSpPr>
        <p:spPr>
          <a:xfrm>
            <a:off x="195229" y="212725"/>
            <a:ext cx="1204800" cy="813000"/>
          </a:xfrm>
          <a:prstGeom prst="parallelogram">
            <a:avLst>
              <a:gd fmla="val 45310" name="adj"/>
            </a:avLst>
          </a:prstGeom>
          <a:gradFill>
            <a:gsLst>
              <a:gs pos="0">
                <a:schemeClr val="dk2"/>
              </a:gs>
              <a:gs pos="65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 name="Google Shape;89;p37"/>
          <p:cNvSpPr/>
          <p:nvPr/>
        </p:nvSpPr>
        <p:spPr>
          <a:xfrm>
            <a:off x="1830633" y="212725"/>
            <a:ext cx="6408499" cy="813000"/>
          </a:xfrm>
          <a:prstGeom prst="parallelogram">
            <a:avLst>
              <a:gd fmla="val 45310" name="adj"/>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Bebas Neue"/>
              <a:ea typeface="Bebas Neue"/>
              <a:cs typeface="Bebas Neue"/>
              <a:sym typeface="Bebas Neue"/>
            </a:endParaRPr>
          </a:p>
        </p:txBody>
      </p:sp>
      <p:sp>
        <p:nvSpPr>
          <p:cNvPr id="90" name="Google Shape;90;p37"/>
          <p:cNvSpPr txBox="1"/>
          <p:nvPr>
            <p:ph type="title"/>
          </p:nvPr>
        </p:nvSpPr>
        <p:spPr>
          <a:xfrm>
            <a:off x="2351599" y="212725"/>
            <a:ext cx="5717580" cy="8130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818990"/>
              </a:buClr>
              <a:buSzPts val="1800"/>
              <a:buNone/>
              <a:defRPr>
                <a:solidFill>
                  <a:schemeClr val="accent1"/>
                </a:solidFill>
                <a:latin typeface="Calibri"/>
                <a:ea typeface="Calibri"/>
                <a:cs typeface="Calibri"/>
                <a:sym typeface="Calibri"/>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el título" type="titleOnly">
  <p:cSld name="TITLE_ONLY">
    <p:spTree>
      <p:nvGrpSpPr>
        <p:cNvPr id="91" name="Shape 91"/>
        <p:cNvGrpSpPr/>
        <p:nvPr/>
      </p:nvGrpSpPr>
      <p:grpSpPr>
        <a:xfrm>
          <a:off x="0" y="0"/>
          <a:ext cx="0" cy="0"/>
          <a:chOff x="0" y="0"/>
          <a:chExt cx="0" cy="0"/>
        </a:xfrm>
      </p:grpSpPr>
      <p:sp>
        <p:nvSpPr>
          <p:cNvPr id="92" name="Google Shape;92;p38"/>
          <p:cNvSpPr/>
          <p:nvPr/>
        </p:nvSpPr>
        <p:spPr>
          <a:xfrm>
            <a:off x="1027800" y="212725"/>
            <a:ext cx="1204800" cy="813000"/>
          </a:xfrm>
          <a:prstGeom prst="parallelogram">
            <a:avLst>
              <a:gd fmla="val 4531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 name="Google Shape;93;p38"/>
          <p:cNvSpPr/>
          <p:nvPr/>
        </p:nvSpPr>
        <p:spPr>
          <a:xfrm>
            <a:off x="195229" y="212725"/>
            <a:ext cx="1204800" cy="813000"/>
          </a:xfrm>
          <a:prstGeom prst="parallelogram">
            <a:avLst>
              <a:gd fmla="val 45310" name="adj"/>
            </a:avLst>
          </a:prstGeom>
          <a:gradFill>
            <a:gsLst>
              <a:gs pos="0">
                <a:srgbClr val="FFFFFF"/>
              </a:gs>
              <a:gs pos="65000">
                <a:schemeClr val="accent1"/>
              </a:gs>
              <a:gs pos="100000">
                <a:schemeClr val="accent1"/>
              </a:gs>
            </a:gsLst>
            <a:lin ang="0"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94" name="Google Shape;94;p38"/>
          <p:cNvPicPr preferRelativeResize="0"/>
          <p:nvPr/>
        </p:nvPicPr>
        <p:blipFill rotWithShape="1">
          <a:blip r:embed="rId2">
            <a:alphaModFix/>
          </a:blip>
          <a:srcRect b="0" l="0" r="0" t="0"/>
          <a:stretch/>
        </p:blipFill>
        <p:spPr>
          <a:xfrm>
            <a:off x="8239133" y="389414"/>
            <a:ext cx="3662271" cy="459625"/>
          </a:xfrm>
          <a:prstGeom prst="rect">
            <a:avLst/>
          </a:prstGeom>
          <a:noFill/>
          <a:ln>
            <a:noFill/>
          </a:ln>
        </p:spPr>
      </p:pic>
      <p:sp>
        <p:nvSpPr>
          <p:cNvPr id="95" name="Google Shape;95;p38"/>
          <p:cNvSpPr/>
          <p:nvPr/>
        </p:nvSpPr>
        <p:spPr>
          <a:xfrm>
            <a:off x="1830633" y="212725"/>
            <a:ext cx="6408499" cy="813000"/>
          </a:xfrm>
          <a:prstGeom prst="parallelogram">
            <a:avLst>
              <a:gd fmla="val 4531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Bebas Neue"/>
              <a:ea typeface="Bebas Neue"/>
              <a:cs typeface="Bebas Neue"/>
              <a:sym typeface="Bebas Neue"/>
            </a:endParaRPr>
          </a:p>
        </p:txBody>
      </p:sp>
      <p:sp>
        <p:nvSpPr>
          <p:cNvPr id="96" name="Google Shape;96;p38"/>
          <p:cNvSpPr txBox="1"/>
          <p:nvPr>
            <p:ph type="title"/>
          </p:nvPr>
        </p:nvSpPr>
        <p:spPr>
          <a:xfrm>
            <a:off x="2351599" y="212725"/>
            <a:ext cx="5717580" cy="8130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818990"/>
              </a:buClr>
              <a:buSzPts val="1800"/>
              <a:buNone/>
              <a:defRPr>
                <a:latin typeface="Calibri"/>
                <a:ea typeface="Calibri"/>
                <a:cs typeface="Calibri"/>
                <a:sym typeface="Calibri"/>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38"/>
          <p:cNvSpPr txBox="1"/>
          <p:nvPr/>
        </p:nvSpPr>
        <p:spPr>
          <a:xfrm>
            <a:off x="9220200" y="6356351"/>
            <a:ext cx="27432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s-ES" sz="1200" u="none" cap="none" strike="noStrike">
                <a:solidFill>
                  <a:srgbClr val="6C7A8A"/>
                </a:solidFill>
                <a:latin typeface="Roboto Mono"/>
                <a:ea typeface="Roboto Mono"/>
                <a:cs typeface="Roboto Mono"/>
                <a:sym typeface="Roboto Mono"/>
              </a:rPr>
              <a:t>‹#›</a:t>
            </a:fld>
            <a:endParaRPr b="0" i="0" sz="1200" u="none" cap="none" strike="noStrike">
              <a:solidFill>
                <a:srgbClr val="6C7A8A"/>
              </a:solidFill>
              <a:latin typeface="Roboto Mono"/>
              <a:ea typeface="Roboto Mono"/>
              <a:cs typeface="Roboto Mono"/>
              <a:sym typeface="Roboto Mono"/>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6">
  <p:cSld name="Título y objetos 6">
    <p:spTree>
      <p:nvGrpSpPr>
        <p:cNvPr id="98" name="Shape 98"/>
        <p:cNvGrpSpPr/>
        <p:nvPr/>
      </p:nvGrpSpPr>
      <p:grpSpPr>
        <a:xfrm>
          <a:off x="0" y="0"/>
          <a:ext cx="0" cy="0"/>
          <a:chOff x="0" y="0"/>
          <a:chExt cx="0" cy="0"/>
        </a:xfrm>
      </p:grpSpPr>
      <p:sp>
        <p:nvSpPr>
          <p:cNvPr id="99" name="Google Shape;99;p40"/>
          <p:cNvSpPr/>
          <p:nvPr/>
        </p:nvSpPr>
        <p:spPr>
          <a:xfrm>
            <a:off x="1027800" y="212725"/>
            <a:ext cx="1204800" cy="813000"/>
          </a:xfrm>
          <a:prstGeom prst="parallelogram">
            <a:avLst>
              <a:gd fmla="val 4531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40"/>
          <p:cNvSpPr/>
          <p:nvPr/>
        </p:nvSpPr>
        <p:spPr>
          <a:xfrm>
            <a:off x="195229" y="212725"/>
            <a:ext cx="1204800" cy="813000"/>
          </a:xfrm>
          <a:prstGeom prst="parallelogram">
            <a:avLst>
              <a:gd fmla="val 45310" name="adj"/>
            </a:avLst>
          </a:prstGeom>
          <a:gradFill>
            <a:gsLst>
              <a:gs pos="0">
                <a:srgbClr val="FFFFFF"/>
              </a:gs>
              <a:gs pos="65000">
                <a:schemeClr val="lt2"/>
              </a:gs>
              <a:gs pos="100000">
                <a:schemeClr val="lt2"/>
              </a:gs>
            </a:gsLst>
            <a:lin ang="0"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40"/>
          <p:cNvPicPr preferRelativeResize="0"/>
          <p:nvPr/>
        </p:nvPicPr>
        <p:blipFill rotWithShape="1">
          <a:blip r:embed="rId2">
            <a:alphaModFix/>
          </a:blip>
          <a:srcRect b="0" l="0" r="0" t="0"/>
          <a:stretch/>
        </p:blipFill>
        <p:spPr>
          <a:xfrm>
            <a:off x="8239133" y="389414"/>
            <a:ext cx="3662271" cy="459625"/>
          </a:xfrm>
          <a:prstGeom prst="rect">
            <a:avLst/>
          </a:prstGeom>
          <a:noFill/>
          <a:ln>
            <a:noFill/>
          </a:ln>
        </p:spPr>
      </p:pic>
      <p:sp>
        <p:nvSpPr>
          <p:cNvPr id="102" name="Google Shape;102;p40"/>
          <p:cNvSpPr txBox="1"/>
          <p:nvPr>
            <p:ph idx="1" type="body"/>
          </p:nvPr>
        </p:nvSpPr>
        <p:spPr>
          <a:xfrm>
            <a:off x="392200" y="1218600"/>
            <a:ext cx="11407600" cy="5137800"/>
          </a:xfrm>
          <a:prstGeom prst="rect">
            <a:avLst/>
          </a:prstGeom>
          <a:noFill/>
          <a:ln>
            <a:noFill/>
          </a:ln>
        </p:spPr>
        <p:txBody>
          <a:bodyPr anchorCtr="0" anchor="t" bIns="45700" lIns="91425" spcFirstLastPara="1" rIns="91425" wrap="square" tIns="45700">
            <a:noAutofit/>
          </a:bodyPr>
          <a:lstStyle>
            <a:lvl1pPr indent="-406400" lvl="0" marL="457200" marR="0" algn="l">
              <a:lnSpc>
                <a:spcPct val="90000"/>
              </a:lnSpc>
              <a:spcBef>
                <a:spcPts val="1000"/>
              </a:spcBef>
              <a:spcAft>
                <a:spcPts val="0"/>
              </a:spcAft>
              <a:buClr>
                <a:srgbClr val="DE3075"/>
              </a:buClr>
              <a:buSzPts val="2800"/>
              <a:buFont typeface="Franklin Gothic"/>
              <a:buChar char="»"/>
              <a:defRPr i="0" sz="2400" u="none" cap="none" strike="noStrike">
                <a:solidFill>
                  <a:srgbClr val="818990"/>
                </a:solidFill>
                <a:latin typeface="Calibri"/>
                <a:ea typeface="Calibri"/>
                <a:cs typeface="Calibri"/>
                <a:sym typeface="Calibri"/>
              </a:defRPr>
            </a:lvl1pPr>
            <a:lvl2pPr indent="-381000" lvl="1" marL="914400" marR="0" algn="l">
              <a:lnSpc>
                <a:spcPct val="90000"/>
              </a:lnSpc>
              <a:spcBef>
                <a:spcPts val="500"/>
              </a:spcBef>
              <a:spcAft>
                <a:spcPts val="0"/>
              </a:spcAft>
              <a:buClr>
                <a:schemeClr val="accent2"/>
              </a:buClr>
              <a:buSzPts val="2400"/>
              <a:buFont typeface="Franklin Gothic"/>
              <a:buChar char="•"/>
              <a:defRPr i="0" sz="2000" u="none" cap="none" strike="noStrike">
                <a:solidFill>
                  <a:srgbClr val="818990"/>
                </a:solidFill>
                <a:latin typeface="Franklin Gothic"/>
                <a:ea typeface="Franklin Gothic"/>
                <a:cs typeface="Franklin Gothic"/>
                <a:sym typeface="Franklin Gothic"/>
              </a:defRPr>
            </a:lvl2pPr>
            <a:lvl3pPr indent="-342900" lvl="2" marL="1371600" marR="0" algn="l">
              <a:lnSpc>
                <a:spcPct val="90000"/>
              </a:lnSpc>
              <a:spcBef>
                <a:spcPts val="500"/>
              </a:spcBef>
              <a:spcAft>
                <a:spcPts val="0"/>
              </a:spcAft>
              <a:buClr>
                <a:schemeClr val="dk2"/>
              </a:buClr>
              <a:buSzPts val="1800"/>
              <a:buFont typeface="Franklin Gothic"/>
              <a:buChar char="○"/>
              <a:defRPr i="0" sz="1800" u="none" cap="none" strike="noStrike">
                <a:solidFill>
                  <a:schemeClr val="dk2"/>
                </a:solidFill>
                <a:latin typeface="Franklin Gothic"/>
                <a:ea typeface="Franklin Gothic"/>
                <a:cs typeface="Franklin Gothic"/>
                <a:sym typeface="Franklin Gothic"/>
              </a:defRPr>
            </a:lvl3pPr>
            <a:lvl4pPr indent="-330200" lvl="3" marL="1828800" marR="0" algn="l">
              <a:lnSpc>
                <a:spcPct val="90000"/>
              </a:lnSpc>
              <a:spcBef>
                <a:spcPts val="500"/>
              </a:spcBef>
              <a:spcAft>
                <a:spcPts val="0"/>
              </a:spcAft>
              <a:buClr>
                <a:schemeClr val="dk2"/>
              </a:buClr>
              <a:buSzPts val="1600"/>
              <a:buFont typeface="Franklin Gothic"/>
              <a:buChar char="•"/>
              <a:defRPr i="0" sz="1600" u="none" cap="none" strike="noStrike">
                <a:solidFill>
                  <a:schemeClr val="dk2"/>
                </a:solidFill>
                <a:latin typeface="Franklin Gothic"/>
                <a:ea typeface="Franklin Gothic"/>
                <a:cs typeface="Franklin Gothic"/>
                <a:sym typeface="Franklin Gothic"/>
              </a:defRPr>
            </a:lvl4pPr>
            <a:lvl5pPr indent="-317500" lvl="4" marL="2286000" marR="0" algn="l">
              <a:lnSpc>
                <a:spcPct val="90000"/>
              </a:lnSpc>
              <a:spcBef>
                <a:spcPts val="500"/>
              </a:spcBef>
              <a:spcAft>
                <a:spcPts val="0"/>
              </a:spcAft>
              <a:buClr>
                <a:schemeClr val="dk2"/>
              </a:buClr>
              <a:buSzPts val="1400"/>
              <a:buFont typeface="Franklin Gothic"/>
              <a:buChar char="•"/>
              <a:defRPr i="0" u="none" cap="none" strike="noStrike">
                <a:solidFill>
                  <a:schemeClr val="dk2"/>
                </a:solidFill>
                <a:latin typeface="Franklin Gothic"/>
                <a:ea typeface="Franklin Gothic"/>
                <a:cs typeface="Franklin Gothic"/>
                <a:sym typeface="Franklin Gothic"/>
              </a:defRPr>
            </a:lvl5pPr>
            <a:lvl6pPr indent="-304800" lvl="5" marL="2743200" marR="0" algn="l">
              <a:lnSpc>
                <a:spcPct val="90000"/>
              </a:lnSpc>
              <a:spcBef>
                <a:spcPts val="500"/>
              </a:spcBef>
              <a:spcAft>
                <a:spcPts val="0"/>
              </a:spcAft>
              <a:buClr>
                <a:schemeClr val="dk2"/>
              </a:buClr>
              <a:buSzPts val="1200"/>
              <a:buFont typeface="Franklin Gothic"/>
              <a:buChar char="•"/>
              <a:defRPr i="0" sz="1200" u="none" cap="none" strike="noStrike">
                <a:solidFill>
                  <a:schemeClr val="dk2"/>
                </a:solidFill>
                <a:latin typeface="Franklin Gothic"/>
                <a:ea typeface="Franklin Gothic"/>
                <a:cs typeface="Franklin Gothic"/>
                <a:sym typeface="Franklin Gothic"/>
              </a:defRPr>
            </a:lvl6pPr>
            <a:lvl7pPr indent="-292100" lvl="6" marL="3200400" marR="0" algn="l">
              <a:lnSpc>
                <a:spcPct val="90000"/>
              </a:lnSpc>
              <a:spcBef>
                <a:spcPts val="500"/>
              </a:spcBef>
              <a:spcAft>
                <a:spcPts val="0"/>
              </a:spcAft>
              <a:buClr>
                <a:schemeClr val="dk2"/>
              </a:buClr>
              <a:buSzPts val="1000"/>
              <a:buFont typeface="Franklin Gothic"/>
              <a:buChar char="•"/>
              <a:defRPr i="0" sz="1000" u="none" cap="none" strike="noStrike">
                <a:solidFill>
                  <a:schemeClr val="dk2"/>
                </a:solidFill>
                <a:latin typeface="Franklin Gothic"/>
                <a:ea typeface="Franklin Gothic"/>
                <a:cs typeface="Franklin Gothic"/>
                <a:sym typeface="Franklin Gothic"/>
              </a:defRPr>
            </a:lvl7pPr>
            <a:lvl8pPr indent="-279400" lvl="7" marL="3657600" marR="0" algn="l">
              <a:lnSpc>
                <a:spcPct val="90000"/>
              </a:lnSpc>
              <a:spcBef>
                <a:spcPts val="500"/>
              </a:spcBef>
              <a:spcAft>
                <a:spcPts val="0"/>
              </a:spcAft>
              <a:buClr>
                <a:schemeClr val="dk2"/>
              </a:buClr>
              <a:buSzPts val="800"/>
              <a:buFont typeface="Franklin Gothic"/>
              <a:buChar char="•"/>
              <a:defRPr i="0" sz="800" u="none" cap="none" strike="noStrike">
                <a:solidFill>
                  <a:schemeClr val="dk2"/>
                </a:solidFill>
                <a:latin typeface="Franklin Gothic"/>
                <a:ea typeface="Franklin Gothic"/>
                <a:cs typeface="Franklin Gothic"/>
                <a:sym typeface="Franklin Gothic"/>
              </a:defRPr>
            </a:lvl8pPr>
            <a:lvl9pPr indent="-266700" lvl="8" marL="4114800" marR="0" algn="l">
              <a:lnSpc>
                <a:spcPct val="90000"/>
              </a:lnSpc>
              <a:spcBef>
                <a:spcPts val="500"/>
              </a:spcBef>
              <a:spcAft>
                <a:spcPts val="0"/>
              </a:spcAft>
              <a:buClr>
                <a:schemeClr val="dk2"/>
              </a:buClr>
              <a:buSzPts val="600"/>
              <a:buFont typeface="Franklin Gothic"/>
              <a:buChar char="•"/>
              <a:defRPr i="0" sz="600" u="none" cap="none" strike="noStrike">
                <a:solidFill>
                  <a:schemeClr val="dk2"/>
                </a:solidFill>
                <a:latin typeface="Franklin Gothic"/>
                <a:ea typeface="Franklin Gothic"/>
                <a:cs typeface="Franklin Gothic"/>
                <a:sym typeface="Franklin Gothic"/>
              </a:defRPr>
            </a:lvl9pPr>
          </a:lstStyle>
          <a:p/>
        </p:txBody>
      </p:sp>
      <p:sp>
        <p:nvSpPr>
          <p:cNvPr id="103" name="Google Shape;103;p40"/>
          <p:cNvSpPr/>
          <p:nvPr/>
        </p:nvSpPr>
        <p:spPr>
          <a:xfrm>
            <a:off x="1830633" y="212725"/>
            <a:ext cx="6408499" cy="813000"/>
          </a:xfrm>
          <a:prstGeom prst="parallelogram">
            <a:avLst>
              <a:gd fmla="val 4531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Bebas Neue"/>
              <a:ea typeface="Bebas Neue"/>
              <a:cs typeface="Bebas Neue"/>
              <a:sym typeface="Bebas Neue"/>
            </a:endParaRPr>
          </a:p>
        </p:txBody>
      </p:sp>
      <p:sp>
        <p:nvSpPr>
          <p:cNvPr id="104" name="Google Shape;104;p40"/>
          <p:cNvSpPr txBox="1"/>
          <p:nvPr>
            <p:ph type="title"/>
          </p:nvPr>
        </p:nvSpPr>
        <p:spPr>
          <a:xfrm>
            <a:off x="2351599" y="212725"/>
            <a:ext cx="5717580" cy="8130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818990"/>
              </a:buClr>
              <a:buSzPts val="1800"/>
              <a:buNone/>
              <a:defRPr>
                <a:latin typeface="Calibri"/>
                <a:ea typeface="Calibri"/>
                <a:cs typeface="Calibri"/>
                <a:sym typeface="Calibri"/>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05" name="Google Shape;105;p40"/>
          <p:cNvSpPr txBox="1"/>
          <p:nvPr/>
        </p:nvSpPr>
        <p:spPr>
          <a:xfrm>
            <a:off x="9220200" y="6356351"/>
            <a:ext cx="27432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s-ES" sz="1200" u="none" cap="none" strike="noStrike">
                <a:solidFill>
                  <a:srgbClr val="6C7A8A"/>
                </a:solidFill>
                <a:latin typeface="Roboto Mono"/>
                <a:ea typeface="Roboto Mono"/>
                <a:cs typeface="Roboto Mono"/>
                <a:sym typeface="Roboto Mono"/>
              </a:rPr>
              <a:t>‹#›</a:t>
            </a:fld>
            <a:endParaRPr b="0" i="0" sz="1200" u="none" cap="none" strike="noStrike">
              <a:solidFill>
                <a:srgbClr val="6C7A8A"/>
              </a:solidFill>
              <a:latin typeface="Roboto Mono"/>
              <a:ea typeface="Roboto Mono"/>
              <a:cs typeface="Roboto Mono"/>
              <a:sym typeface="Roboto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Diseño personalizado">
  <p:cSld name="3_Diseño personalizado">
    <p:spTree>
      <p:nvGrpSpPr>
        <p:cNvPr id="106" name="Shape 106"/>
        <p:cNvGrpSpPr/>
        <p:nvPr/>
      </p:nvGrpSpPr>
      <p:grpSpPr>
        <a:xfrm>
          <a:off x="0" y="0"/>
          <a:ext cx="0" cy="0"/>
          <a:chOff x="0" y="0"/>
          <a:chExt cx="0" cy="0"/>
        </a:xfrm>
      </p:grpSpPr>
      <p:pic>
        <p:nvPicPr>
          <p:cNvPr id="107" name="Google Shape;107;p41"/>
          <p:cNvPicPr preferRelativeResize="0"/>
          <p:nvPr/>
        </p:nvPicPr>
        <p:blipFill rotWithShape="1">
          <a:blip r:embed="rId2">
            <a:alphaModFix/>
          </a:blip>
          <a:srcRect b="0" l="0" r="0" t="0"/>
          <a:stretch/>
        </p:blipFill>
        <p:spPr>
          <a:xfrm>
            <a:off x="2041" y="0"/>
            <a:ext cx="12187921" cy="6858000"/>
          </a:xfrm>
          <a:prstGeom prst="rect">
            <a:avLst/>
          </a:prstGeom>
          <a:noFill/>
          <a:ln>
            <a:noFill/>
          </a:ln>
        </p:spPr>
      </p:pic>
      <p:sp>
        <p:nvSpPr>
          <p:cNvPr id="108" name="Google Shape;108;p41"/>
          <p:cNvSpPr txBox="1"/>
          <p:nvPr>
            <p:ph type="title"/>
          </p:nvPr>
        </p:nvSpPr>
        <p:spPr>
          <a:xfrm>
            <a:off x="4016505" y="4260740"/>
            <a:ext cx="5932243" cy="933180"/>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SzPts val="3000"/>
              <a:buNone/>
              <a:defRPr sz="2274"/>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109" name="Shape 109"/>
        <p:cNvGrpSpPr/>
        <p:nvPr/>
      </p:nvGrpSpPr>
      <p:grpSpPr>
        <a:xfrm>
          <a:off x="0" y="0"/>
          <a:ext cx="0" cy="0"/>
          <a:chOff x="0" y="0"/>
          <a:chExt cx="0" cy="0"/>
        </a:xfrm>
      </p:grpSpPr>
      <p:pic>
        <p:nvPicPr>
          <p:cNvPr id="110" name="Google Shape;110;p42"/>
          <p:cNvPicPr preferRelativeResize="0"/>
          <p:nvPr/>
        </p:nvPicPr>
        <p:blipFill rotWithShape="1">
          <a:blip r:embed="rId2">
            <a:alphaModFix/>
          </a:blip>
          <a:srcRect b="0" l="0" r="0" t="0"/>
          <a:stretch/>
        </p:blipFill>
        <p:spPr>
          <a:xfrm>
            <a:off x="2041" y="0"/>
            <a:ext cx="12187921" cy="6858000"/>
          </a:xfrm>
          <a:prstGeom prst="rect">
            <a:avLst/>
          </a:prstGeom>
          <a:noFill/>
          <a:ln>
            <a:noFill/>
          </a:ln>
        </p:spPr>
      </p:pic>
      <p:sp>
        <p:nvSpPr>
          <p:cNvPr id="111" name="Google Shape;111;p42"/>
          <p:cNvSpPr txBox="1"/>
          <p:nvPr>
            <p:ph type="title"/>
          </p:nvPr>
        </p:nvSpPr>
        <p:spPr>
          <a:xfrm>
            <a:off x="2907441" y="4214532"/>
            <a:ext cx="5932243" cy="933180"/>
          </a:xfrm>
          <a:prstGeom prst="rect">
            <a:avLst/>
          </a:prstGeom>
          <a:noFill/>
          <a:ln>
            <a:noFill/>
          </a:ln>
        </p:spPr>
        <p:txBody>
          <a:bodyPr anchorCtr="0" anchor="t" bIns="45700" lIns="91425" spcFirstLastPara="1" rIns="91425" wrap="square" tIns="45700">
            <a:noAutofit/>
          </a:bodyPr>
          <a:lstStyle>
            <a:lvl1pPr lvl="0" algn="r">
              <a:lnSpc>
                <a:spcPct val="90000"/>
              </a:lnSpc>
              <a:spcBef>
                <a:spcPts val="0"/>
              </a:spcBef>
              <a:spcAft>
                <a:spcPts val="0"/>
              </a:spcAft>
              <a:buSzPts val="3000"/>
              <a:buNone/>
              <a:defRPr sz="2274"/>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Only">
  <p:cSld name="1_Title Only">
    <p:spTree>
      <p:nvGrpSpPr>
        <p:cNvPr id="112" name="Shape 112"/>
        <p:cNvGrpSpPr/>
        <p:nvPr/>
      </p:nvGrpSpPr>
      <p:grpSpPr>
        <a:xfrm>
          <a:off x="0" y="0"/>
          <a:ext cx="0" cy="0"/>
          <a:chOff x="0" y="0"/>
          <a:chExt cx="0" cy="0"/>
        </a:xfrm>
      </p:grpSpPr>
      <p:sp>
        <p:nvSpPr>
          <p:cNvPr id="113" name="Google Shape;113;p43"/>
          <p:cNvSpPr txBox="1"/>
          <p:nvPr>
            <p:ph type="title"/>
          </p:nvPr>
        </p:nvSpPr>
        <p:spPr>
          <a:xfrm>
            <a:off x="2907441" y="4214532"/>
            <a:ext cx="5932243" cy="933180"/>
          </a:xfrm>
          <a:prstGeom prst="rect">
            <a:avLst/>
          </a:prstGeom>
          <a:noFill/>
          <a:ln>
            <a:noFill/>
          </a:ln>
        </p:spPr>
        <p:txBody>
          <a:bodyPr anchorCtr="0" anchor="t" bIns="45700" lIns="91425" spcFirstLastPara="1" rIns="91425" wrap="square" tIns="45700">
            <a:noAutofit/>
          </a:bodyPr>
          <a:lstStyle>
            <a:lvl1pPr lvl="0" algn="r">
              <a:lnSpc>
                <a:spcPct val="90000"/>
              </a:lnSpc>
              <a:spcBef>
                <a:spcPts val="0"/>
              </a:spcBef>
              <a:spcAft>
                <a:spcPts val="0"/>
              </a:spcAft>
              <a:buSzPts val="3000"/>
              <a:buNone/>
              <a:defRPr sz="2274"/>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pic>
        <p:nvPicPr>
          <p:cNvPr id="114" name="Google Shape;114;p43"/>
          <p:cNvPicPr preferRelativeResize="0"/>
          <p:nvPr/>
        </p:nvPicPr>
        <p:blipFill rotWithShape="1">
          <a:blip r:embed="rId2">
            <a:alphaModFix/>
          </a:blip>
          <a:srcRect b="0" l="0" r="0" t="0"/>
          <a:stretch/>
        </p:blipFill>
        <p:spPr>
          <a:xfrm>
            <a:off x="0" y="-242"/>
            <a:ext cx="12187921" cy="68580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Only">
  <p:cSld name="2_Title Only">
    <p:spTree>
      <p:nvGrpSpPr>
        <p:cNvPr id="115" name="Shape 115"/>
        <p:cNvGrpSpPr/>
        <p:nvPr/>
      </p:nvGrpSpPr>
      <p:grpSpPr>
        <a:xfrm>
          <a:off x="0" y="0"/>
          <a:ext cx="0" cy="0"/>
          <a:chOff x="0" y="0"/>
          <a:chExt cx="0" cy="0"/>
        </a:xfrm>
      </p:grpSpPr>
      <p:sp>
        <p:nvSpPr>
          <p:cNvPr id="116" name="Google Shape;116;p44"/>
          <p:cNvSpPr txBox="1"/>
          <p:nvPr>
            <p:ph type="title"/>
          </p:nvPr>
        </p:nvSpPr>
        <p:spPr>
          <a:xfrm>
            <a:off x="2907441" y="4214532"/>
            <a:ext cx="5932243" cy="933180"/>
          </a:xfrm>
          <a:prstGeom prst="rect">
            <a:avLst/>
          </a:prstGeom>
          <a:noFill/>
          <a:ln>
            <a:noFill/>
          </a:ln>
        </p:spPr>
        <p:txBody>
          <a:bodyPr anchorCtr="0" anchor="t" bIns="45700" lIns="91425" spcFirstLastPara="1" rIns="91425" wrap="square" tIns="45700">
            <a:noAutofit/>
          </a:bodyPr>
          <a:lstStyle>
            <a:lvl1pPr lvl="0" algn="r">
              <a:lnSpc>
                <a:spcPct val="90000"/>
              </a:lnSpc>
              <a:spcBef>
                <a:spcPts val="0"/>
              </a:spcBef>
              <a:spcAft>
                <a:spcPts val="0"/>
              </a:spcAft>
              <a:buSzPts val="3000"/>
              <a:buNone/>
              <a:defRPr sz="2274"/>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pic>
        <p:nvPicPr>
          <p:cNvPr id="117" name="Google Shape;117;p44"/>
          <p:cNvPicPr preferRelativeResize="0"/>
          <p:nvPr/>
        </p:nvPicPr>
        <p:blipFill rotWithShape="1">
          <a:blip r:embed="rId2">
            <a:alphaModFix/>
          </a:blip>
          <a:srcRect b="0" l="0" r="0" t="0"/>
          <a:stretch/>
        </p:blipFill>
        <p:spPr>
          <a:xfrm>
            <a:off x="2041" y="0"/>
            <a:ext cx="12187921" cy="68580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18" name="Shape 118"/>
        <p:cNvGrpSpPr/>
        <p:nvPr/>
      </p:nvGrpSpPr>
      <p:grpSpPr>
        <a:xfrm>
          <a:off x="0" y="0"/>
          <a:ext cx="0" cy="0"/>
          <a:chOff x="0" y="0"/>
          <a:chExt cx="0" cy="0"/>
        </a:xfrm>
      </p:grpSpPr>
      <p:sp>
        <p:nvSpPr>
          <p:cNvPr id="119" name="Google Shape;119;g3f8bb8eb9a8_0_70"/>
          <p:cNvSpPr/>
          <p:nvPr/>
        </p:nvSpPr>
        <p:spPr>
          <a:xfrm>
            <a:off x="6096000" y="-167"/>
            <a:ext cx="6096000" cy="6858000"/>
          </a:xfrm>
          <a:prstGeom prst="rect">
            <a:avLst/>
          </a:prstGeom>
          <a:solidFill>
            <a:srgbClr val="1F497D"/>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20" name="Google Shape;120;g3f8bb8eb9a8_0_70"/>
          <p:cNvSpPr txBox="1"/>
          <p:nvPr>
            <p:ph type="title"/>
          </p:nvPr>
        </p:nvSpPr>
        <p:spPr>
          <a:xfrm>
            <a:off x="354000" y="1644233"/>
            <a:ext cx="5393700" cy="1976400"/>
          </a:xfrm>
          <a:prstGeom prst="rect">
            <a:avLst/>
          </a:prstGeom>
        </p:spPr>
        <p:txBody>
          <a:bodyPr anchorCtr="0" anchor="b" bIns="45700" lIns="91425" spcFirstLastPara="1" rIns="91425" wrap="square" tIns="45700">
            <a:no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p:txBody>
      </p:sp>
      <p:sp>
        <p:nvSpPr>
          <p:cNvPr id="121" name="Google Shape;121;g3f8bb8eb9a8_0_70"/>
          <p:cNvSpPr txBox="1"/>
          <p:nvPr>
            <p:ph idx="1" type="subTitle"/>
          </p:nvPr>
        </p:nvSpPr>
        <p:spPr>
          <a:xfrm>
            <a:off x="354000" y="3737433"/>
            <a:ext cx="5393700" cy="1646700"/>
          </a:xfrm>
          <a:prstGeom prst="rect">
            <a:avLst/>
          </a:prstGeom>
        </p:spPr>
        <p:txBody>
          <a:bodyPr anchorCtr="0" anchor="t" bIns="45700" lIns="90000" spcFirstLastPara="1" rIns="91425" wrap="square" tIns="45700">
            <a:noAutofit/>
          </a:bodyPr>
          <a:lstStyle>
            <a:lvl1pPr lvl="0" algn="ctr">
              <a:lnSpc>
                <a:spcPct val="100000"/>
              </a:lnSpc>
              <a:spcBef>
                <a:spcPts val="1000"/>
              </a:spcBef>
              <a:spcAft>
                <a:spcPts val="0"/>
              </a:spcAft>
              <a:buSzPts val="2800"/>
              <a:buNone/>
              <a:defRPr sz="2800"/>
            </a:lvl1pPr>
            <a:lvl2pPr lvl="1" algn="ctr">
              <a:lnSpc>
                <a:spcPct val="100000"/>
              </a:lnSpc>
              <a:spcBef>
                <a:spcPts val="500"/>
              </a:spcBef>
              <a:spcAft>
                <a:spcPts val="0"/>
              </a:spcAft>
              <a:buSzPts val="2800"/>
              <a:buNone/>
              <a:defRPr sz="2800"/>
            </a:lvl2pPr>
            <a:lvl3pPr lvl="2" algn="ctr">
              <a:lnSpc>
                <a:spcPct val="100000"/>
              </a:lnSpc>
              <a:spcBef>
                <a:spcPts val="500"/>
              </a:spcBef>
              <a:spcAft>
                <a:spcPts val="0"/>
              </a:spcAft>
              <a:buSzPts val="2800"/>
              <a:buNone/>
              <a:defRPr sz="2800"/>
            </a:lvl3pPr>
            <a:lvl4pPr lvl="3" algn="ctr">
              <a:lnSpc>
                <a:spcPct val="100000"/>
              </a:lnSpc>
              <a:spcBef>
                <a:spcPts val="500"/>
              </a:spcBef>
              <a:spcAft>
                <a:spcPts val="0"/>
              </a:spcAft>
              <a:buSzPts val="2800"/>
              <a:buNone/>
              <a:defRPr sz="2800"/>
            </a:lvl4pPr>
            <a:lvl5pPr lvl="4" algn="ctr">
              <a:lnSpc>
                <a:spcPct val="100000"/>
              </a:lnSpc>
              <a:spcBef>
                <a:spcPts val="500"/>
              </a:spcBef>
              <a:spcAft>
                <a:spcPts val="0"/>
              </a:spcAft>
              <a:buSzPts val="2800"/>
              <a:buNone/>
              <a:defRPr sz="2800"/>
            </a:lvl5pPr>
            <a:lvl6pPr lvl="5" algn="ctr">
              <a:lnSpc>
                <a:spcPct val="100000"/>
              </a:lnSpc>
              <a:spcBef>
                <a:spcPts val="500"/>
              </a:spcBef>
              <a:spcAft>
                <a:spcPts val="0"/>
              </a:spcAft>
              <a:buSzPts val="2800"/>
              <a:buNone/>
              <a:defRPr sz="2800"/>
            </a:lvl6pPr>
            <a:lvl7pPr lvl="6" algn="ctr">
              <a:lnSpc>
                <a:spcPct val="100000"/>
              </a:lnSpc>
              <a:spcBef>
                <a:spcPts val="500"/>
              </a:spcBef>
              <a:spcAft>
                <a:spcPts val="0"/>
              </a:spcAft>
              <a:buSzPts val="2800"/>
              <a:buNone/>
              <a:defRPr sz="2800"/>
            </a:lvl7pPr>
            <a:lvl8pPr lvl="7" algn="ctr">
              <a:lnSpc>
                <a:spcPct val="100000"/>
              </a:lnSpc>
              <a:spcBef>
                <a:spcPts val="500"/>
              </a:spcBef>
              <a:spcAft>
                <a:spcPts val="0"/>
              </a:spcAft>
              <a:buSzPts val="2800"/>
              <a:buNone/>
              <a:defRPr sz="2800"/>
            </a:lvl8pPr>
            <a:lvl9pPr lvl="8" algn="ctr">
              <a:lnSpc>
                <a:spcPct val="100000"/>
              </a:lnSpc>
              <a:spcBef>
                <a:spcPts val="500"/>
              </a:spcBef>
              <a:spcAft>
                <a:spcPts val="0"/>
              </a:spcAft>
              <a:buSzPts val="2800"/>
              <a:buNone/>
              <a:defRPr sz="2800"/>
            </a:lvl9pPr>
          </a:lstStyle>
          <a:p/>
        </p:txBody>
      </p:sp>
      <p:sp>
        <p:nvSpPr>
          <p:cNvPr id="122" name="Google Shape;122;g3f8bb8eb9a8_0_70"/>
          <p:cNvSpPr txBox="1"/>
          <p:nvPr>
            <p:ph idx="2" type="body"/>
          </p:nvPr>
        </p:nvSpPr>
        <p:spPr>
          <a:xfrm>
            <a:off x="6586000" y="965433"/>
            <a:ext cx="5115900" cy="4926900"/>
          </a:xfrm>
          <a:prstGeom prst="rect">
            <a:avLst/>
          </a:prstGeom>
        </p:spPr>
        <p:txBody>
          <a:bodyPr anchorCtr="0" anchor="ctr" bIns="45700" lIns="90000" spcFirstLastPara="1" rIns="91425" wrap="square" tIns="45700">
            <a:noAutofit/>
          </a:bodyPr>
          <a:lstStyle>
            <a:lvl1pPr indent="-406400" lvl="0" marL="457200">
              <a:spcBef>
                <a:spcPts val="1000"/>
              </a:spcBef>
              <a:spcAft>
                <a:spcPts val="0"/>
              </a:spcAft>
              <a:buSzPts val="2800"/>
              <a:buChar char="»"/>
              <a:defRPr/>
            </a:lvl1pPr>
            <a:lvl2pPr indent="-381000" lvl="1" marL="914400">
              <a:spcBef>
                <a:spcPts val="500"/>
              </a:spcBef>
              <a:spcAft>
                <a:spcPts val="0"/>
              </a:spcAft>
              <a:buSzPts val="2400"/>
              <a:buChar char="•"/>
              <a:defRPr/>
            </a:lvl2pPr>
            <a:lvl3pPr indent="-342900" lvl="2" marL="1371600">
              <a:spcBef>
                <a:spcPts val="500"/>
              </a:spcBef>
              <a:spcAft>
                <a:spcPts val="0"/>
              </a:spcAft>
              <a:buSzPts val="1800"/>
              <a:buChar char="○"/>
              <a:defRPr/>
            </a:lvl3pPr>
            <a:lvl4pPr indent="-330200" lvl="3" marL="1828800">
              <a:spcBef>
                <a:spcPts val="500"/>
              </a:spcBef>
              <a:spcAft>
                <a:spcPts val="0"/>
              </a:spcAft>
              <a:buSzPts val="1600"/>
              <a:buChar char="•"/>
              <a:defRPr/>
            </a:lvl4pPr>
            <a:lvl5pPr indent="-317500" lvl="4" marL="2286000">
              <a:spcBef>
                <a:spcPts val="500"/>
              </a:spcBef>
              <a:spcAft>
                <a:spcPts val="0"/>
              </a:spcAft>
              <a:buSzPts val="1400"/>
              <a:buChar char="•"/>
              <a:defRPr/>
            </a:lvl5pPr>
            <a:lvl6pPr indent="-304800" lvl="5" marL="2743200">
              <a:spcBef>
                <a:spcPts val="500"/>
              </a:spcBef>
              <a:spcAft>
                <a:spcPts val="0"/>
              </a:spcAft>
              <a:buSzPts val="1200"/>
              <a:buChar char="•"/>
              <a:defRPr/>
            </a:lvl6pPr>
            <a:lvl7pPr indent="-292100" lvl="6" marL="3200400">
              <a:spcBef>
                <a:spcPts val="500"/>
              </a:spcBef>
              <a:spcAft>
                <a:spcPts val="0"/>
              </a:spcAft>
              <a:buSzPts val="1000"/>
              <a:buChar char="•"/>
              <a:defRPr/>
            </a:lvl7pPr>
            <a:lvl8pPr indent="-279400" lvl="7" marL="3657600">
              <a:spcBef>
                <a:spcPts val="500"/>
              </a:spcBef>
              <a:spcAft>
                <a:spcPts val="0"/>
              </a:spcAft>
              <a:buSzPts val="800"/>
              <a:buChar char="•"/>
              <a:defRPr/>
            </a:lvl8pPr>
            <a:lvl9pPr indent="-266700" lvl="8" marL="4114800">
              <a:spcBef>
                <a:spcPts val="500"/>
              </a:spcBef>
              <a:spcAft>
                <a:spcPts val="0"/>
              </a:spcAft>
              <a:buSzPts val="600"/>
              <a:buChar char="•"/>
              <a:defRPr/>
            </a:lvl9pPr>
          </a:lstStyle>
          <a:p/>
        </p:txBody>
      </p:sp>
      <p:sp>
        <p:nvSpPr>
          <p:cNvPr id="123" name="Google Shape;123;g3f8bb8eb9a8_0_70"/>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24" name="Shape 124"/>
        <p:cNvGrpSpPr/>
        <p:nvPr/>
      </p:nvGrpSpPr>
      <p:grpSpPr>
        <a:xfrm>
          <a:off x="0" y="0"/>
          <a:ext cx="0" cy="0"/>
          <a:chOff x="0" y="0"/>
          <a:chExt cx="0" cy="0"/>
        </a:xfrm>
      </p:grpSpPr>
      <p:sp>
        <p:nvSpPr>
          <p:cNvPr id="125" name="Google Shape;125;g3f8bb8eb9a8_0_246"/>
          <p:cNvSpPr txBox="1"/>
          <p:nvPr>
            <p:ph type="title"/>
          </p:nvPr>
        </p:nvSpPr>
        <p:spPr>
          <a:xfrm>
            <a:off x="415600" y="593367"/>
            <a:ext cx="11360700" cy="763500"/>
          </a:xfrm>
          <a:prstGeom prst="rect">
            <a:avLst/>
          </a:prstGeom>
        </p:spPr>
        <p:txBody>
          <a:bodyPr anchorCtr="0" anchor="t" bIns="45700" lIns="91425" spcFirstLastPara="1" rIns="91425" wrap="square" tIns="4570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26" name="Google Shape;126;g3f8bb8eb9a8_0_246"/>
          <p:cNvSpPr txBox="1"/>
          <p:nvPr>
            <p:ph idx="1" type="body"/>
          </p:nvPr>
        </p:nvSpPr>
        <p:spPr>
          <a:xfrm>
            <a:off x="415600" y="1536633"/>
            <a:ext cx="11360700" cy="4555200"/>
          </a:xfrm>
          <a:prstGeom prst="rect">
            <a:avLst/>
          </a:prstGeom>
        </p:spPr>
        <p:txBody>
          <a:bodyPr anchorCtr="0" anchor="t" bIns="45700" lIns="90000" spcFirstLastPara="1" rIns="91425" wrap="square" tIns="45700">
            <a:noAutofit/>
          </a:bodyPr>
          <a:lstStyle>
            <a:lvl1pPr indent="-406400" lvl="0" marL="457200">
              <a:spcBef>
                <a:spcPts val="1000"/>
              </a:spcBef>
              <a:spcAft>
                <a:spcPts val="0"/>
              </a:spcAft>
              <a:buSzPts val="2800"/>
              <a:buChar char="»"/>
              <a:defRPr/>
            </a:lvl1pPr>
            <a:lvl2pPr indent="-381000" lvl="1" marL="914400">
              <a:spcBef>
                <a:spcPts val="500"/>
              </a:spcBef>
              <a:spcAft>
                <a:spcPts val="0"/>
              </a:spcAft>
              <a:buSzPts val="2400"/>
              <a:buChar char="•"/>
              <a:defRPr/>
            </a:lvl2pPr>
            <a:lvl3pPr indent="-342900" lvl="2" marL="1371600">
              <a:spcBef>
                <a:spcPts val="500"/>
              </a:spcBef>
              <a:spcAft>
                <a:spcPts val="0"/>
              </a:spcAft>
              <a:buSzPts val="1800"/>
              <a:buChar char="○"/>
              <a:defRPr/>
            </a:lvl3pPr>
            <a:lvl4pPr indent="-330200" lvl="3" marL="1828800">
              <a:spcBef>
                <a:spcPts val="500"/>
              </a:spcBef>
              <a:spcAft>
                <a:spcPts val="0"/>
              </a:spcAft>
              <a:buSzPts val="1600"/>
              <a:buChar char="•"/>
              <a:defRPr/>
            </a:lvl4pPr>
            <a:lvl5pPr indent="-317500" lvl="4" marL="2286000">
              <a:spcBef>
                <a:spcPts val="500"/>
              </a:spcBef>
              <a:spcAft>
                <a:spcPts val="0"/>
              </a:spcAft>
              <a:buSzPts val="1400"/>
              <a:buChar char="•"/>
              <a:defRPr/>
            </a:lvl5pPr>
            <a:lvl6pPr indent="-304800" lvl="5" marL="2743200">
              <a:spcBef>
                <a:spcPts val="500"/>
              </a:spcBef>
              <a:spcAft>
                <a:spcPts val="0"/>
              </a:spcAft>
              <a:buSzPts val="1200"/>
              <a:buChar char="•"/>
              <a:defRPr/>
            </a:lvl6pPr>
            <a:lvl7pPr indent="-292100" lvl="6" marL="3200400">
              <a:spcBef>
                <a:spcPts val="500"/>
              </a:spcBef>
              <a:spcAft>
                <a:spcPts val="0"/>
              </a:spcAft>
              <a:buSzPts val="1000"/>
              <a:buChar char="•"/>
              <a:defRPr/>
            </a:lvl7pPr>
            <a:lvl8pPr indent="-279400" lvl="7" marL="3657600">
              <a:spcBef>
                <a:spcPts val="500"/>
              </a:spcBef>
              <a:spcAft>
                <a:spcPts val="0"/>
              </a:spcAft>
              <a:buSzPts val="800"/>
              <a:buChar char="•"/>
              <a:defRPr/>
            </a:lvl8pPr>
            <a:lvl9pPr indent="-266700" lvl="8" marL="4114800">
              <a:spcBef>
                <a:spcPts val="500"/>
              </a:spcBef>
              <a:spcAft>
                <a:spcPts val="0"/>
              </a:spcAft>
              <a:buSzPts val="600"/>
              <a:buChar char="•"/>
              <a:defRPr/>
            </a:lvl9pPr>
          </a:lstStyle>
          <a:p/>
        </p:txBody>
      </p:sp>
      <p:sp>
        <p:nvSpPr>
          <p:cNvPr id="127" name="Google Shape;127;g3f8bb8eb9a8_0_246"/>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showMasterSp="0">
  <p:cSld name="Title and Content">
    <p:bg>
      <p:bgPr>
        <a:solidFill>
          <a:schemeClr val="lt1"/>
        </a:solidFill>
      </p:bgPr>
    </p:bg>
    <p:spTree>
      <p:nvGrpSpPr>
        <p:cNvPr id="128" name="Shape 128"/>
        <p:cNvGrpSpPr/>
        <p:nvPr/>
      </p:nvGrpSpPr>
      <p:grpSpPr>
        <a:xfrm>
          <a:off x="0" y="0"/>
          <a:ext cx="0" cy="0"/>
          <a:chOff x="0" y="0"/>
          <a:chExt cx="0" cy="0"/>
        </a:xfrm>
      </p:grpSpPr>
      <p:sp>
        <p:nvSpPr>
          <p:cNvPr id="129" name="Google Shape;129;g3f8bb8eb9a8_0_2215"/>
          <p:cNvSpPr/>
          <p:nvPr/>
        </p:nvSpPr>
        <p:spPr>
          <a:xfrm>
            <a:off x="1" y="502542"/>
            <a:ext cx="3000000" cy="708300"/>
          </a:xfrm>
          <a:prstGeom prst="rect">
            <a:avLst/>
          </a:prstGeom>
          <a:solidFill>
            <a:srgbClr val="317DE2"/>
          </a:solidFill>
          <a:ln>
            <a:noFill/>
          </a:ln>
        </p:spPr>
        <p:txBody>
          <a:bodyPr anchorCtr="0" anchor="ctr" bIns="27725" lIns="55450" spcFirstLastPara="1" rIns="55450" wrap="square" tIns="27725">
            <a:noAutofit/>
          </a:bodyPr>
          <a:lstStyle/>
          <a:p>
            <a:pPr indent="0" lvl="0" marL="0" marR="0" rtl="0" algn="ctr">
              <a:spcBef>
                <a:spcPts val="0"/>
              </a:spcBef>
              <a:spcAft>
                <a:spcPts val="0"/>
              </a:spcAft>
              <a:buNone/>
            </a:pPr>
            <a:r>
              <a:t/>
            </a:r>
            <a:endParaRPr sz="1100">
              <a:solidFill>
                <a:schemeClr val="lt1"/>
              </a:solidFill>
              <a:latin typeface="Calibri"/>
              <a:ea typeface="Calibri"/>
              <a:cs typeface="Calibri"/>
              <a:sym typeface="Calibri"/>
            </a:endParaRPr>
          </a:p>
        </p:txBody>
      </p:sp>
      <p:sp>
        <p:nvSpPr>
          <p:cNvPr id="130" name="Google Shape;130;g3f8bb8eb9a8_0_2215"/>
          <p:cNvSpPr/>
          <p:nvPr/>
        </p:nvSpPr>
        <p:spPr>
          <a:xfrm>
            <a:off x="3031351" y="502542"/>
            <a:ext cx="92410" cy="699821"/>
          </a:xfrm>
          <a:custGeom>
            <a:rect b="b" l="l" r="r" t="t"/>
            <a:pathLst>
              <a:path extrusionOk="0" h="6827520" w="53339">
                <a:moveTo>
                  <a:pt x="26606" y="0"/>
                </a:moveTo>
                <a:lnTo>
                  <a:pt x="16269" y="2095"/>
                </a:lnTo>
                <a:lnTo>
                  <a:pt x="7809" y="7806"/>
                </a:lnTo>
                <a:lnTo>
                  <a:pt x="2097" y="16264"/>
                </a:lnTo>
                <a:lnTo>
                  <a:pt x="0" y="26606"/>
                </a:lnTo>
                <a:lnTo>
                  <a:pt x="0" y="6800368"/>
                </a:lnTo>
                <a:lnTo>
                  <a:pt x="2097" y="6810704"/>
                </a:lnTo>
                <a:lnTo>
                  <a:pt x="7809" y="6819160"/>
                </a:lnTo>
                <a:lnTo>
                  <a:pt x="16269" y="6824869"/>
                </a:lnTo>
                <a:lnTo>
                  <a:pt x="26606" y="6826964"/>
                </a:lnTo>
                <a:lnTo>
                  <a:pt x="36943" y="6824869"/>
                </a:lnTo>
                <a:lnTo>
                  <a:pt x="45403" y="6819160"/>
                </a:lnTo>
                <a:lnTo>
                  <a:pt x="51115" y="6810704"/>
                </a:lnTo>
                <a:lnTo>
                  <a:pt x="53213" y="6800368"/>
                </a:lnTo>
                <a:lnTo>
                  <a:pt x="53213" y="26606"/>
                </a:lnTo>
                <a:lnTo>
                  <a:pt x="51115" y="16264"/>
                </a:lnTo>
                <a:lnTo>
                  <a:pt x="45403" y="7806"/>
                </a:lnTo>
                <a:lnTo>
                  <a:pt x="36943" y="2095"/>
                </a:lnTo>
                <a:lnTo>
                  <a:pt x="26606" y="0"/>
                </a:lnTo>
                <a:close/>
              </a:path>
            </a:pathLst>
          </a:custGeom>
          <a:solidFill>
            <a:srgbClr val="1A1A1A"/>
          </a:solid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131" name="Google Shape;131;g3f8bb8eb9a8_0_2215"/>
          <p:cNvSpPr txBox="1"/>
          <p:nvPr>
            <p:ph idx="1" type="body"/>
          </p:nvPr>
        </p:nvSpPr>
        <p:spPr>
          <a:xfrm>
            <a:off x="348123" y="763102"/>
            <a:ext cx="2634000" cy="895800"/>
          </a:xfrm>
          <a:prstGeom prst="rect">
            <a:avLst/>
          </a:prstGeom>
          <a:noFill/>
          <a:ln>
            <a:noFill/>
          </a:ln>
        </p:spPr>
        <p:txBody>
          <a:bodyPr anchorCtr="0" anchor="t" bIns="0" lIns="0" spcFirstLastPara="1" rIns="0" wrap="square" tIns="0">
            <a:spAutoFit/>
          </a:bodyPr>
          <a:lstStyle>
            <a:lvl1pPr indent="-228600" lvl="0" marL="457200" algn="l">
              <a:spcBef>
                <a:spcPts val="1000"/>
              </a:spcBef>
              <a:spcAft>
                <a:spcPts val="0"/>
              </a:spcAft>
              <a:buSzPts val="2800"/>
              <a:buNone/>
              <a:defRPr b="1" sz="2900">
                <a:solidFill>
                  <a:schemeClr val="dk1"/>
                </a:solidFill>
                <a:latin typeface="Arial"/>
                <a:ea typeface="Arial"/>
                <a:cs typeface="Arial"/>
                <a:sym typeface="Arial"/>
              </a:defRPr>
            </a:lvl1pPr>
            <a:lvl2pPr indent="-228600" lvl="1" marL="914400" algn="l">
              <a:spcBef>
                <a:spcPts val="500"/>
              </a:spcBef>
              <a:spcAft>
                <a:spcPts val="0"/>
              </a:spcAft>
              <a:buSzPts val="2400"/>
              <a:buNone/>
              <a:defRPr/>
            </a:lvl2pPr>
            <a:lvl3pPr indent="-228600" lvl="2" marL="1371600" algn="l">
              <a:spcBef>
                <a:spcPts val="500"/>
              </a:spcBef>
              <a:spcAft>
                <a:spcPts val="0"/>
              </a:spcAft>
              <a:buSzPts val="1800"/>
              <a:buNone/>
              <a:defRPr/>
            </a:lvl3pPr>
            <a:lvl4pPr indent="-228600" lvl="3" marL="1828800" algn="l">
              <a:spcBef>
                <a:spcPts val="500"/>
              </a:spcBef>
              <a:spcAft>
                <a:spcPts val="0"/>
              </a:spcAft>
              <a:buSzPts val="1600"/>
              <a:buNone/>
              <a:defRPr/>
            </a:lvl4pPr>
            <a:lvl5pPr indent="-228600" lvl="4" marL="2286000" algn="l">
              <a:spcBef>
                <a:spcPts val="500"/>
              </a:spcBef>
              <a:spcAft>
                <a:spcPts val="0"/>
              </a:spcAft>
              <a:buSzPts val="1400"/>
              <a:buNone/>
              <a:defRPr/>
            </a:lvl5pPr>
            <a:lvl6pPr indent="-228600" lvl="5" marL="2743200" algn="l">
              <a:spcBef>
                <a:spcPts val="500"/>
              </a:spcBef>
              <a:spcAft>
                <a:spcPts val="0"/>
              </a:spcAft>
              <a:buSzPts val="1200"/>
              <a:buNone/>
              <a:defRPr/>
            </a:lvl6pPr>
            <a:lvl7pPr indent="-228600" lvl="6" marL="3200400" algn="l">
              <a:spcBef>
                <a:spcPts val="500"/>
              </a:spcBef>
              <a:spcAft>
                <a:spcPts val="0"/>
              </a:spcAft>
              <a:buSzPts val="1000"/>
              <a:buNone/>
              <a:defRPr/>
            </a:lvl7pPr>
            <a:lvl8pPr indent="-228600" lvl="7" marL="3657600" algn="l">
              <a:spcBef>
                <a:spcPts val="500"/>
              </a:spcBef>
              <a:spcAft>
                <a:spcPts val="0"/>
              </a:spcAft>
              <a:buSzPts val="800"/>
              <a:buNone/>
              <a:defRPr/>
            </a:lvl8pPr>
            <a:lvl9pPr indent="-228600" lvl="8" marL="4114800" algn="l">
              <a:spcBef>
                <a:spcPts val="500"/>
              </a:spcBef>
              <a:spcAft>
                <a:spcPts val="0"/>
              </a:spcAft>
              <a:buSzPts val="600"/>
              <a:buNone/>
              <a:defRPr/>
            </a:lvl9pPr>
          </a:lstStyle>
          <a:p/>
        </p:txBody>
      </p:sp>
      <p:sp>
        <p:nvSpPr>
          <p:cNvPr id="132" name="Google Shape;132;g3f8bb8eb9a8_0_2215"/>
          <p:cNvSpPr txBox="1"/>
          <p:nvPr>
            <p:ph idx="2" type="body"/>
          </p:nvPr>
        </p:nvSpPr>
        <p:spPr>
          <a:xfrm>
            <a:off x="348508" y="1765521"/>
            <a:ext cx="2634000" cy="746700"/>
          </a:xfrm>
          <a:prstGeom prst="rect">
            <a:avLst/>
          </a:prstGeom>
          <a:noFill/>
          <a:ln>
            <a:noFill/>
          </a:ln>
        </p:spPr>
        <p:txBody>
          <a:bodyPr anchorCtr="0" anchor="t" bIns="0" lIns="0" spcFirstLastPara="1" rIns="0" wrap="square" tIns="0">
            <a:spAutoFit/>
          </a:bodyPr>
          <a:lstStyle>
            <a:lvl1pPr indent="-228600" lvl="0" marL="457200" algn="l">
              <a:spcBef>
                <a:spcPts val="1000"/>
              </a:spcBef>
              <a:spcAft>
                <a:spcPts val="0"/>
              </a:spcAft>
              <a:buSzPts val="2800"/>
              <a:buNone/>
              <a:defRPr sz="1200">
                <a:latin typeface="Arial"/>
                <a:ea typeface="Arial"/>
                <a:cs typeface="Arial"/>
                <a:sym typeface="Arial"/>
              </a:defRPr>
            </a:lvl1pPr>
            <a:lvl2pPr indent="-228600" lvl="1" marL="914400" algn="l">
              <a:spcBef>
                <a:spcPts val="500"/>
              </a:spcBef>
              <a:spcAft>
                <a:spcPts val="0"/>
              </a:spcAft>
              <a:buSzPts val="2400"/>
              <a:buNone/>
              <a:defRPr/>
            </a:lvl2pPr>
            <a:lvl3pPr indent="-228600" lvl="2" marL="1371600" algn="l">
              <a:spcBef>
                <a:spcPts val="500"/>
              </a:spcBef>
              <a:spcAft>
                <a:spcPts val="0"/>
              </a:spcAft>
              <a:buSzPts val="1800"/>
              <a:buNone/>
              <a:defRPr/>
            </a:lvl3pPr>
            <a:lvl4pPr indent="-228600" lvl="3" marL="1828800" algn="l">
              <a:spcBef>
                <a:spcPts val="500"/>
              </a:spcBef>
              <a:spcAft>
                <a:spcPts val="0"/>
              </a:spcAft>
              <a:buSzPts val="1600"/>
              <a:buNone/>
              <a:defRPr/>
            </a:lvl4pPr>
            <a:lvl5pPr indent="-228600" lvl="4" marL="2286000" algn="l">
              <a:spcBef>
                <a:spcPts val="500"/>
              </a:spcBef>
              <a:spcAft>
                <a:spcPts val="0"/>
              </a:spcAft>
              <a:buSzPts val="1400"/>
              <a:buNone/>
              <a:defRPr/>
            </a:lvl5pPr>
            <a:lvl6pPr indent="-228600" lvl="5" marL="2743200" algn="l">
              <a:spcBef>
                <a:spcPts val="500"/>
              </a:spcBef>
              <a:spcAft>
                <a:spcPts val="0"/>
              </a:spcAft>
              <a:buSzPts val="1200"/>
              <a:buNone/>
              <a:defRPr/>
            </a:lvl6pPr>
            <a:lvl7pPr indent="-228600" lvl="6" marL="3200400" algn="l">
              <a:spcBef>
                <a:spcPts val="500"/>
              </a:spcBef>
              <a:spcAft>
                <a:spcPts val="0"/>
              </a:spcAft>
              <a:buSzPts val="1000"/>
              <a:buNone/>
              <a:defRPr/>
            </a:lvl7pPr>
            <a:lvl8pPr indent="-228600" lvl="7" marL="3657600" algn="l">
              <a:spcBef>
                <a:spcPts val="500"/>
              </a:spcBef>
              <a:spcAft>
                <a:spcPts val="0"/>
              </a:spcAft>
              <a:buSzPts val="800"/>
              <a:buNone/>
              <a:defRPr/>
            </a:lvl8pPr>
            <a:lvl9pPr indent="-228600" lvl="8" marL="4114800" algn="l">
              <a:spcBef>
                <a:spcPts val="500"/>
              </a:spcBef>
              <a:spcAft>
                <a:spcPts val="0"/>
              </a:spcAft>
              <a:buSzPts val="600"/>
              <a:buNone/>
              <a:defRPr/>
            </a:lvl9pPr>
          </a:lstStyle>
          <a:p/>
        </p:txBody>
      </p:sp>
      <p:sp>
        <p:nvSpPr>
          <p:cNvPr id="133" name="Google Shape;133;g3f8bb8eb9a8_0_2215"/>
          <p:cNvSpPr/>
          <p:nvPr/>
        </p:nvSpPr>
        <p:spPr>
          <a:xfrm>
            <a:off x="10284447" y="6322510"/>
            <a:ext cx="983309" cy="319026"/>
          </a:xfrm>
          <a:custGeom>
            <a:rect b="b" l="l" r="r" t="t"/>
            <a:pathLst>
              <a:path extrusionOk="0" h="525145" w="1618615">
                <a:moveTo>
                  <a:pt x="453097" y="247865"/>
                </a:moveTo>
                <a:lnTo>
                  <a:pt x="449186" y="196367"/>
                </a:lnTo>
                <a:lnTo>
                  <a:pt x="437921" y="151307"/>
                </a:lnTo>
                <a:lnTo>
                  <a:pt x="419925" y="112522"/>
                </a:lnTo>
                <a:lnTo>
                  <a:pt x="395884" y="79870"/>
                </a:lnTo>
                <a:lnTo>
                  <a:pt x="366445" y="53213"/>
                </a:lnTo>
                <a:lnTo>
                  <a:pt x="330708" y="31546"/>
                </a:lnTo>
                <a:lnTo>
                  <a:pt x="330708" y="251650"/>
                </a:lnTo>
                <a:lnTo>
                  <a:pt x="325094" y="307492"/>
                </a:lnTo>
                <a:lnTo>
                  <a:pt x="308851" y="352729"/>
                </a:lnTo>
                <a:lnTo>
                  <a:pt x="282892" y="387540"/>
                </a:lnTo>
                <a:lnTo>
                  <a:pt x="248132" y="412089"/>
                </a:lnTo>
                <a:lnTo>
                  <a:pt x="205486" y="426542"/>
                </a:lnTo>
                <a:lnTo>
                  <a:pt x="155841" y="431076"/>
                </a:lnTo>
                <a:lnTo>
                  <a:pt x="145161" y="431038"/>
                </a:lnTo>
                <a:lnTo>
                  <a:pt x="134264" y="430784"/>
                </a:lnTo>
                <a:lnTo>
                  <a:pt x="124079" y="430098"/>
                </a:lnTo>
                <a:lnTo>
                  <a:pt x="115519" y="428764"/>
                </a:lnTo>
                <a:lnTo>
                  <a:pt x="115519" y="93497"/>
                </a:lnTo>
                <a:lnTo>
                  <a:pt x="124383" y="91821"/>
                </a:lnTo>
                <a:lnTo>
                  <a:pt x="136080" y="90347"/>
                </a:lnTo>
                <a:lnTo>
                  <a:pt x="150622" y="89319"/>
                </a:lnTo>
                <a:lnTo>
                  <a:pt x="168008" y="88925"/>
                </a:lnTo>
                <a:lnTo>
                  <a:pt x="214909" y="93319"/>
                </a:lnTo>
                <a:lnTo>
                  <a:pt x="254800" y="106616"/>
                </a:lnTo>
                <a:lnTo>
                  <a:pt x="286994" y="128943"/>
                </a:lnTo>
                <a:lnTo>
                  <a:pt x="310832" y="160464"/>
                </a:lnTo>
                <a:lnTo>
                  <a:pt x="325628" y="201320"/>
                </a:lnTo>
                <a:lnTo>
                  <a:pt x="330708" y="251650"/>
                </a:lnTo>
                <a:lnTo>
                  <a:pt x="330708" y="31546"/>
                </a:lnTo>
                <a:lnTo>
                  <a:pt x="326796" y="29171"/>
                </a:lnTo>
                <a:lnTo>
                  <a:pt x="279666" y="12636"/>
                </a:lnTo>
                <a:lnTo>
                  <a:pt x="223278" y="3073"/>
                </a:lnTo>
                <a:lnTo>
                  <a:pt x="155841" y="0"/>
                </a:lnTo>
                <a:lnTo>
                  <a:pt x="113093" y="711"/>
                </a:lnTo>
                <a:lnTo>
                  <a:pt x="72212" y="2857"/>
                </a:lnTo>
                <a:lnTo>
                  <a:pt x="34175" y="6413"/>
                </a:lnTo>
                <a:lnTo>
                  <a:pt x="0" y="11417"/>
                </a:lnTo>
                <a:lnTo>
                  <a:pt x="0" y="513930"/>
                </a:lnTo>
                <a:lnTo>
                  <a:pt x="23964" y="516724"/>
                </a:lnTo>
                <a:lnTo>
                  <a:pt x="53784" y="519150"/>
                </a:lnTo>
                <a:lnTo>
                  <a:pt x="89585" y="520877"/>
                </a:lnTo>
                <a:lnTo>
                  <a:pt x="131495" y="521525"/>
                </a:lnTo>
                <a:lnTo>
                  <a:pt x="189534" y="518960"/>
                </a:lnTo>
                <a:lnTo>
                  <a:pt x="242811" y="511162"/>
                </a:lnTo>
                <a:lnTo>
                  <a:pt x="290804" y="498043"/>
                </a:lnTo>
                <a:lnTo>
                  <a:pt x="332955" y="479501"/>
                </a:lnTo>
                <a:lnTo>
                  <a:pt x="368719" y="455409"/>
                </a:lnTo>
                <a:lnTo>
                  <a:pt x="396163" y="427177"/>
                </a:lnTo>
                <a:lnTo>
                  <a:pt x="419430" y="392518"/>
                </a:lnTo>
                <a:lnTo>
                  <a:pt x="437400" y="351231"/>
                </a:lnTo>
                <a:lnTo>
                  <a:pt x="448983" y="303085"/>
                </a:lnTo>
                <a:lnTo>
                  <a:pt x="453097" y="247865"/>
                </a:lnTo>
                <a:close/>
              </a:path>
              <a:path extrusionOk="0" h="525145" w="1618615">
                <a:moveTo>
                  <a:pt x="849947" y="516191"/>
                </a:moveTo>
                <a:lnTo>
                  <a:pt x="848817" y="491236"/>
                </a:lnTo>
                <a:lnTo>
                  <a:pt x="847839" y="463080"/>
                </a:lnTo>
                <a:lnTo>
                  <a:pt x="847140" y="431634"/>
                </a:lnTo>
                <a:lnTo>
                  <a:pt x="846874" y="396836"/>
                </a:lnTo>
                <a:lnTo>
                  <a:pt x="846874" y="144449"/>
                </a:lnTo>
                <a:lnTo>
                  <a:pt x="731316" y="144449"/>
                </a:lnTo>
                <a:lnTo>
                  <a:pt x="731316" y="365671"/>
                </a:lnTo>
                <a:lnTo>
                  <a:pt x="731037" y="372808"/>
                </a:lnTo>
                <a:lnTo>
                  <a:pt x="707301" y="417766"/>
                </a:lnTo>
                <a:lnTo>
                  <a:pt x="668985" y="431076"/>
                </a:lnTo>
                <a:lnTo>
                  <a:pt x="642531" y="425119"/>
                </a:lnTo>
                <a:lnTo>
                  <a:pt x="624332" y="407974"/>
                </a:lnTo>
                <a:lnTo>
                  <a:pt x="613841" y="380707"/>
                </a:lnTo>
                <a:lnTo>
                  <a:pt x="610463" y="344398"/>
                </a:lnTo>
                <a:lnTo>
                  <a:pt x="610463" y="144449"/>
                </a:lnTo>
                <a:lnTo>
                  <a:pt x="494906" y="144449"/>
                </a:lnTo>
                <a:lnTo>
                  <a:pt x="494906" y="362623"/>
                </a:lnTo>
                <a:lnTo>
                  <a:pt x="501205" y="423557"/>
                </a:lnTo>
                <a:lnTo>
                  <a:pt x="519036" y="469226"/>
                </a:lnTo>
                <a:lnTo>
                  <a:pt x="546785" y="500634"/>
                </a:lnTo>
                <a:lnTo>
                  <a:pt x="582866" y="518756"/>
                </a:lnTo>
                <a:lnTo>
                  <a:pt x="625652" y="524573"/>
                </a:lnTo>
                <a:lnTo>
                  <a:pt x="670026" y="518274"/>
                </a:lnTo>
                <a:lnTo>
                  <a:pt x="703491" y="502716"/>
                </a:lnTo>
                <a:lnTo>
                  <a:pt x="727113" y="482879"/>
                </a:lnTo>
                <a:lnTo>
                  <a:pt x="741972" y="463753"/>
                </a:lnTo>
                <a:lnTo>
                  <a:pt x="744245" y="463753"/>
                </a:lnTo>
                <a:lnTo>
                  <a:pt x="749592" y="516191"/>
                </a:lnTo>
                <a:lnTo>
                  <a:pt x="849947" y="516191"/>
                </a:lnTo>
                <a:close/>
              </a:path>
              <a:path extrusionOk="0" h="525145" w="1618615">
                <a:moveTo>
                  <a:pt x="1277759" y="326885"/>
                </a:moveTo>
                <a:lnTo>
                  <a:pt x="1273225" y="280898"/>
                </a:lnTo>
                <a:lnTo>
                  <a:pt x="1260055" y="239864"/>
                </a:lnTo>
                <a:lnTo>
                  <a:pt x="1247533" y="218948"/>
                </a:lnTo>
                <a:lnTo>
                  <a:pt x="1238923" y="204558"/>
                </a:lnTo>
                <a:lnTo>
                  <a:pt x="1210513" y="175742"/>
                </a:lnTo>
                <a:lnTo>
                  <a:pt x="1175537" y="154216"/>
                </a:lnTo>
                <a:lnTo>
                  <a:pt x="1157643" y="148323"/>
                </a:lnTo>
                <a:lnTo>
                  <a:pt x="1157643" y="329958"/>
                </a:lnTo>
                <a:lnTo>
                  <a:pt x="1152537" y="375627"/>
                </a:lnTo>
                <a:lnTo>
                  <a:pt x="1137881" y="410908"/>
                </a:lnTo>
                <a:lnTo>
                  <a:pt x="1114679" y="433641"/>
                </a:lnTo>
                <a:lnTo>
                  <a:pt x="1083906" y="441693"/>
                </a:lnTo>
                <a:lnTo>
                  <a:pt x="1083157" y="441693"/>
                </a:lnTo>
                <a:lnTo>
                  <a:pt x="1050861" y="433222"/>
                </a:lnTo>
                <a:lnTo>
                  <a:pt x="1027264" y="409867"/>
                </a:lnTo>
                <a:lnTo>
                  <a:pt x="1012799" y="374675"/>
                </a:lnTo>
                <a:lnTo>
                  <a:pt x="1007884" y="330708"/>
                </a:lnTo>
                <a:lnTo>
                  <a:pt x="1012063" y="289839"/>
                </a:lnTo>
                <a:lnTo>
                  <a:pt x="1025372" y="254025"/>
                </a:lnTo>
                <a:lnTo>
                  <a:pt x="1048931" y="228612"/>
                </a:lnTo>
                <a:lnTo>
                  <a:pt x="1083906" y="218948"/>
                </a:lnTo>
                <a:lnTo>
                  <a:pt x="1117574" y="228612"/>
                </a:lnTo>
                <a:lnTo>
                  <a:pt x="1140447" y="253936"/>
                </a:lnTo>
                <a:lnTo>
                  <a:pt x="1153502" y="289521"/>
                </a:lnTo>
                <a:lnTo>
                  <a:pt x="1157643" y="329958"/>
                </a:lnTo>
                <a:lnTo>
                  <a:pt x="1157643" y="148323"/>
                </a:lnTo>
                <a:lnTo>
                  <a:pt x="1134618" y="140728"/>
                </a:lnTo>
                <a:lnTo>
                  <a:pt x="1088466" y="136067"/>
                </a:lnTo>
                <a:lnTo>
                  <a:pt x="1039609" y="140665"/>
                </a:lnTo>
                <a:lnTo>
                  <a:pt x="996442" y="154089"/>
                </a:lnTo>
                <a:lnTo>
                  <a:pt x="959637" y="175755"/>
                </a:lnTo>
                <a:lnTo>
                  <a:pt x="929855" y="205041"/>
                </a:lnTo>
                <a:lnTo>
                  <a:pt x="907770" y="241401"/>
                </a:lnTo>
                <a:lnTo>
                  <a:pt x="894016" y="284226"/>
                </a:lnTo>
                <a:lnTo>
                  <a:pt x="889292" y="332955"/>
                </a:lnTo>
                <a:lnTo>
                  <a:pt x="894245" y="381393"/>
                </a:lnTo>
                <a:lnTo>
                  <a:pt x="908405" y="423481"/>
                </a:lnTo>
                <a:lnTo>
                  <a:pt x="930757" y="458812"/>
                </a:lnTo>
                <a:lnTo>
                  <a:pt x="960272" y="486994"/>
                </a:lnTo>
                <a:lnTo>
                  <a:pt x="995946" y="507606"/>
                </a:lnTo>
                <a:lnTo>
                  <a:pt x="1036726" y="520268"/>
                </a:lnTo>
                <a:lnTo>
                  <a:pt x="1081608" y="524573"/>
                </a:lnTo>
                <a:lnTo>
                  <a:pt x="1082382" y="524573"/>
                </a:lnTo>
                <a:lnTo>
                  <a:pt x="1124318" y="520725"/>
                </a:lnTo>
                <a:lnTo>
                  <a:pt x="1164336" y="509054"/>
                </a:lnTo>
                <a:lnTo>
                  <a:pt x="1200772" y="489381"/>
                </a:lnTo>
                <a:lnTo>
                  <a:pt x="1231976" y="461518"/>
                </a:lnTo>
                <a:lnTo>
                  <a:pt x="1245285" y="441693"/>
                </a:lnTo>
                <a:lnTo>
                  <a:pt x="1256322" y="425259"/>
                </a:lnTo>
                <a:lnTo>
                  <a:pt x="1272120" y="380453"/>
                </a:lnTo>
                <a:lnTo>
                  <a:pt x="1277759" y="326885"/>
                </a:lnTo>
                <a:close/>
              </a:path>
              <a:path extrusionOk="0" h="525145" w="1618615">
                <a:moveTo>
                  <a:pt x="1618411" y="150533"/>
                </a:moveTo>
                <a:lnTo>
                  <a:pt x="1598650" y="144424"/>
                </a:lnTo>
                <a:lnTo>
                  <a:pt x="1576603" y="139865"/>
                </a:lnTo>
                <a:lnTo>
                  <a:pt x="1553413" y="137033"/>
                </a:lnTo>
                <a:lnTo>
                  <a:pt x="1530223" y="136055"/>
                </a:lnTo>
                <a:lnTo>
                  <a:pt x="1474876" y="141300"/>
                </a:lnTo>
                <a:lnTo>
                  <a:pt x="1427530" y="156235"/>
                </a:lnTo>
                <a:lnTo>
                  <a:pt x="1388376" y="179628"/>
                </a:lnTo>
                <a:lnTo>
                  <a:pt x="1357591" y="210299"/>
                </a:lnTo>
                <a:lnTo>
                  <a:pt x="1335366" y="247015"/>
                </a:lnTo>
                <a:lnTo>
                  <a:pt x="1321904" y="288569"/>
                </a:lnTo>
                <a:lnTo>
                  <a:pt x="1317371" y="333743"/>
                </a:lnTo>
                <a:lnTo>
                  <a:pt x="1321968" y="381190"/>
                </a:lnTo>
                <a:lnTo>
                  <a:pt x="1335392" y="422783"/>
                </a:lnTo>
                <a:lnTo>
                  <a:pt x="1357045" y="458012"/>
                </a:lnTo>
                <a:lnTo>
                  <a:pt x="1386344" y="486346"/>
                </a:lnTo>
                <a:lnTo>
                  <a:pt x="1422704" y="507225"/>
                </a:lnTo>
                <a:lnTo>
                  <a:pt x="1465541" y="520153"/>
                </a:lnTo>
                <a:lnTo>
                  <a:pt x="1514259" y="524573"/>
                </a:lnTo>
                <a:lnTo>
                  <a:pt x="1546148" y="523240"/>
                </a:lnTo>
                <a:lnTo>
                  <a:pt x="1599057" y="514007"/>
                </a:lnTo>
                <a:lnTo>
                  <a:pt x="1603971" y="421932"/>
                </a:lnTo>
                <a:lnTo>
                  <a:pt x="1590116" y="427050"/>
                </a:lnTo>
                <a:lnTo>
                  <a:pt x="1574609" y="430872"/>
                </a:lnTo>
                <a:lnTo>
                  <a:pt x="1557248" y="433273"/>
                </a:lnTo>
                <a:lnTo>
                  <a:pt x="1537817" y="434098"/>
                </a:lnTo>
                <a:lnTo>
                  <a:pt x="1498168" y="427329"/>
                </a:lnTo>
                <a:lnTo>
                  <a:pt x="1465795" y="407301"/>
                </a:lnTo>
                <a:lnTo>
                  <a:pt x="1443951" y="374446"/>
                </a:lnTo>
                <a:lnTo>
                  <a:pt x="1435938" y="329196"/>
                </a:lnTo>
                <a:lnTo>
                  <a:pt x="1442631" y="287261"/>
                </a:lnTo>
                <a:lnTo>
                  <a:pt x="1462659" y="254304"/>
                </a:lnTo>
                <a:lnTo>
                  <a:pt x="1494218" y="232752"/>
                </a:lnTo>
                <a:lnTo>
                  <a:pt x="1535557" y="225031"/>
                </a:lnTo>
                <a:lnTo>
                  <a:pt x="1556562" y="225958"/>
                </a:lnTo>
                <a:lnTo>
                  <a:pt x="1574152" y="228447"/>
                </a:lnTo>
                <a:lnTo>
                  <a:pt x="1588592" y="232092"/>
                </a:lnTo>
                <a:lnTo>
                  <a:pt x="1600174" y="236435"/>
                </a:lnTo>
                <a:lnTo>
                  <a:pt x="1618411" y="150533"/>
                </a:lnTo>
                <a:close/>
              </a:path>
            </a:pathLst>
          </a:custGeom>
          <a:solidFill>
            <a:srgbClr val="FEB620"/>
          </a:solid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134" name="Google Shape;134;g3f8bb8eb9a8_0_2215"/>
          <p:cNvSpPr/>
          <p:nvPr/>
        </p:nvSpPr>
        <p:spPr>
          <a:xfrm>
            <a:off x="11333983" y="6349282"/>
            <a:ext cx="236086" cy="293179"/>
          </a:xfrm>
          <a:custGeom>
            <a:rect b="b" l="l" r="r" t="t"/>
            <a:pathLst>
              <a:path extrusionOk="0" h="482600" w="388619">
                <a:moveTo>
                  <a:pt x="388176" y="0"/>
                </a:moveTo>
                <a:lnTo>
                  <a:pt x="281090" y="0"/>
                </a:lnTo>
                <a:lnTo>
                  <a:pt x="281090" y="273331"/>
                </a:lnTo>
                <a:lnTo>
                  <a:pt x="275370" y="327965"/>
                </a:lnTo>
                <a:lnTo>
                  <a:pt x="258558" y="366414"/>
                </a:lnTo>
                <a:lnTo>
                  <a:pt x="231178" y="389143"/>
                </a:lnTo>
                <a:lnTo>
                  <a:pt x="193753" y="396616"/>
                </a:lnTo>
                <a:lnTo>
                  <a:pt x="157139" y="388845"/>
                </a:lnTo>
                <a:lnTo>
                  <a:pt x="130175" y="365621"/>
                </a:lnTo>
                <a:lnTo>
                  <a:pt x="113516" y="327072"/>
                </a:lnTo>
                <a:lnTo>
                  <a:pt x="107818" y="273331"/>
                </a:lnTo>
                <a:lnTo>
                  <a:pt x="107818" y="0"/>
                </a:lnTo>
                <a:lnTo>
                  <a:pt x="0" y="0"/>
                </a:lnTo>
                <a:lnTo>
                  <a:pt x="0" y="264892"/>
                </a:lnTo>
                <a:lnTo>
                  <a:pt x="4253" y="324651"/>
                </a:lnTo>
                <a:lnTo>
                  <a:pt x="16765" y="374300"/>
                </a:lnTo>
                <a:lnTo>
                  <a:pt x="37165" y="414172"/>
                </a:lnTo>
                <a:lnTo>
                  <a:pt x="65082" y="444602"/>
                </a:lnTo>
                <a:lnTo>
                  <a:pt x="100145" y="465925"/>
                </a:lnTo>
                <a:lnTo>
                  <a:pt x="141983" y="478473"/>
                </a:lnTo>
                <a:lnTo>
                  <a:pt x="190224" y="482582"/>
                </a:lnTo>
                <a:lnTo>
                  <a:pt x="240229" y="478290"/>
                </a:lnTo>
                <a:lnTo>
                  <a:pt x="283689" y="465335"/>
                </a:lnTo>
                <a:lnTo>
                  <a:pt x="320188" y="443592"/>
                </a:lnTo>
                <a:lnTo>
                  <a:pt x="349304" y="412939"/>
                </a:lnTo>
                <a:lnTo>
                  <a:pt x="370620" y="373254"/>
                </a:lnTo>
                <a:lnTo>
                  <a:pt x="383717" y="324414"/>
                </a:lnTo>
                <a:lnTo>
                  <a:pt x="388176" y="266295"/>
                </a:lnTo>
                <a:lnTo>
                  <a:pt x="388176" y="0"/>
                </a:lnTo>
                <a:close/>
              </a:path>
            </a:pathLst>
          </a:custGeom>
          <a:solidFill>
            <a:srgbClr val="000000"/>
          </a:solid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grpSp>
        <p:nvGrpSpPr>
          <p:cNvPr id="135" name="Google Shape;135;g3f8bb8eb9a8_0_2215"/>
          <p:cNvGrpSpPr/>
          <p:nvPr/>
        </p:nvGrpSpPr>
        <p:grpSpPr>
          <a:xfrm>
            <a:off x="11601240" y="6279499"/>
            <a:ext cx="270274" cy="362724"/>
            <a:chOff x="18406074" y="10234089"/>
            <a:chExt cx="445703" cy="598160"/>
          </a:xfrm>
        </p:grpSpPr>
        <p:sp>
          <p:nvSpPr>
            <p:cNvPr id="136" name="Google Shape;136;g3f8bb8eb9a8_0_2215"/>
            <p:cNvSpPr/>
            <p:nvPr/>
          </p:nvSpPr>
          <p:spPr>
            <a:xfrm>
              <a:off x="18406074" y="10341395"/>
              <a:ext cx="376555" cy="490854"/>
            </a:xfrm>
            <a:custGeom>
              <a:rect b="b" l="l" r="r" t="t"/>
              <a:pathLst>
                <a:path extrusionOk="0" h="490854" w="376555">
                  <a:moveTo>
                    <a:pt x="259248" y="0"/>
                  </a:moveTo>
                  <a:lnTo>
                    <a:pt x="212510" y="3315"/>
                  </a:lnTo>
                  <a:lnTo>
                    <a:pt x="168577" y="13160"/>
                  </a:lnTo>
                  <a:lnTo>
                    <a:pt x="128168" y="29385"/>
                  </a:lnTo>
                  <a:lnTo>
                    <a:pt x="92002" y="51838"/>
                  </a:lnTo>
                  <a:lnTo>
                    <a:pt x="60799" y="80367"/>
                  </a:lnTo>
                  <a:lnTo>
                    <a:pt x="35278" y="114822"/>
                  </a:lnTo>
                  <a:lnTo>
                    <a:pt x="16158" y="155053"/>
                  </a:lnTo>
                  <a:lnTo>
                    <a:pt x="4159" y="200906"/>
                  </a:lnTo>
                  <a:lnTo>
                    <a:pt x="0" y="252233"/>
                  </a:lnTo>
                  <a:lnTo>
                    <a:pt x="3124" y="296015"/>
                  </a:lnTo>
                  <a:lnTo>
                    <a:pt x="12470" y="336820"/>
                  </a:lnTo>
                  <a:lnTo>
                    <a:pt x="27997" y="374067"/>
                  </a:lnTo>
                  <a:lnTo>
                    <a:pt x="49665" y="407177"/>
                  </a:lnTo>
                  <a:lnTo>
                    <a:pt x="77432" y="435568"/>
                  </a:lnTo>
                  <a:lnTo>
                    <a:pt x="111258" y="458660"/>
                  </a:lnTo>
                  <a:lnTo>
                    <a:pt x="151102" y="475874"/>
                  </a:lnTo>
                  <a:lnTo>
                    <a:pt x="196924" y="486627"/>
                  </a:lnTo>
                  <a:lnTo>
                    <a:pt x="248683" y="490341"/>
                  </a:lnTo>
                  <a:lnTo>
                    <a:pt x="289323" y="488424"/>
                  </a:lnTo>
                  <a:lnTo>
                    <a:pt x="323888" y="483469"/>
                  </a:lnTo>
                  <a:lnTo>
                    <a:pt x="351317" y="476664"/>
                  </a:lnTo>
                  <a:lnTo>
                    <a:pt x="370554" y="469200"/>
                  </a:lnTo>
                  <a:lnTo>
                    <a:pt x="354355" y="385380"/>
                  </a:lnTo>
                  <a:lnTo>
                    <a:pt x="336022" y="391357"/>
                  </a:lnTo>
                  <a:lnTo>
                    <a:pt x="313851" y="396278"/>
                  </a:lnTo>
                  <a:lnTo>
                    <a:pt x="289564" y="399616"/>
                  </a:lnTo>
                  <a:lnTo>
                    <a:pt x="264881" y="400846"/>
                  </a:lnTo>
                  <a:lnTo>
                    <a:pt x="212272" y="393858"/>
                  </a:lnTo>
                  <a:lnTo>
                    <a:pt x="169943" y="373685"/>
                  </a:lnTo>
                  <a:lnTo>
                    <a:pt x="138704" y="341508"/>
                  </a:lnTo>
                  <a:lnTo>
                    <a:pt x="119366" y="298511"/>
                  </a:lnTo>
                  <a:lnTo>
                    <a:pt x="112740" y="245877"/>
                  </a:lnTo>
                  <a:lnTo>
                    <a:pt x="120306" y="188964"/>
                  </a:lnTo>
                  <a:lnTo>
                    <a:pt x="141498" y="144930"/>
                  </a:lnTo>
                  <a:lnTo>
                    <a:pt x="174052" y="113642"/>
                  </a:lnTo>
                  <a:lnTo>
                    <a:pt x="215707" y="94967"/>
                  </a:lnTo>
                  <a:lnTo>
                    <a:pt x="264201" y="88772"/>
                  </a:lnTo>
                  <a:lnTo>
                    <a:pt x="291260" y="90238"/>
                  </a:lnTo>
                  <a:lnTo>
                    <a:pt x="315349" y="94150"/>
                  </a:lnTo>
                  <a:lnTo>
                    <a:pt x="336402" y="99775"/>
                  </a:lnTo>
                  <a:lnTo>
                    <a:pt x="354355" y="106384"/>
                  </a:lnTo>
                  <a:lnTo>
                    <a:pt x="376208" y="21161"/>
                  </a:lnTo>
                  <a:lnTo>
                    <a:pt x="357739" y="13689"/>
                  </a:lnTo>
                  <a:lnTo>
                    <a:pt x="331471" y="6878"/>
                  </a:lnTo>
                  <a:lnTo>
                    <a:pt x="298332" y="1917"/>
                  </a:lnTo>
                  <a:lnTo>
                    <a:pt x="259248" y="0"/>
                  </a:lnTo>
                  <a:close/>
                </a:path>
              </a:pathLst>
            </a:custGeom>
            <a:solidFill>
              <a:srgbClr val="000000"/>
            </a:solid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pic>
          <p:nvPicPr>
            <p:cNvPr id="137" name="Google Shape;137;g3f8bb8eb9a8_0_2215"/>
            <p:cNvPicPr preferRelativeResize="0"/>
            <p:nvPr/>
          </p:nvPicPr>
          <p:blipFill rotWithShape="1">
            <a:blip r:embed="rId2">
              <a:alphaModFix/>
            </a:blip>
            <a:srcRect b="0" l="0" r="0" t="0"/>
            <a:stretch/>
          </p:blipFill>
          <p:spPr>
            <a:xfrm>
              <a:off x="18739823" y="10234089"/>
              <a:ext cx="111954" cy="111944"/>
            </a:xfrm>
            <a:prstGeom prst="rect">
              <a:avLst/>
            </a:prstGeom>
            <a:noFill/>
            <a:ln>
              <a:noFill/>
            </a:ln>
          </p:spPr>
        </p:pic>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38" name="Shape 138"/>
        <p:cNvGrpSpPr/>
        <p:nvPr/>
      </p:nvGrpSpPr>
      <p:grpSpPr>
        <a:xfrm>
          <a:off x="0" y="0"/>
          <a:ext cx="0" cy="0"/>
          <a:chOff x="0" y="0"/>
          <a:chExt cx="0" cy="0"/>
        </a:xfrm>
      </p:grpSpPr>
      <p:pic>
        <p:nvPicPr>
          <p:cNvPr id="139" name="Google Shape;139;g3f8bb8eb9a8_0_2633"/>
          <p:cNvPicPr preferRelativeResize="0"/>
          <p:nvPr/>
        </p:nvPicPr>
        <p:blipFill rotWithShape="1">
          <a:blip r:embed="rId2">
            <a:alphaModFix/>
          </a:blip>
          <a:srcRect b="0" l="0" r="0" t="0"/>
          <a:stretch/>
        </p:blipFill>
        <p:spPr>
          <a:xfrm>
            <a:off x="-1" y="0"/>
            <a:ext cx="12192000" cy="4491779"/>
          </a:xfrm>
          <a:prstGeom prst="rect">
            <a:avLst/>
          </a:prstGeom>
          <a:noFill/>
          <a:ln>
            <a:noFill/>
          </a:ln>
        </p:spPr>
      </p:pic>
      <p:sp>
        <p:nvSpPr>
          <p:cNvPr id="140" name="Google Shape;140;g3f8bb8eb9a8_0_2633"/>
          <p:cNvSpPr/>
          <p:nvPr/>
        </p:nvSpPr>
        <p:spPr>
          <a:xfrm>
            <a:off x="10284447" y="6322510"/>
            <a:ext cx="983309" cy="319026"/>
          </a:xfrm>
          <a:custGeom>
            <a:rect b="b" l="l" r="r" t="t"/>
            <a:pathLst>
              <a:path extrusionOk="0" h="525145" w="1618615">
                <a:moveTo>
                  <a:pt x="453097" y="247865"/>
                </a:moveTo>
                <a:lnTo>
                  <a:pt x="449186" y="196367"/>
                </a:lnTo>
                <a:lnTo>
                  <a:pt x="437921" y="151307"/>
                </a:lnTo>
                <a:lnTo>
                  <a:pt x="419925" y="112522"/>
                </a:lnTo>
                <a:lnTo>
                  <a:pt x="395884" y="79870"/>
                </a:lnTo>
                <a:lnTo>
                  <a:pt x="366445" y="53213"/>
                </a:lnTo>
                <a:lnTo>
                  <a:pt x="330708" y="31546"/>
                </a:lnTo>
                <a:lnTo>
                  <a:pt x="330708" y="251650"/>
                </a:lnTo>
                <a:lnTo>
                  <a:pt x="325094" y="307492"/>
                </a:lnTo>
                <a:lnTo>
                  <a:pt x="308851" y="352729"/>
                </a:lnTo>
                <a:lnTo>
                  <a:pt x="282892" y="387540"/>
                </a:lnTo>
                <a:lnTo>
                  <a:pt x="248132" y="412089"/>
                </a:lnTo>
                <a:lnTo>
                  <a:pt x="205486" y="426542"/>
                </a:lnTo>
                <a:lnTo>
                  <a:pt x="155841" y="431076"/>
                </a:lnTo>
                <a:lnTo>
                  <a:pt x="145161" y="431038"/>
                </a:lnTo>
                <a:lnTo>
                  <a:pt x="134264" y="430784"/>
                </a:lnTo>
                <a:lnTo>
                  <a:pt x="124079" y="430098"/>
                </a:lnTo>
                <a:lnTo>
                  <a:pt x="115519" y="428764"/>
                </a:lnTo>
                <a:lnTo>
                  <a:pt x="115519" y="93497"/>
                </a:lnTo>
                <a:lnTo>
                  <a:pt x="124383" y="91821"/>
                </a:lnTo>
                <a:lnTo>
                  <a:pt x="136080" y="90347"/>
                </a:lnTo>
                <a:lnTo>
                  <a:pt x="150622" y="89319"/>
                </a:lnTo>
                <a:lnTo>
                  <a:pt x="168008" y="88925"/>
                </a:lnTo>
                <a:lnTo>
                  <a:pt x="214909" y="93319"/>
                </a:lnTo>
                <a:lnTo>
                  <a:pt x="254800" y="106616"/>
                </a:lnTo>
                <a:lnTo>
                  <a:pt x="286994" y="128943"/>
                </a:lnTo>
                <a:lnTo>
                  <a:pt x="310832" y="160464"/>
                </a:lnTo>
                <a:lnTo>
                  <a:pt x="325628" y="201320"/>
                </a:lnTo>
                <a:lnTo>
                  <a:pt x="330708" y="251650"/>
                </a:lnTo>
                <a:lnTo>
                  <a:pt x="330708" y="31546"/>
                </a:lnTo>
                <a:lnTo>
                  <a:pt x="326796" y="29171"/>
                </a:lnTo>
                <a:lnTo>
                  <a:pt x="279666" y="12636"/>
                </a:lnTo>
                <a:lnTo>
                  <a:pt x="223278" y="3073"/>
                </a:lnTo>
                <a:lnTo>
                  <a:pt x="155841" y="0"/>
                </a:lnTo>
                <a:lnTo>
                  <a:pt x="113093" y="711"/>
                </a:lnTo>
                <a:lnTo>
                  <a:pt x="72212" y="2857"/>
                </a:lnTo>
                <a:lnTo>
                  <a:pt x="34175" y="6413"/>
                </a:lnTo>
                <a:lnTo>
                  <a:pt x="0" y="11417"/>
                </a:lnTo>
                <a:lnTo>
                  <a:pt x="0" y="513930"/>
                </a:lnTo>
                <a:lnTo>
                  <a:pt x="23964" y="516724"/>
                </a:lnTo>
                <a:lnTo>
                  <a:pt x="53784" y="519150"/>
                </a:lnTo>
                <a:lnTo>
                  <a:pt x="89585" y="520877"/>
                </a:lnTo>
                <a:lnTo>
                  <a:pt x="131495" y="521525"/>
                </a:lnTo>
                <a:lnTo>
                  <a:pt x="189534" y="518960"/>
                </a:lnTo>
                <a:lnTo>
                  <a:pt x="242811" y="511162"/>
                </a:lnTo>
                <a:lnTo>
                  <a:pt x="290804" y="498043"/>
                </a:lnTo>
                <a:lnTo>
                  <a:pt x="332955" y="479501"/>
                </a:lnTo>
                <a:lnTo>
                  <a:pt x="368719" y="455409"/>
                </a:lnTo>
                <a:lnTo>
                  <a:pt x="396163" y="427177"/>
                </a:lnTo>
                <a:lnTo>
                  <a:pt x="419430" y="392518"/>
                </a:lnTo>
                <a:lnTo>
                  <a:pt x="437400" y="351231"/>
                </a:lnTo>
                <a:lnTo>
                  <a:pt x="448983" y="303085"/>
                </a:lnTo>
                <a:lnTo>
                  <a:pt x="453097" y="247865"/>
                </a:lnTo>
                <a:close/>
              </a:path>
              <a:path extrusionOk="0" h="525145" w="1618615">
                <a:moveTo>
                  <a:pt x="849947" y="516191"/>
                </a:moveTo>
                <a:lnTo>
                  <a:pt x="848817" y="491236"/>
                </a:lnTo>
                <a:lnTo>
                  <a:pt x="847839" y="463080"/>
                </a:lnTo>
                <a:lnTo>
                  <a:pt x="847140" y="431634"/>
                </a:lnTo>
                <a:lnTo>
                  <a:pt x="846874" y="396836"/>
                </a:lnTo>
                <a:lnTo>
                  <a:pt x="846874" y="144449"/>
                </a:lnTo>
                <a:lnTo>
                  <a:pt x="731316" y="144449"/>
                </a:lnTo>
                <a:lnTo>
                  <a:pt x="731316" y="365671"/>
                </a:lnTo>
                <a:lnTo>
                  <a:pt x="731037" y="372808"/>
                </a:lnTo>
                <a:lnTo>
                  <a:pt x="707301" y="417766"/>
                </a:lnTo>
                <a:lnTo>
                  <a:pt x="668985" y="431076"/>
                </a:lnTo>
                <a:lnTo>
                  <a:pt x="642531" y="425119"/>
                </a:lnTo>
                <a:lnTo>
                  <a:pt x="624332" y="407974"/>
                </a:lnTo>
                <a:lnTo>
                  <a:pt x="613841" y="380707"/>
                </a:lnTo>
                <a:lnTo>
                  <a:pt x="610463" y="344398"/>
                </a:lnTo>
                <a:lnTo>
                  <a:pt x="610463" y="144449"/>
                </a:lnTo>
                <a:lnTo>
                  <a:pt x="494906" y="144449"/>
                </a:lnTo>
                <a:lnTo>
                  <a:pt x="494906" y="362623"/>
                </a:lnTo>
                <a:lnTo>
                  <a:pt x="501205" y="423557"/>
                </a:lnTo>
                <a:lnTo>
                  <a:pt x="519036" y="469226"/>
                </a:lnTo>
                <a:lnTo>
                  <a:pt x="546785" y="500634"/>
                </a:lnTo>
                <a:lnTo>
                  <a:pt x="582866" y="518756"/>
                </a:lnTo>
                <a:lnTo>
                  <a:pt x="625652" y="524573"/>
                </a:lnTo>
                <a:lnTo>
                  <a:pt x="670026" y="518274"/>
                </a:lnTo>
                <a:lnTo>
                  <a:pt x="703491" y="502716"/>
                </a:lnTo>
                <a:lnTo>
                  <a:pt x="727113" y="482879"/>
                </a:lnTo>
                <a:lnTo>
                  <a:pt x="741972" y="463753"/>
                </a:lnTo>
                <a:lnTo>
                  <a:pt x="744245" y="463753"/>
                </a:lnTo>
                <a:lnTo>
                  <a:pt x="749592" y="516191"/>
                </a:lnTo>
                <a:lnTo>
                  <a:pt x="849947" y="516191"/>
                </a:lnTo>
                <a:close/>
              </a:path>
              <a:path extrusionOk="0" h="525145" w="1618615">
                <a:moveTo>
                  <a:pt x="1277759" y="326885"/>
                </a:moveTo>
                <a:lnTo>
                  <a:pt x="1273225" y="280898"/>
                </a:lnTo>
                <a:lnTo>
                  <a:pt x="1260055" y="239864"/>
                </a:lnTo>
                <a:lnTo>
                  <a:pt x="1247533" y="218948"/>
                </a:lnTo>
                <a:lnTo>
                  <a:pt x="1238923" y="204558"/>
                </a:lnTo>
                <a:lnTo>
                  <a:pt x="1210513" y="175742"/>
                </a:lnTo>
                <a:lnTo>
                  <a:pt x="1175537" y="154216"/>
                </a:lnTo>
                <a:lnTo>
                  <a:pt x="1157643" y="148323"/>
                </a:lnTo>
                <a:lnTo>
                  <a:pt x="1157643" y="329958"/>
                </a:lnTo>
                <a:lnTo>
                  <a:pt x="1152537" y="375627"/>
                </a:lnTo>
                <a:lnTo>
                  <a:pt x="1137881" y="410908"/>
                </a:lnTo>
                <a:lnTo>
                  <a:pt x="1114679" y="433641"/>
                </a:lnTo>
                <a:lnTo>
                  <a:pt x="1083906" y="441693"/>
                </a:lnTo>
                <a:lnTo>
                  <a:pt x="1083157" y="441693"/>
                </a:lnTo>
                <a:lnTo>
                  <a:pt x="1050861" y="433222"/>
                </a:lnTo>
                <a:lnTo>
                  <a:pt x="1027264" y="409867"/>
                </a:lnTo>
                <a:lnTo>
                  <a:pt x="1012799" y="374675"/>
                </a:lnTo>
                <a:lnTo>
                  <a:pt x="1007884" y="330708"/>
                </a:lnTo>
                <a:lnTo>
                  <a:pt x="1012063" y="289839"/>
                </a:lnTo>
                <a:lnTo>
                  <a:pt x="1025372" y="254025"/>
                </a:lnTo>
                <a:lnTo>
                  <a:pt x="1048931" y="228612"/>
                </a:lnTo>
                <a:lnTo>
                  <a:pt x="1083906" y="218948"/>
                </a:lnTo>
                <a:lnTo>
                  <a:pt x="1117574" y="228612"/>
                </a:lnTo>
                <a:lnTo>
                  <a:pt x="1140447" y="253936"/>
                </a:lnTo>
                <a:lnTo>
                  <a:pt x="1153502" y="289521"/>
                </a:lnTo>
                <a:lnTo>
                  <a:pt x="1157643" y="329958"/>
                </a:lnTo>
                <a:lnTo>
                  <a:pt x="1157643" y="148323"/>
                </a:lnTo>
                <a:lnTo>
                  <a:pt x="1134618" y="140728"/>
                </a:lnTo>
                <a:lnTo>
                  <a:pt x="1088466" y="136067"/>
                </a:lnTo>
                <a:lnTo>
                  <a:pt x="1039609" y="140665"/>
                </a:lnTo>
                <a:lnTo>
                  <a:pt x="996442" y="154089"/>
                </a:lnTo>
                <a:lnTo>
                  <a:pt x="959637" y="175755"/>
                </a:lnTo>
                <a:lnTo>
                  <a:pt x="929855" y="205041"/>
                </a:lnTo>
                <a:lnTo>
                  <a:pt x="907770" y="241401"/>
                </a:lnTo>
                <a:lnTo>
                  <a:pt x="894016" y="284226"/>
                </a:lnTo>
                <a:lnTo>
                  <a:pt x="889292" y="332955"/>
                </a:lnTo>
                <a:lnTo>
                  <a:pt x="894245" y="381393"/>
                </a:lnTo>
                <a:lnTo>
                  <a:pt x="908405" y="423481"/>
                </a:lnTo>
                <a:lnTo>
                  <a:pt x="930757" y="458812"/>
                </a:lnTo>
                <a:lnTo>
                  <a:pt x="960272" y="486994"/>
                </a:lnTo>
                <a:lnTo>
                  <a:pt x="995946" y="507606"/>
                </a:lnTo>
                <a:lnTo>
                  <a:pt x="1036726" y="520268"/>
                </a:lnTo>
                <a:lnTo>
                  <a:pt x="1081608" y="524573"/>
                </a:lnTo>
                <a:lnTo>
                  <a:pt x="1082382" y="524573"/>
                </a:lnTo>
                <a:lnTo>
                  <a:pt x="1124318" y="520725"/>
                </a:lnTo>
                <a:lnTo>
                  <a:pt x="1164336" y="509054"/>
                </a:lnTo>
                <a:lnTo>
                  <a:pt x="1200772" y="489381"/>
                </a:lnTo>
                <a:lnTo>
                  <a:pt x="1231976" y="461518"/>
                </a:lnTo>
                <a:lnTo>
                  <a:pt x="1245285" y="441693"/>
                </a:lnTo>
                <a:lnTo>
                  <a:pt x="1256322" y="425259"/>
                </a:lnTo>
                <a:lnTo>
                  <a:pt x="1272120" y="380453"/>
                </a:lnTo>
                <a:lnTo>
                  <a:pt x="1277759" y="326885"/>
                </a:lnTo>
                <a:close/>
              </a:path>
              <a:path extrusionOk="0" h="525145" w="1618615">
                <a:moveTo>
                  <a:pt x="1618411" y="150533"/>
                </a:moveTo>
                <a:lnTo>
                  <a:pt x="1598650" y="144424"/>
                </a:lnTo>
                <a:lnTo>
                  <a:pt x="1576603" y="139865"/>
                </a:lnTo>
                <a:lnTo>
                  <a:pt x="1553413" y="137033"/>
                </a:lnTo>
                <a:lnTo>
                  <a:pt x="1530223" y="136055"/>
                </a:lnTo>
                <a:lnTo>
                  <a:pt x="1474876" y="141300"/>
                </a:lnTo>
                <a:lnTo>
                  <a:pt x="1427530" y="156235"/>
                </a:lnTo>
                <a:lnTo>
                  <a:pt x="1388376" y="179628"/>
                </a:lnTo>
                <a:lnTo>
                  <a:pt x="1357591" y="210299"/>
                </a:lnTo>
                <a:lnTo>
                  <a:pt x="1335366" y="247015"/>
                </a:lnTo>
                <a:lnTo>
                  <a:pt x="1321904" y="288569"/>
                </a:lnTo>
                <a:lnTo>
                  <a:pt x="1317371" y="333743"/>
                </a:lnTo>
                <a:lnTo>
                  <a:pt x="1321968" y="381190"/>
                </a:lnTo>
                <a:lnTo>
                  <a:pt x="1335392" y="422783"/>
                </a:lnTo>
                <a:lnTo>
                  <a:pt x="1357045" y="458012"/>
                </a:lnTo>
                <a:lnTo>
                  <a:pt x="1386344" y="486346"/>
                </a:lnTo>
                <a:lnTo>
                  <a:pt x="1422704" y="507225"/>
                </a:lnTo>
                <a:lnTo>
                  <a:pt x="1465541" y="520153"/>
                </a:lnTo>
                <a:lnTo>
                  <a:pt x="1514259" y="524573"/>
                </a:lnTo>
                <a:lnTo>
                  <a:pt x="1546148" y="523240"/>
                </a:lnTo>
                <a:lnTo>
                  <a:pt x="1599057" y="514007"/>
                </a:lnTo>
                <a:lnTo>
                  <a:pt x="1603971" y="421932"/>
                </a:lnTo>
                <a:lnTo>
                  <a:pt x="1590116" y="427050"/>
                </a:lnTo>
                <a:lnTo>
                  <a:pt x="1574609" y="430872"/>
                </a:lnTo>
                <a:lnTo>
                  <a:pt x="1557248" y="433273"/>
                </a:lnTo>
                <a:lnTo>
                  <a:pt x="1537817" y="434098"/>
                </a:lnTo>
                <a:lnTo>
                  <a:pt x="1498168" y="427329"/>
                </a:lnTo>
                <a:lnTo>
                  <a:pt x="1465795" y="407301"/>
                </a:lnTo>
                <a:lnTo>
                  <a:pt x="1443951" y="374446"/>
                </a:lnTo>
                <a:lnTo>
                  <a:pt x="1435938" y="329196"/>
                </a:lnTo>
                <a:lnTo>
                  <a:pt x="1442631" y="287261"/>
                </a:lnTo>
                <a:lnTo>
                  <a:pt x="1462659" y="254304"/>
                </a:lnTo>
                <a:lnTo>
                  <a:pt x="1494218" y="232752"/>
                </a:lnTo>
                <a:lnTo>
                  <a:pt x="1535557" y="225031"/>
                </a:lnTo>
                <a:lnTo>
                  <a:pt x="1556562" y="225958"/>
                </a:lnTo>
                <a:lnTo>
                  <a:pt x="1574152" y="228447"/>
                </a:lnTo>
                <a:lnTo>
                  <a:pt x="1588592" y="232092"/>
                </a:lnTo>
                <a:lnTo>
                  <a:pt x="1600174" y="236435"/>
                </a:lnTo>
                <a:lnTo>
                  <a:pt x="1618411" y="150533"/>
                </a:lnTo>
                <a:close/>
              </a:path>
            </a:pathLst>
          </a:custGeom>
          <a:solidFill>
            <a:srgbClr val="FEB62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dk1"/>
              </a:solidFill>
              <a:latin typeface="Calibri"/>
              <a:ea typeface="Calibri"/>
              <a:cs typeface="Calibri"/>
              <a:sym typeface="Calibri"/>
            </a:endParaRPr>
          </a:p>
        </p:txBody>
      </p:sp>
      <p:sp>
        <p:nvSpPr>
          <p:cNvPr id="141" name="Google Shape;141;g3f8bb8eb9a8_0_2633"/>
          <p:cNvSpPr/>
          <p:nvPr/>
        </p:nvSpPr>
        <p:spPr>
          <a:xfrm>
            <a:off x="11333983" y="6349282"/>
            <a:ext cx="236086" cy="293179"/>
          </a:xfrm>
          <a:custGeom>
            <a:rect b="b" l="l" r="r" t="t"/>
            <a:pathLst>
              <a:path extrusionOk="0" h="482600" w="388619">
                <a:moveTo>
                  <a:pt x="388176" y="0"/>
                </a:moveTo>
                <a:lnTo>
                  <a:pt x="281090" y="0"/>
                </a:lnTo>
                <a:lnTo>
                  <a:pt x="281090" y="273331"/>
                </a:lnTo>
                <a:lnTo>
                  <a:pt x="275370" y="327965"/>
                </a:lnTo>
                <a:lnTo>
                  <a:pt x="258558" y="366414"/>
                </a:lnTo>
                <a:lnTo>
                  <a:pt x="231178" y="389143"/>
                </a:lnTo>
                <a:lnTo>
                  <a:pt x="193753" y="396616"/>
                </a:lnTo>
                <a:lnTo>
                  <a:pt x="157139" y="388845"/>
                </a:lnTo>
                <a:lnTo>
                  <a:pt x="130175" y="365621"/>
                </a:lnTo>
                <a:lnTo>
                  <a:pt x="113516" y="327072"/>
                </a:lnTo>
                <a:lnTo>
                  <a:pt x="107818" y="273331"/>
                </a:lnTo>
                <a:lnTo>
                  <a:pt x="107818" y="0"/>
                </a:lnTo>
                <a:lnTo>
                  <a:pt x="0" y="0"/>
                </a:lnTo>
                <a:lnTo>
                  <a:pt x="0" y="264892"/>
                </a:lnTo>
                <a:lnTo>
                  <a:pt x="4253" y="324651"/>
                </a:lnTo>
                <a:lnTo>
                  <a:pt x="16765" y="374300"/>
                </a:lnTo>
                <a:lnTo>
                  <a:pt x="37165" y="414172"/>
                </a:lnTo>
                <a:lnTo>
                  <a:pt x="65082" y="444602"/>
                </a:lnTo>
                <a:lnTo>
                  <a:pt x="100145" y="465925"/>
                </a:lnTo>
                <a:lnTo>
                  <a:pt x="141983" y="478473"/>
                </a:lnTo>
                <a:lnTo>
                  <a:pt x="190224" y="482582"/>
                </a:lnTo>
                <a:lnTo>
                  <a:pt x="240229" y="478290"/>
                </a:lnTo>
                <a:lnTo>
                  <a:pt x="283689" y="465335"/>
                </a:lnTo>
                <a:lnTo>
                  <a:pt x="320188" y="443592"/>
                </a:lnTo>
                <a:lnTo>
                  <a:pt x="349304" y="412939"/>
                </a:lnTo>
                <a:lnTo>
                  <a:pt x="370620" y="373254"/>
                </a:lnTo>
                <a:lnTo>
                  <a:pt x="383717" y="324414"/>
                </a:lnTo>
                <a:lnTo>
                  <a:pt x="388176" y="266295"/>
                </a:lnTo>
                <a:lnTo>
                  <a:pt x="388176" y="0"/>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dk1"/>
              </a:solidFill>
              <a:latin typeface="Calibri"/>
              <a:ea typeface="Calibri"/>
              <a:cs typeface="Calibri"/>
              <a:sym typeface="Calibri"/>
            </a:endParaRPr>
          </a:p>
        </p:txBody>
      </p:sp>
      <p:grpSp>
        <p:nvGrpSpPr>
          <p:cNvPr id="142" name="Google Shape;142;g3f8bb8eb9a8_0_2633"/>
          <p:cNvGrpSpPr/>
          <p:nvPr/>
        </p:nvGrpSpPr>
        <p:grpSpPr>
          <a:xfrm>
            <a:off x="11601240" y="6279499"/>
            <a:ext cx="270274" cy="362724"/>
            <a:chOff x="18406074" y="10234089"/>
            <a:chExt cx="445703" cy="598160"/>
          </a:xfrm>
        </p:grpSpPr>
        <p:sp>
          <p:nvSpPr>
            <p:cNvPr id="143" name="Google Shape;143;g3f8bb8eb9a8_0_2633"/>
            <p:cNvSpPr/>
            <p:nvPr/>
          </p:nvSpPr>
          <p:spPr>
            <a:xfrm>
              <a:off x="18406074" y="10341395"/>
              <a:ext cx="376555" cy="490854"/>
            </a:xfrm>
            <a:custGeom>
              <a:rect b="b" l="l" r="r" t="t"/>
              <a:pathLst>
                <a:path extrusionOk="0" h="490854" w="376555">
                  <a:moveTo>
                    <a:pt x="259248" y="0"/>
                  </a:moveTo>
                  <a:lnTo>
                    <a:pt x="212510" y="3315"/>
                  </a:lnTo>
                  <a:lnTo>
                    <a:pt x="168577" y="13160"/>
                  </a:lnTo>
                  <a:lnTo>
                    <a:pt x="128168" y="29385"/>
                  </a:lnTo>
                  <a:lnTo>
                    <a:pt x="92002" y="51838"/>
                  </a:lnTo>
                  <a:lnTo>
                    <a:pt x="60799" y="80367"/>
                  </a:lnTo>
                  <a:lnTo>
                    <a:pt x="35278" y="114822"/>
                  </a:lnTo>
                  <a:lnTo>
                    <a:pt x="16158" y="155053"/>
                  </a:lnTo>
                  <a:lnTo>
                    <a:pt x="4159" y="200906"/>
                  </a:lnTo>
                  <a:lnTo>
                    <a:pt x="0" y="252233"/>
                  </a:lnTo>
                  <a:lnTo>
                    <a:pt x="3124" y="296015"/>
                  </a:lnTo>
                  <a:lnTo>
                    <a:pt x="12470" y="336820"/>
                  </a:lnTo>
                  <a:lnTo>
                    <a:pt x="27997" y="374067"/>
                  </a:lnTo>
                  <a:lnTo>
                    <a:pt x="49665" y="407177"/>
                  </a:lnTo>
                  <a:lnTo>
                    <a:pt x="77432" y="435568"/>
                  </a:lnTo>
                  <a:lnTo>
                    <a:pt x="111258" y="458660"/>
                  </a:lnTo>
                  <a:lnTo>
                    <a:pt x="151102" y="475874"/>
                  </a:lnTo>
                  <a:lnTo>
                    <a:pt x="196924" y="486627"/>
                  </a:lnTo>
                  <a:lnTo>
                    <a:pt x="248683" y="490341"/>
                  </a:lnTo>
                  <a:lnTo>
                    <a:pt x="289323" y="488424"/>
                  </a:lnTo>
                  <a:lnTo>
                    <a:pt x="323888" y="483469"/>
                  </a:lnTo>
                  <a:lnTo>
                    <a:pt x="351317" y="476664"/>
                  </a:lnTo>
                  <a:lnTo>
                    <a:pt x="370554" y="469200"/>
                  </a:lnTo>
                  <a:lnTo>
                    <a:pt x="354355" y="385380"/>
                  </a:lnTo>
                  <a:lnTo>
                    <a:pt x="336022" y="391357"/>
                  </a:lnTo>
                  <a:lnTo>
                    <a:pt x="313851" y="396278"/>
                  </a:lnTo>
                  <a:lnTo>
                    <a:pt x="289564" y="399616"/>
                  </a:lnTo>
                  <a:lnTo>
                    <a:pt x="264881" y="400846"/>
                  </a:lnTo>
                  <a:lnTo>
                    <a:pt x="212272" y="393858"/>
                  </a:lnTo>
                  <a:lnTo>
                    <a:pt x="169943" y="373685"/>
                  </a:lnTo>
                  <a:lnTo>
                    <a:pt x="138704" y="341508"/>
                  </a:lnTo>
                  <a:lnTo>
                    <a:pt x="119366" y="298511"/>
                  </a:lnTo>
                  <a:lnTo>
                    <a:pt x="112740" y="245877"/>
                  </a:lnTo>
                  <a:lnTo>
                    <a:pt x="120306" y="188964"/>
                  </a:lnTo>
                  <a:lnTo>
                    <a:pt x="141498" y="144930"/>
                  </a:lnTo>
                  <a:lnTo>
                    <a:pt x="174052" y="113642"/>
                  </a:lnTo>
                  <a:lnTo>
                    <a:pt x="215707" y="94967"/>
                  </a:lnTo>
                  <a:lnTo>
                    <a:pt x="264201" y="88772"/>
                  </a:lnTo>
                  <a:lnTo>
                    <a:pt x="291260" y="90238"/>
                  </a:lnTo>
                  <a:lnTo>
                    <a:pt x="315349" y="94150"/>
                  </a:lnTo>
                  <a:lnTo>
                    <a:pt x="336402" y="99775"/>
                  </a:lnTo>
                  <a:lnTo>
                    <a:pt x="354355" y="106384"/>
                  </a:lnTo>
                  <a:lnTo>
                    <a:pt x="376208" y="21161"/>
                  </a:lnTo>
                  <a:lnTo>
                    <a:pt x="357739" y="13689"/>
                  </a:lnTo>
                  <a:lnTo>
                    <a:pt x="331471" y="6878"/>
                  </a:lnTo>
                  <a:lnTo>
                    <a:pt x="298332" y="1917"/>
                  </a:lnTo>
                  <a:lnTo>
                    <a:pt x="259248" y="0"/>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dk1"/>
                </a:solidFill>
                <a:latin typeface="Calibri"/>
                <a:ea typeface="Calibri"/>
                <a:cs typeface="Calibri"/>
                <a:sym typeface="Calibri"/>
              </a:endParaRPr>
            </a:p>
          </p:txBody>
        </p:sp>
        <p:pic>
          <p:nvPicPr>
            <p:cNvPr id="144" name="Google Shape;144;g3f8bb8eb9a8_0_2633"/>
            <p:cNvPicPr preferRelativeResize="0"/>
            <p:nvPr/>
          </p:nvPicPr>
          <p:blipFill rotWithShape="1">
            <a:blip r:embed="rId3">
              <a:alphaModFix/>
            </a:blip>
            <a:srcRect b="0" l="0" r="0" t="0"/>
            <a:stretch/>
          </p:blipFill>
          <p:spPr>
            <a:xfrm>
              <a:off x="18739823" y="10234089"/>
              <a:ext cx="111954" cy="111944"/>
            </a:xfrm>
            <a:prstGeom prst="rect">
              <a:avLst/>
            </a:prstGeom>
            <a:noFill/>
            <a:ln>
              <a:noFill/>
            </a:ln>
          </p:spPr>
        </p:pic>
      </p:grpSp>
      <p:sp>
        <p:nvSpPr>
          <p:cNvPr id="145" name="Google Shape;145;g3f8bb8eb9a8_0_2633"/>
          <p:cNvSpPr txBox="1"/>
          <p:nvPr>
            <p:ph type="title"/>
          </p:nvPr>
        </p:nvSpPr>
        <p:spPr>
          <a:xfrm>
            <a:off x="801712" y="4994314"/>
            <a:ext cx="3668100" cy="14100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800"/>
              <a:buNone/>
              <a:defRPr sz="3300"/>
            </a:lvl1pPr>
            <a:lvl2pPr lvl="1" algn="l">
              <a:lnSpc>
                <a:spcPct val="100000"/>
              </a:lnSpc>
              <a:spcBef>
                <a:spcPts val="0"/>
              </a:spcBef>
              <a:spcAft>
                <a:spcPts val="0"/>
              </a:spcAft>
              <a:buSzPts val="800"/>
              <a:buNone/>
              <a:defRPr/>
            </a:lvl2pPr>
            <a:lvl3pPr lvl="2" algn="l">
              <a:lnSpc>
                <a:spcPct val="100000"/>
              </a:lnSpc>
              <a:spcBef>
                <a:spcPts val="0"/>
              </a:spcBef>
              <a:spcAft>
                <a:spcPts val="0"/>
              </a:spcAft>
              <a:buSzPts val="800"/>
              <a:buNone/>
              <a:defRPr/>
            </a:lvl3pPr>
            <a:lvl4pPr lvl="3" algn="l">
              <a:lnSpc>
                <a:spcPct val="100000"/>
              </a:lnSpc>
              <a:spcBef>
                <a:spcPts val="0"/>
              </a:spcBef>
              <a:spcAft>
                <a:spcPts val="0"/>
              </a:spcAft>
              <a:buSzPts val="800"/>
              <a:buNone/>
              <a:defRPr/>
            </a:lvl4pPr>
            <a:lvl5pPr lvl="4" algn="l">
              <a:lnSpc>
                <a:spcPct val="100000"/>
              </a:lnSpc>
              <a:spcBef>
                <a:spcPts val="0"/>
              </a:spcBef>
              <a:spcAft>
                <a:spcPts val="0"/>
              </a:spcAft>
              <a:buSzPts val="800"/>
              <a:buNone/>
              <a:defRPr/>
            </a:lvl5pPr>
            <a:lvl6pPr lvl="5" algn="l">
              <a:lnSpc>
                <a:spcPct val="100000"/>
              </a:lnSpc>
              <a:spcBef>
                <a:spcPts val="0"/>
              </a:spcBef>
              <a:spcAft>
                <a:spcPts val="0"/>
              </a:spcAft>
              <a:buSzPts val="800"/>
              <a:buNone/>
              <a:defRPr/>
            </a:lvl6pPr>
            <a:lvl7pPr lvl="6" algn="l">
              <a:lnSpc>
                <a:spcPct val="100000"/>
              </a:lnSpc>
              <a:spcBef>
                <a:spcPts val="0"/>
              </a:spcBef>
              <a:spcAft>
                <a:spcPts val="0"/>
              </a:spcAft>
              <a:buSzPts val="800"/>
              <a:buNone/>
              <a:defRPr/>
            </a:lvl7pPr>
            <a:lvl8pPr lvl="7" algn="l">
              <a:lnSpc>
                <a:spcPct val="100000"/>
              </a:lnSpc>
              <a:spcBef>
                <a:spcPts val="0"/>
              </a:spcBef>
              <a:spcAft>
                <a:spcPts val="0"/>
              </a:spcAft>
              <a:buSzPts val="800"/>
              <a:buNone/>
              <a:defRPr/>
            </a:lvl8pPr>
            <a:lvl9pPr lvl="8" algn="l">
              <a:lnSpc>
                <a:spcPct val="100000"/>
              </a:lnSpc>
              <a:spcBef>
                <a:spcPts val="0"/>
              </a:spcBef>
              <a:spcAft>
                <a:spcPts val="0"/>
              </a:spcAft>
              <a:buSzPts val="800"/>
              <a:buNone/>
              <a:defRPr/>
            </a:lvl9pPr>
          </a:lstStyle>
          <a:p/>
        </p:txBody>
      </p:sp>
      <p:cxnSp>
        <p:nvCxnSpPr>
          <p:cNvPr id="146" name="Google Shape;146;g3f8bb8eb9a8_0_2633"/>
          <p:cNvCxnSpPr/>
          <p:nvPr/>
        </p:nvCxnSpPr>
        <p:spPr>
          <a:xfrm>
            <a:off x="4755881" y="4769025"/>
            <a:ext cx="0" cy="1635000"/>
          </a:xfrm>
          <a:prstGeom prst="straightConnector1">
            <a:avLst/>
          </a:prstGeom>
          <a:noFill/>
          <a:ln cap="flat" cmpd="sng" w="46200">
            <a:solidFill>
              <a:schemeClr val="dk1"/>
            </a:solidFill>
            <a:prstDash val="solid"/>
            <a:round/>
            <a:headEnd len="sm" w="sm" type="none"/>
            <a:tailEnd len="sm" w="sm" type="none"/>
          </a:ln>
        </p:spPr>
      </p:cxnSp>
      <p:sp>
        <p:nvSpPr>
          <p:cNvPr id="147" name="Google Shape;147;g3f8bb8eb9a8_0_2633"/>
          <p:cNvSpPr txBox="1"/>
          <p:nvPr>
            <p:ph idx="1" type="body"/>
          </p:nvPr>
        </p:nvSpPr>
        <p:spPr>
          <a:xfrm>
            <a:off x="5042135" y="4954565"/>
            <a:ext cx="6788400" cy="1154400"/>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800"/>
              <a:buNone/>
              <a:defRPr>
                <a:latin typeface="Arial"/>
                <a:ea typeface="Arial"/>
                <a:cs typeface="Arial"/>
                <a:sym typeface="Arial"/>
              </a:defRPr>
            </a:lvl1pPr>
            <a:lvl2pPr indent="-228600" lvl="1" marL="914400" algn="l">
              <a:lnSpc>
                <a:spcPct val="100000"/>
              </a:lnSpc>
              <a:spcBef>
                <a:spcPts val="0"/>
              </a:spcBef>
              <a:spcAft>
                <a:spcPts val="0"/>
              </a:spcAft>
              <a:buSzPts val="800"/>
              <a:buNone/>
              <a:defRPr/>
            </a:lvl2pPr>
            <a:lvl3pPr indent="-228600" lvl="2" marL="1371600" algn="l">
              <a:lnSpc>
                <a:spcPct val="100000"/>
              </a:lnSpc>
              <a:spcBef>
                <a:spcPts val="0"/>
              </a:spcBef>
              <a:spcAft>
                <a:spcPts val="0"/>
              </a:spcAft>
              <a:buSzPts val="800"/>
              <a:buNone/>
              <a:defRPr/>
            </a:lvl3pPr>
            <a:lvl4pPr indent="-228600" lvl="3" marL="1828800" algn="l">
              <a:lnSpc>
                <a:spcPct val="100000"/>
              </a:lnSpc>
              <a:spcBef>
                <a:spcPts val="0"/>
              </a:spcBef>
              <a:spcAft>
                <a:spcPts val="0"/>
              </a:spcAft>
              <a:buSzPts val="800"/>
              <a:buNone/>
              <a:defRPr/>
            </a:lvl4pPr>
            <a:lvl5pPr indent="-228600" lvl="4" marL="2286000" algn="l">
              <a:lnSpc>
                <a:spcPct val="100000"/>
              </a:lnSpc>
              <a:spcBef>
                <a:spcPts val="0"/>
              </a:spcBef>
              <a:spcAft>
                <a:spcPts val="0"/>
              </a:spcAft>
              <a:buSzPts val="800"/>
              <a:buNone/>
              <a:defRPr/>
            </a:lvl5pPr>
            <a:lvl6pPr indent="-228600" lvl="5" marL="2743200" algn="l">
              <a:lnSpc>
                <a:spcPct val="100000"/>
              </a:lnSpc>
              <a:spcBef>
                <a:spcPts val="0"/>
              </a:spcBef>
              <a:spcAft>
                <a:spcPts val="0"/>
              </a:spcAft>
              <a:buSzPts val="800"/>
              <a:buNone/>
              <a:defRPr/>
            </a:lvl6pPr>
            <a:lvl7pPr indent="-228600" lvl="6" marL="3200400" algn="l">
              <a:lnSpc>
                <a:spcPct val="100000"/>
              </a:lnSpc>
              <a:spcBef>
                <a:spcPts val="0"/>
              </a:spcBef>
              <a:spcAft>
                <a:spcPts val="0"/>
              </a:spcAft>
              <a:buSzPts val="800"/>
              <a:buNone/>
              <a:defRPr/>
            </a:lvl7pPr>
            <a:lvl8pPr indent="-228600" lvl="7" marL="3657600" algn="l">
              <a:lnSpc>
                <a:spcPct val="100000"/>
              </a:lnSpc>
              <a:spcBef>
                <a:spcPts val="0"/>
              </a:spcBef>
              <a:spcAft>
                <a:spcPts val="0"/>
              </a:spcAft>
              <a:buSzPts val="800"/>
              <a:buNone/>
              <a:defRPr/>
            </a:lvl8pPr>
            <a:lvl9pPr indent="-228600" lvl="8" marL="4114800" algn="l">
              <a:lnSpc>
                <a:spcPct val="100000"/>
              </a:lnSpc>
              <a:spcBef>
                <a:spcPts val="0"/>
              </a:spcBef>
              <a:spcAft>
                <a:spcPts val="0"/>
              </a:spcAft>
              <a:buSzPts val="8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5"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 name="Shape 5"/>
        <p:cNvGrpSpPr/>
        <p:nvPr/>
      </p:nvGrpSpPr>
      <p:grpSpPr>
        <a:xfrm>
          <a:off x="0" y="0"/>
          <a:ext cx="0" cy="0"/>
          <a:chOff x="0" y="0"/>
          <a:chExt cx="0" cy="0"/>
        </a:xfrm>
      </p:grpSpPr>
      <p:sp>
        <p:nvSpPr>
          <p:cNvPr id="6" name="Google Shape;6;p21"/>
          <p:cNvSpPr txBox="1"/>
          <p:nvPr>
            <p:ph idx="1" type="body"/>
          </p:nvPr>
        </p:nvSpPr>
        <p:spPr>
          <a:xfrm>
            <a:off x="392200" y="1218600"/>
            <a:ext cx="11407600" cy="5137800"/>
          </a:xfrm>
          <a:prstGeom prst="rect">
            <a:avLst/>
          </a:prstGeom>
          <a:noFill/>
          <a:ln>
            <a:noFill/>
          </a:ln>
        </p:spPr>
        <p:txBody>
          <a:bodyPr anchorCtr="0" anchor="t" bIns="45700" lIns="90000" spcFirstLastPara="1" rIns="91425" wrap="square" tIns="45700">
            <a:noAutofit/>
          </a:bodyPr>
          <a:lstStyle>
            <a:lvl1pPr indent="-406400" lvl="0" marL="457200" marR="0" rtl="0" algn="l">
              <a:lnSpc>
                <a:spcPct val="90000"/>
              </a:lnSpc>
              <a:spcBef>
                <a:spcPts val="1000"/>
              </a:spcBef>
              <a:spcAft>
                <a:spcPts val="0"/>
              </a:spcAft>
              <a:buClr>
                <a:srgbClr val="DE3075"/>
              </a:buClr>
              <a:buSzPts val="2800"/>
              <a:buFont typeface="Franklin Gothic"/>
              <a:buChar char="»"/>
              <a:defRPr b="0" i="0" sz="2400" u="none" cap="none" strike="noStrike">
                <a:solidFill>
                  <a:srgbClr val="818990"/>
                </a:solidFill>
                <a:latin typeface="Franklin Gothic"/>
                <a:ea typeface="Franklin Gothic"/>
                <a:cs typeface="Franklin Gothic"/>
                <a:sym typeface="Franklin Gothic"/>
              </a:defRPr>
            </a:lvl1pPr>
            <a:lvl2pPr indent="-381000" lvl="1" marL="914400" marR="0" rtl="0" algn="l">
              <a:lnSpc>
                <a:spcPct val="90000"/>
              </a:lnSpc>
              <a:spcBef>
                <a:spcPts val="500"/>
              </a:spcBef>
              <a:spcAft>
                <a:spcPts val="0"/>
              </a:spcAft>
              <a:buClr>
                <a:schemeClr val="accent2"/>
              </a:buClr>
              <a:buSzPts val="2400"/>
              <a:buFont typeface="Franklin Gothic"/>
              <a:buChar char="•"/>
              <a:defRPr b="0" i="0" sz="2000" u="none" cap="none" strike="noStrike">
                <a:solidFill>
                  <a:srgbClr val="818990"/>
                </a:solidFill>
                <a:latin typeface="Franklin Gothic"/>
                <a:ea typeface="Franklin Gothic"/>
                <a:cs typeface="Franklin Gothic"/>
                <a:sym typeface="Franklin Gothic"/>
              </a:defRPr>
            </a:lvl2pPr>
            <a:lvl3pPr indent="-342900" lvl="2" marL="1371600" marR="0" rtl="0" algn="l">
              <a:lnSpc>
                <a:spcPct val="90000"/>
              </a:lnSpc>
              <a:spcBef>
                <a:spcPts val="500"/>
              </a:spcBef>
              <a:spcAft>
                <a:spcPts val="0"/>
              </a:spcAft>
              <a:buClr>
                <a:schemeClr val="dk2"/>
              </a:buClr>
              <a:buSzPts val="1800"/>
              <a:buFont typeface="Franklin Gothic"/>
              <a:buChar char="○"/>
              <a:defRPr b="0" i="0" sz="1800" u="none" cap="none" strike="noStrike">
                <a:solidFill>
                  <a:schemeClr val="dk2"/>
                </a:solidFill>
                <a:latin typeface="Franklin Gothic"/>
                <a:ea typeface="Franklin Gothic"/>
                <a:cs typeface="Franklin Gothic"/>
                <a:sym typeface="Franklin Gothic"/>
              </a:defRPr>
            </a:lvl3pPr>
            <a:lvl4pPr indent="-330200" lvl="3" marL="1828800" marR="0" rtl="0" algn="l">
              <a:lnSpc>
                <a:spcPct val="90000"/>
              </a:lnSpc>
              <a:spcBef>
                <a:spcPts val="500"/>
              </a:spcBef>
              <a:spcAft>
                <a:spcPts val="0"/>
              </a:spcAft>
              <a:buClr>
                <a:schemeClr val="dk2"/>
              </a:buClr>
              <a:buSzPts val="1600"/>
              <a:buFont typeface="Franklin Gothic"/>
              <a:buChar char="•"/>
              <a:defRPr b="0" i="0" sz="1600" u="none" cap="none" strike="noStrike">
                <a:solidFill>
                  <a:schemeClr val="dk2"/>
                </a:solidFill>
                <a:latin typeface="Franklin Gothic"/>
                <a:ea typeface="Franklin Gothic"/>
                <a:cs typeface="Franklin Gothic"/>
                <a:sym typeface="Franklin Gothic"/>
              </a:defRPr>
            </a:lvl4pPr>
            <a:lvl5pPr indent="-317500" lvl="4" marL="2286000" marR="0" rtl="0" algn="l">
              <a:lnSpc>
                <a:spcPct val="90000"/>
              </a:lnSpc>
              <a:spcBef>
                <a:spcPts val="500"/>
              </a:spcBef>
              <a:spcAft>
                <a:spcPts val="0"/>
              </a:spcAft>
              <a:buClr>
                <a:schemeClr val="dk2"/>
              </a:buClr>
              <a:buSzPts val="1400"/>
              <a:buFont typeface="Franklin Gothic"/>
              <a:buChar char="•"/>
              <a:defRPr b="0" i="0" sz="1400" u="none" cap="none" strike="noStrike">
                <a:solidFill>
                  <a:schemeClr val="dk2"/>
                </a:solidFill>
                <a:latin typeface="Franklin Gothic"/>
                <a:ea typeface="Franklin Gothic"/>
                <a:cs typeface="Franklin Gothic"/>
                <a:sym typeface="Franklin Gothic"/>
              </a:defRPr>
            </a:lvl5pPr>
            <a:lvl6pPr indent="-304800" lvl="5" marL="2743200" marR="0" rtl="0" algn="l">
              <a:lnSpc>
                <a:spcPct val="90000"/>
              </a:lnSpc>
              <a:spcBef>
                <a:spcPts val="500"/>
              </a:spcBef>
              <a:spcAft>
                <a:spcPts val="0"/>
              </a:spcAft>
              <a:buClr>
                <a:schemeClr val="dk2"/>
              </a:buClr>
              <a:buSzPts val="1200"/>
              <a:buFont typeface="Franklin Gothic"/>
              <a:buChar char="•"/>
              <a:defRPr b="0" i="0" sz="1200" u="none" cap="none" strike="noStrike">
                <a:solidFill>
                  <a:schemeClr val="dk2"/>
                </a:solidFill>
                <a:latin typeface="Franklin Gothic"/>
                <a:ea typeface="Franklin Gothic"/>
                <a:cs typeface="Franklin Gothic"/>
                <a:sym typeface="Franklin Gothic"/>
              </a:defRPr>
            </a:lvl6pPr>
            <a:lvl7pPr indent="-292100" lvl="6" marL="3200400" marR="0" rtl="0" algn="l">
              <a:lnSpc>
                <a:spcPct val="90000"/>
              </a:lnSpc>
              <a:spcBef>
                <a:spcPts val="500"/>
              </a:spcBef>
              <a:spcAft>
                <a:spcPts val="0"/>
              </a:spcAft>
              <a:buClr>
                <a:schemeClr val="dk2"/>
              </a:buClr>
              <a:buSzPts val="1000"/>
              <a:buFont typeface="Franklin Gothic"/>
              <a:buChar char="•"/>
              <a:defRPr b="0" i="0" sz="1000" u="none" cap="none" strike="noStrike">
                <a:solidFill>
                  <a:schemeClr val="dk2"/>
                </a:solidFill>
                <a:latin typeface="Franklin Gothic"/>
                <a:ea typeface="Franklin Gothic"/>
                <a:cs typeface="Franklin Gothic"/>
                <a:sym typeface="Franklin Gothic"/>
              </a:defRPr>
            </a:lvl7pPr>
            <a:lvl8pPr indent="-279400" lvl="7" marL="3657600" marR="0" rtl="0" algn="l">
              <a:lnSpc>
                <a:spcPct val="90000"/>
              </a:lnSpc>
              <a:spcBef>
                <a:spcPts val="500"/>
              </a:spcBef>
              <a:spcAft>
                <a:spcPts val="0"/>
              </a:spcAft>
              <a:buClr>
                <a:schemeClr val="dk2"/>
              </a:buClr>
              <a:buSzPts val="800"/>
              <a:buFont typeface="Franklin Gothic"/>
              <a:buChar char="•"/>
              <a:defRPr b="0" i="0" sz="800" u="none" cap="none" strike="noStrike">
                <a:solidFill>
                  <a:schemeClr val="dk2"/>
                </a:solidFill>
                <a:latin typeface="Franklin Gothic"/>
                <a:ea typeface="Franklin Gothic"/>
                <a:cs typeface="Franklin Gothic"/>
                <a:sym typeface="Franklin Gothic"/>
              </a:defRPr>
            </a:lvl8pPr>
            <a:lvl9pPr indent="-266700" lvl="8" marL="4114800" marR="0" rtl="0" algn="l">
              <a:lnSpc>
                <a:spcPct val="90000"/>
              </a:lnSpc>
              <a:spcBef>
                <a:spcPts val="500"/>
              </a:spcBef>
              <a:spcAft>
                <a:spcPts val="0"/>
              </a:spcAft>
              <a:buClr>
                <a:schemeClr val="dk2"/>
              </a:buClr>
              <a:buSzPts val="600"/>
              <a:buFont typeface="Franklin Gothic"/>
              <a:buChar char="•"/>
              <a:defRPr b="0" i="0" sz="600" u="none" cap="none" strike="noStrike">
                <a:solidFill>
                  <a:schemeClr val="dk2"/>
                </a:solidFill>
                <a:latin typeface="Franklin Gothic"/>
                <a:ea typeface="Franklin Gothic"/>
                <a:cs typeface="Franklin Gothic"/>
                <a:sym typeface="Franklin Gothic"/>
              </a:defRPr>
            </a:lvl9pPr>
          </a:lstStyle>
          <a:p/>
        </p:txBody>
      </p:sp>
      <p:sp>
        <p:nvSpPr>
          <p:cNvPr id="7" name="Google Shape;7;p21"/>
          <p:cNvSpPr txBox="1"/>
          <p:nvPr>
            <p:ph idx="12" type="sldNum"/>
          </p:nvPr>
        </p:nvSpPr>
        <p:spPr>
          <a:xfrm>
            <a:off x="9220200" y="6356351"/>
            <a:ext cx="27432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6C7A8A"/>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6C7A8A"/>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6C7A8A"/>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6C7A8A"/>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6C7A8A"/>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6C7A8A"/>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6C7A8A"/>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6C7A8A"/>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6C7A8A"/>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ES"/>
              <a:t>‹#›</a:t>
            </a:fld>
            <a:endParaRPr/>
          </a:p>
        </p:txBody>
      </p:sp>
      <p:sp>
        <p:nvSpPr>
          <p:cNvPr id="8" name="Google Shape;8;p21"/>
          <p:cNvSpPr txBox="1"/>
          <p:nvPr>
            <p:ph type="title"/>
          </p:nvPr>
        </p:nvSpPr>
        <p:spPr>
          <a:xfrm>
            <a:off x="2351600" y="212725"/>
            <a:ext cx="9002400" cy="8130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rgbClr val="FFFFFF"/>
              </a:buClr>
              <a:buSzPts val="3000"/>
              <a:buFont typeface="Roboto Condensed"/>
              <a:buNone/>
              <a:defRPr b="0" i="0" sz="3000" u="none" cap="none" strike="noStrike">
                <a:solidFill>
                  <a:srgbClr val="FFFFFF"/>
                </a:solidFill>
                <a:latin typeface="Roboto Condensed"/>
                <a:ea typeface="Roboto Condensed"/>
                <a:cs typeface="Roboto Condensed"/>
                <a:sym typeface="Roboto Condensed"/>
              </a:defRPr>
            </a:lvl1pPr>
            <a:lvl2pPr lvl="1" marR="0" rtl="0" algn="l">
              <a:lnSpc>
                <a:spcPct val="100000"/>
              </a:lnSpc>
              <a:spcBef>
                <a:spcPts val="0"/>
              </a:spcBef>
              <a:spcAft>
                <a:spcPts val="0"/>
              </a:spcAft>
              <a:buClr>
                <a:srgbClr val="FFFFFF"/>
              </a:buClr>
              <a:buSzPts val="3000"/>
              <a:buFont typeface="Roboto Condensed"/>
              <a:buNone/>
              <a:defRPr b="0" i="0" sz="3000" u="none" cap="none" strike="noStrike">
                <a:solidFill>
                  <a:srgbClr val="FFFFFF"/>
                </a:solidFill>
                <a:latin typeface="Roboto Condensed"/>
                <a:ea typeface="Roboto Condensed"/>
                <a:cs typeface="Roboto Condensed"/>
                <a:sym typeface="Roboto Condensed"/>
              </a:defRPr>
            </a:lvl2pPr>
            <a:lvl3pPr lvl="2" marR="0" rtl="0" algn="l">
              <a:lnSpc>
                <a:spcPct val="100000"/>
              </a:lnSpc>
              <a:spcBef>
                <a:spcPts val="0"/>
              </a:spcBef>
              <a:spcAft>
                <a:spcPts val="0"/>
              </a:spcAft>
              <a:buClr>
                <a:srgbClr val="FFFFFF"/>
              </a:buClr>
              <a:buSzPts val="3000"/>
              <a:buFont typeface="Roboto Condensed"/>
              <a:buNone/>
              <a:defRPr b="0" i="0" sz="3000" u="none" cap="none" strike="noStrike">
                <a:solidFill>
                  <a:srgbClr val="FFFFFF"/>
                </a:solidFill>
                <a:latin typeface="Roboto Condensed"/>
                <a:ea typeface="Roboto Condensed"/>
                <a:cs typeface="Roboto Condensed"/>
                <a:sym typeface="Roboto Condensed"/>
              </a:defRPr>
            </a:lvl3pPr>
            <a:lvl4pPr lvl="3" marR="0" rtl="0" algn="l">
              <a:lnSpc>
                <a:spcPct val="100000"/>
              </a:lnSpc>
              <a:spcBef>
                <a:spcPts val="0"/>
              </a:spcBef>
              <a:spcAft>
                <a:spcPts val="0"/>
              </a:spcAft>
              <a:buClr>
                <a:srgbClr val="FFFFFF"/>
              </a:buClr>
              <a:buSzPts val="3000"/>
              <a:buFont typeface="Roboto Condensed"/>
              <a:buNone/>
              <a:defRPr b="0" i="0" sz="3000" u="none" cap="none" strike="noStrike">
                <a:solidFill>
                  <a:srgbClr val="FFFFFF"/>
                </a:solidFill>
                <a:latin typeface="Roboto Condensed"/>
                <a:ea typeface="Roboto Condensed"/>
                <a:cs typeface="Roboto Condensed"/>
                <a:sym typeface="Roboto Condensed"/>
              </a:defRPr>
            </a:lvl4pPr>
            <a:lvl5pPr lvl="4" marR="0" rtl="0" algn="l">
              <a:lnSpc>
                <a:spcPct val="100000"/>
              </a:lnSpc>
              <a:spcBef>
                <a:spcPts val="0"/>
              </a:spcBef>
              <a:spcAft>
                <a:spcPts val="0"/>
              </a:spcAft>
              <a:buClr>
                <a:srgbClr val="FFFFFF"/>
              </a:buClr>
              <a:buSzPts val="3000"/>
              <a:buFont typeface="Roboto Condensed"/>
              <a:buNone/>
              <a:defRPr b="0" i="0" sz="3000" u="none" cap="none" strike="noStrike">
                <a:solidFill>
                  <a:srgbClr val="FFFFFF"/>
                </a:solidFill>
                <a:latin typeface="Roboto Condensed"/>
                <a:ea typeface="Roboto Condensed"/>
                <a:cs typeface="Roboto Condensed"/>
                <a:sym typeface="Roboto Condensed"/>
              </a:defRPr>
            </a:lvl5pPr>
            <a:lvl6pPr lvl="5" marR="0" rtl="0" algn="l">
              <a:lnSpc>
                <a:spcPct val="100000"/>
              </a:lnSpc>
              <a:spcBef>
                <a:spcPts val="0"/>
              </a:spcBef>
              <a:spcAft>
                <a:spcPts val="0"/>
              </a:spcAft>
              <a:buClr>
                <a:srgbClr val="FFFFFF"/>
              </a:buClr>
              <a:buSzPts val="3000"/>
              <a:buFont typeface="Roboto Condensed"/>
              <a:buNone/>
              <a:defRPr b="0" i="0" sz="3000" u="none" cap="none" strike="noStrike">
                <a:solidFill>
                  <a:srgbClr val="FFFFFF"/>
                </a:solidFill>
                <a:latin typeface="Roboto Condensed"/>
                <a:ea typeface="Roboto Condensed"/>
                <a:cs typeface="Roboto Condensed"/>
                <a:sym typeface="Roboto Condensed"/>
              </a:defRPr>
            </a:lvl6pPr>
            <a:lvl7pPr lvl="6" marR="0" rtl="0" algn="l">
              <a:lnSpc>
                <a:spcPct val="100000"/>
              </a:lnSpc>
              <a:spcBef>
                <a:spcPts val="0"/>
              </a:spcBef>
              <a:spcAft>
                <a:spcPts val="0"/>
              </a:spcAft>
              <a:buClr>
                <a:srgbClr val="FFFFFF"/>
              </a:buClr>
              <a:buSzPts val="3000"/>
              <a:buFont typeface="Roboto Condensed"/>
              <a:buNone/>
              <a:defRPr b="0" i="0" sz="3000" u="none" cap="none" strike="noStrike">
                <a:solidFill>
                  <a:srgbClr val="FFFFFF"/>
                </a:solidFill>
                <a:latin typeface="Roboto Condensed"/>
                <a:ea typeface="Roboto Condensed"/>
                <a:cs typeface="Roboto Condensed"/>
                <a:sym typeface="Roboto Condensed"/>
              </a:defRPr>
            </a:lvl7pPr>
            <a:lvl8pPr lvl="7" marR="0" rtl="0" algn="l">
              <a:lnSpc>
                <a:spcPct val="100000"/>
              </a:lnSpc>
              <a:spcBef>
                <a:spcPts val="0"/>
              </a:spcBef>
              <a:spcAft>
                <a:spcPts val="0"/>
              </a:spcAft>
              <a:buClr>
                <a:srgbClr val="FFFFFF"/>
              </a:buClr>
              <a:buSzPts val="3000"/>
              <a:buFont typeface="Roboto Condensed"/>
              <a:buNone/>
              <a:defRPr b="0" i="0" sz="3000" u="none" cap="none" strike="noStrike">
                <a:solidFill>
                  <a:srgbClr val="FFFFFF"/>
                </a:solidFill>
                <a:latin typeface="Roboto Condensed"/>
                <a:ea typeface="Roboto Condensed"/>
                <a:cs typeface="Roboto Condensed"/>
                <a:sym typeface="Roboto Condensed"/>
              </a:defRPr>
            </a:lvl8pPr>
            <a:lvl9pPr lvl="8" marR="0" rtl="0" algn="l">
              <a:lnSpc>
                <a:spcPct val="100000"/>
              </a:lnSpc>
              <a:spcBef>
                <a:spcPts val="0"/>
              </a:spcBef>
              <a:spcAft>
                <a:spcPts val="0"/>
              </a:spcAft>
              <a:buClr>
                <a:srgbClr val="FFFFFF"/>
              </a:buClr>
              <a:buSzPts val="3000"/>
              <a:buFont typeface="Roboto Condensed"/>
              <a:buNone/>
              <a:defRPr b="0" i="0" sz="3000" u="none" cap="none" strike="noStrike">
                <a:solidFill>
                  <a:srgbClr val="FFFFFF"/>
                </a:solidFill>
                <a:latin typeface="Roboto Condensed"/>
                <a:ea typeface="Roboto Condensed"/>
                <a:cs typeface="Roboto Condensed"/>
                <a:sym typeface="Roboto Condensed"/>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7.png"/><Relationship Id="rId6"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3.jpg"/><Relationship Id="rId4" Type="http://schemas.openxmlformats.org/officeDocument/2006/relationships/image" Target="../media/image37.gif"/><Relationship Id="rId5" Type="http://schemas.openxmlformats.org/officeDocument/2006/relationships/image" Target="../media/image22.png"/><Relationship Id="rId6" Type="http://schemas.openxmlformats.org/officeDocument/2006/relationships/image" Target="../media/image2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5.jpg"/><Relationship Id="rId4" Type="http://schemas.openxmlformats.org/officeDocument/2006/relationships/image" Target="../media/image31.jpg"/><Relationship Id="rId5" Type="http://schemas.openxmlformats.org/officeDocument/2006/relationships/image" Target="../media/image26.jpg"/><Relationship Id="rId6" Type="http://schemas.openxmlformats.org/officeDocument/2006/relationships/image" Target="../media/image3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7.png"/><Relationship Id="rId4" Type="http://schemas.openxmlformats.org/officeDocument/2006/relationships/image" Target="../media/image29.jpg"/><Relationship Id="rId5" Type="http://schemas.openxmlformats.org/officeDocument/2006/relationships/image" Target="../media/image33.jpg"/><Relationship Id="rId6" Type="http://schemas.openxmlformats.org/officeDocument/2006/relationships/image" Target="../media/image32.jpg"/><Relationship Id="rId7" Type="http://schemas.openxmlformats.org/officeDocument/2006/relationships/image" Target="../media/image4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duocjpriesgorpa.atlassian.net/jira/software/projects/CAPSTONE/boards/35?filter=&amp;groupBy=none" TargetMode="External"/><Relationship Id="rId4" Type="http://schemas.openxmlformats.org/officeDocument/2006/relationships/image" Target="../media/image35.png"/><Relationship Id="rId9"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36.png"/><Relationship Id="rId8"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duocjpriesgorpa.atlassian.net/jira/software/projects/CAPSTONE/list?jql=project%20%3D%20CAPSTONE%20ORDER%20BY%20cf%5B10015%5D%20ASC%2C%20cf%5B10019%5D%20ASC" TargetMode="External"/><Relationship Id="rId4" Type="http://schemas.openxmlformats.org/officeDocument/2006/relationships/hyperlink" Target="https://github.com/JoselynPinoDiaz/SB_Mallen_002D_RPA/blob/prod/Fase%201/Evidencias%20Grupales/1.5_GuiaEstudiante_Fase%201_Definicion%20Proyecto%20APT.docx" TargetMode="External"/><Relationship Id="rId5" Type="http://schemas.openxmlformats.org/officeDocument/2006/relationships/hyperlink" Target="https://duocjpriesgorpa.atlassian.net/wiki/spaces/R/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3"/>
          <p:cNvSpPr/>
          <p:nvPr/>
        </p:nvSpPr>
        <p:spPr>
          <a:xfrm>
            <a:off x="824207" y="6426636"/>
            <a:ext cx="2297998" cy="431365"/>
          </a:xfrm>
          <a:custGeom>
            <a:rect b="b" l="l" r="r" t="t"/>
            <a:pathLst>
              <a:path extrusionOk="0" h="647047" w="3446997">
                <a:moveTo>
                  <a:pt x="0" y="0"/>
                </a:moveTo>
                <a:lnTo>
                  <a:pt x="3446997" y="0"/>
                </a:lnTo>
                <a:lnTo>
                  <a:pt x="3446997" y="647047"/>
                </a:lnTo>
                <a:lnTo>
                  <a:pt x="0" y="647047"/>
                </a:lnTo>
                <a:lnTo>
                  <a:pt x="0" y="0"/>
                </a:lnTo>
                <a:close/>
              </a:path>
            </a:pathLst>
          </a:cu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933" u="none" cap="none" strike="noStrike">
              <a:solidFill>
                <a:srgbClr val="000000"/>
              </a:solidFill>
              <a:latin typeface="Arial"/>
              <a:ea typeface="Arial"/>
              <a:cs typeface="Arial"/>
              <a:sym typeface="Arial"/>
            </a:endParaRPr>
          </a:p>
        </p:txBody>
      </p:sp>
      <p:sp>
        <p:nvSpPr>
          <p:cNvPr id="153" name="Google Shape;153;p3"/>
          <p:cNvSpPr/>
          <p:nvPr/>
        </p:nvSpPr>
        <p:spPr>
          <a:xfrm>
            <a:off x="685800" y="685800"/>
            <a:ext cx="2318806" cy="517867"/>
          </a:xfrm>
          <a:custGeom>
            <a:rect b="b" l="l" r="r" t="t"/>
            <a:pathLst>
              <a:path extrusionOk="0" h="776800" w="3478209">
                <a:moveTo>
                  <a:pt x="0" y="0"/>
                </a:moveTo>
                <a:lnTo>
                  <a:pt x="3478209" y="0"/>
                </a:lnTo>
                <a:lnTo>
                  <a:pt x="3478209" y="776800"/>
                </a:lnTo>
                <a:lnTo>
                  <a:pt x="0" y="776800"/>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933" u="none" cap="none" strike="noStrike">
              <a:solidFill>
                <a:srgbClr val="000000"/>
              </a:solidFill>
              <a:latin typeface="Arial"/>
              <a:ea typeface="Arial"/>
              <a:cs typeface="Arial"/>
              <a:sym typeface="Arial"/>
            </a:endParaRPr>
          </a:p>
        </p:txBody>
      </p:sp>
      <p:sp>
        <p:nvSpPr>
          <p:cNvPr id="154" name="Google Shape;154;p3"/>
          <p:cNvSpPr/>
          <p:nvPr/>
        </p:nvSpPr>
        <p:spPr>
          <a:xfrm rot="-5400000">
            <a:off x="6020060" y="-6020061"/>
            <a:ext cx="151882" cy="12192001"/>
          </a:xfrm>
          <a:custGeom>
            <a:rect b="b" l="l" r="r" t="t"/>
            <a:pathLst>
              <a:path extrusionOk="0" h="5624919" w="587437">
                <a:moveTo>
                  <a:pt x="0" y="0"/>
                </a:moveTo>
                <a:lnTo>
                  <a:pt x="587437" y="0"/>
                </a:lnTo>
                <a:lnTo>
                  <a:pt x="587437" y="5624919"/>
                </a:lnTo>
                <a:lnTo>
                  <a:pt x="0" y="5624919"/>
                </a:lnTo>
                <a:lnTo>
                  <a:pt x="0" y="0"/>
                </a:lnTo>
                <a:close/>
              </a:path>
            </a:pathLst>
          </a:custGeom>
          <a:blipFill rotWithShape="1">
            <a:blip r:embed="rId5">
              <a:alphaModFix/>
            </a:blip>
            <a:stretch>
              <a:fillRect b="-21588" l="-1943447" r="-23081924" t="-3436"/>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933" u="none" cap="none" strike="noStrike">
              <a:solidFill>
                <a:srgbClr val="000000"/>
              </a:solidFill>
              <a:latin typeface="Arial"/>
              <a:ea typeface="Arial"/>
              <a:cs typeface="Arial"/>
              <a:sym typeface="Arial"/>
            </a:endParaRPr>
          </a:p>
        </p:txBody>
      </p:sp>
      <p:sp>
        <p:nvSpPr>
          <p:cNvPr id="155" name="Google Shape;155;p3"/>
          <p:cNvSpPr txBox="1"/>
          <p:nvPr/>
        </p:nvSpPr>
        <p:spPr>
          <a:xfrm>
            <a:off x="982650" y="1618850"/>
            <a:ext cx="10226700" cy="43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s-ES" sz="2667" u="none" cap="none" strike="noStrike">
                <a:solidFill>
                  <a:srgbClr val="000000"/>
                </a:solidFill>
                <a:latin typeface="Arial"/>
                <a:ea typeface="Arial"/>
                <a:cs typeface="Arial"/>
                <a:sym typeface="Arial"/>
              </a:rPr>
              <a:t>Informe Avance</a:t>
            </a:r>
            <a:r>
              <a:rPr lang="es-ES" sz="2667"/>
              <a:t> 01</a:t>
            </a:r>
            <a:endParaRPr b="0" i="0" sz="2667"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1" i="0" lang="es-ES" sz="2667" u="none" cap="none" strike="noStrike">
                <a:solidFill>
                  <a:srgbClr val="000000"/>
                </a:solidFill>
                <a:latin typeface="Arial"/>
                <a:ea typeface="Arial"/>
                <a:cs typeface="Arial"/>
                <a:sym typeface="Arial"/>
              </a:rPr>
              <a:t>“</a:t>
            </a:r>
            <a:r>
              <a:rPr b="1" lang="es-ES" sz="2667"/>
              <a:t>Automatización de solicitudes académicas con Blue Prism”</a:t>
            </a:r>
            <a:endParaRPr b="1" sz="2667"/>
          </a:p>
          <a:p>
            <a:pPr indent="0" lvl="0" marL="0" marR="0" rtl="0" algn="ctr">
              <a:lnSpc>
                <a:spcPct val="100000"/>
              </a:lnSpc>
              <a:spcBef>
                <a:spcPts val="0"/>
              </a:spcBef>
              <a:spcAft>
                <a:spcPts val="0"/>
              </a:spcAft>
              <a:buNone/>
            </a:pPr>
            <a:r>
              <a:rPr b="1" i="0" lang="es-ES" sz="2667" u="none" cap="none" strike="noStrike">
                <a:solidFill>
                  <a:srgbClr val="000000"/>
                </a:solidFill>
                <a:latin typeface="Arial"/>
                <a:ea typeface="Arial"/>
                <a:cs typeface="Arial"/>
                <a:sym typeface="Arial"/>
              </a:rPr>
              <a:t> </a:t>
            </a:r>
            <a:r>
              <a:rPr b="0" i="0" lang="es-ES" sz="933" u="none" cap="none" strike="noStrike">
                <a:solidFill>
                  <a:srgbClr val="000000"/>
                </a:solidFill>
                <a:latin typeface="Arial"/>
                <a:ea typeface="Arial"/>
                <a:cs typeface="Arial"/>
                <a:sym typeface="Arial"/>
              </a:rPr>
              <a:t> </a:t>
            </a:r>
            <a:endParaRPr b="0" i="0" sz="933"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t/>
            </a:r>
            <a:endParaRPr b="0" i="0" sz="1867"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1" i="0" lang="es-ES" sz="1867" u="none" cap="none" strike="noStrike">
                <a:solidFill>
                  <a:srgbClr val="000000"/>
                </a:solidFill>
                <a:latin typeface="Arial"/>
                <a:ea typeface="Arial"/>
                <a:cs typeface="Arial"/>
                <a:sym typeface="Arial"/>
              </a:rPr>
              <a:t>Docente</a:t>
            </a:r>
            <a:endParaRPr b="1" i="0" sz="1867"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lang="es-ES" sz="1867"/>
              <a:t>Mallén </a:t>
            </a:r>
            <a:r>
              <a:rPr lang="es-ES" sz="1867"/>
              <a:t>Eliana Gonzalez Gonzalez</a:t>
            </a:r>
            <a:endParaRPr b="0" i="0" sz="1867"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t/>
            </a:r>
            <a:endParaRPr b="0" i="0" sz="1867"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1" i="0" lang="es-ES" sz="1867" u="none" cap="none" strike="noStrike">
                <a:solidFill>
                  <a:srgbClr val="000000"/>
                </a:solidFill>
                <a:latin typeface="Arial"/>
                <a:ea typeface="Arial"/>
                <a:cs typeface="Arial"/>
                <a:sym typeface="Arial"/>
              </a:rPr>
              <a:t>Equipo </a:t>
            </a:r>
            <a:r>
              <a:rPr b="1" lang="es-ES" sz="1867"/>
              <a:t>11</a:t>
            </a:r>
            <a:endParaRPr b="1" i="0" sz="1867"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0" i="0" lang="es-ES" sz="1867" u="none" cap="none" strike="noStrike">
                <a:solidFill>
                  <a:srgbClr val="000000"/>
                </a:solidFill>
                <a:latin typeface="Arial"/>
                <a:ea typeface="Arial"/>
                <a:cs typeface="Arial"/>
                <a:sym typeface="Arial"/>
              </a:rPr>
              <a:t>Jose</a:t>
            </a:r>
            <a:r>
              <a:rPr lang="es-ES" sz="1867"/>
              <a:t>lyn Alicia Pino Diaz</a:t>
            </a:r>
            <a:endParaRPr/>
          </a:p>
          <a:p>
            <a:pPr indent="0" lvl="0" marL="0" marR="0" rtl="0" algn="ctr">
              <a:lnSpc>
                <a:spcPct val="100000"/>
              </a:lnSpc>
              <a:spcBef>
                <a:spcPts val="0"/>
              </a:spcBef>
              <a:spcAft>
                <a:spcPts val="0"/>
              </a:spcAft>
              <a:buNone/>
            </a:pPr>
            <a:r>
              <a:t/>
            </a:r>
            <a:endParaRPr b="0" i="0" sz="1867"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1" i="0" lang="es-ES" sz="1867" u="none" cap="none" strike="noStrike">
                <a:solidFill>
                  <a:srgbClr val="000000"/>
                </a:solidFill>
                <a:latin typeface="Arial"/>
                <a:ea typeface="Arial"/>
                <a:cs typeface="Arial"/>
                <a:sym typeface="Arial"/>
              </a:rPr>
              <a:t>Duoc UC Sede San Bernardo </a:t>
            </a:r>
            <a:endParaRPr/>
          </a:p>
          <a:p>
            <a:pPr indent="0" lvl="0" marL="0" marR="0" rtl="0" algn="ctr">
              <a:lnSpc>
                <a:spcPct val="100000"/>
              </a:lnSpc>
              <a:spcBef>
                <a:spcPts val="0"/>
              </a:spcBef>
              <a:spcAft>
                <a:spcPts val="0"/>
              </a:spcAft>
              <a:buNone/>
            </a:pPr>
            <a:r>
              <a:rPr b="0" i="0" lang="es-ES" sz="1867" u="none" cap="none" strike="noStrike">
                <a:solidFill>
                  <a:srgbClr val="000000"/>
                </a:solidFill>
                <a:latin typeface="Arial"/>
                <a:ea typeface="Arial"/>
                <a:cs typeface="Arial"/>
                <a:sym typeface="Arial"/>
              </a:rPr>
              <a:t>Escuela de Informática y Telecomunicaciones</a:t>
            </a:r>
            <a:endParaRPr/>
          </a:p>
          <a:p>
            <a:pPr indent="0" lvl="0" marL="0" marR="0" rtl="0" algn="ctr">
              <a:lnSpc>
                <a:spcPct val="100000"/>
              </a:lnSpc>
              <a:spcBef>
                <a:spcPts val="0"/>
              </a:spcBef>
              <a:spcAft>
                <a:spcPts val="0"/>
              </a:spcAft>
              <a:buNone/>
            </a:pPr>
            <a:r>
              <a:rPr b="0" i="0" lang="es-ES" sz="1867" u="none" cap="none" strike="noStrike">
                <a:solidFill>
                  <a:srgbClr val="000000"/>
                </a:solidFill>
                <a:latin typeface="Arial"/>
                <a:ea typeface="Arial"/>
                <a:cs typeface="Arial"/>
                <a:sym typeface="Arial"/>
              </a:rPr>
              <a:t>Carrera: Ingeniería en Informática</a:t>
            </a:r>
            <a:endParaRPr/>
          </a:p>
          <a:p>
            <a:pPr indent="0" lvl="0" marL="0" marR="0" rtl="0" algn="ctr">
              <a:lnSpc>
                <a:spcPct val="100000"/>
              </a:lnSpc>
              <a:spcBef>
                <a:spcPts val="0"/>
              </a:spcBef>
              <a:spcAft>
                <a:spcPts val="0"/>
              </a:spcAft>
              <a:buNone/>
            </a:pPr>
            <a:r>
              <a:rPr b="0" i="0" lang="es-ES" sz="1867" u="none" cap="none" strike="noStrike">
                <a:solidFill>
                  <a:srgbClr val="000000"/>
                </a:solidFill>
                <a:latin typeface="Arial"/>
                <a:ea typeface="Arial"/>
                <a:cs typeface="Arial"/>
                <a:sym typeface="Arial"/>
              </a:rPr>
              <a:t>Año: 202</a:t>
            </a:r>
            <a:r>
              <a:rPr lang="es-ES" sz="1867"/>
              <a:t>6</a:t>
            </a:r>
            <a:endParaRPr b="0" i="0" sz="933" u="none" cap="none" strike="noStrike">
              <a:solidFill>
                <a:srgbClr val="000000"/>
              </a:solidFill>
              <a:latin typeface="Arial"/>
              <a:ea typeface="Arial"/>
              <a:cs typeface="Arial"/>
              <a:sym typeface="Arial"/>
            </a:endParaRPr>
          </a:p>
        </p:txBody>
      </p:sp>
      <p:pic>
        <p:nvPicPr>
          <p:cNvPr descr="SummIT Ciberseguridad 2022 – Duoc UC" id="156" name="Google Shape;156;p3"/>
          <p:cNvPicPr preferRelativeResize="0"/>
          <p:nvPr/>
        </p:nvPicPr>
        <p:blipFill rotWithShape="1">
          <a:blip r:embed="rId6">
            <a:alphaModFix/>
          </a:blip>
          <a:srcRect b="0" l="0" r="0" t="0"/>
          <a:stretch/>
        </p:blipFill>
        <p:spPr>
          <a:xfrm>
            <a:off x="4407777" y="661640"/>
            <a:ext cx="3098800" cy="9969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g3f8bb8eb9a8_0_7"/>
          <p:cNvSpPr txBox="1"/>
          <p:nvPr>
            <p:ph idx="2" type="body"/>
          </p:nvPr>
        </p:nvSpPr>
        <p:spPr>
          <a:xfrm>
            <a:off x="6539975" y="636925"/>
            <a:ext cx="5256300" cy="5405100"/>
          </a:xfrm>
          <a:prstGeom prst="rect">
            <a:avLst/>
          </a:prstGeom>
        </p:spPr>
        <p:txBody>
          <a:bodyPr anchorCtr="0" anchor="t" bIns="45700" lIns="90000" spcFirstLastPara="1" rIns="91425" wrap="square" tIns="45700">
            <a:noAutofit/>
          </a:bodyPr>
          <a:lstStyle/>
          <a:p>
            <a:pPr indent="-495300" lvl="0" marL="609600" rtl="0" algn="l">
              <a:lnSpc>
                <a:spcPct val="150000"/>
              </a:lnSpc>
              <a:spcBef>
                <a:spcPts val="400"/>
              </a:spcBef>
              <a:spcAft>
                <a:spcPts val="0"/>
              </a:spcAft>
              <a:buClr>
                <a:srgbClr val="9ECAF2"/>
              </a:buClr>
              <a:buSzPts val="3000"/>
              <a:buFont typeface="Roboto"/>
              <a:buChar char="»"/>
            </a:pPr>
            <a:r>
              <a:rPr b="1" lang="es-ES" sz="3000">
                <a:solidFill>
                  <a:srgbClr val="9ECAF2"/>
                </a:solidFill>
                <a:latin typeface="Roboto"/>
                <a:ea typeface="Roboto"/>
                <a:cs typeface="Roboto"/>
                <a:sym typeface="Roboto"/>
              </a:rPr>
              <a:t>Introducción</a:t>
            </a:r>
            <a:endParaRPr b="1" sz="3000">
              <a:solidFill>
                <a:srgbClr val="9ECAF2"/>
              </a:solidFill>
              <a:latin typeface="Roboto"/>
              <a:ea typeface="Roboto"/>
              <a:cs typeface="Roboto"/>
              <a:sym typeface="Roboto"/>
            </a:endParaRPr>
          </a:p>
          <a:p>
            <a:pPr indent="-495300" lvl="0" marL="609600" rtl="0" algn="l">
              <a:lnSpc>
                <a:spcPct val="150000"/>
              </a:lnSpc>
              <a:spcBef>
                <a:spcPts val="400"/>
              </a:spcBef>
              <a:spcAft>
                <a:spcPts val="0"/>
              </a:spcAft>
              <a:buClr>
                <a:srgbClr val="9ECAF2"/>
              </a:buClr>
              <a:buSzPts val="3000"/>
              <a:buFont typeface="Roboto"/>
              <a:buChar char="»"/>
            </a:pPr>
            <a:r>
              <a:rPr b="1" lang="es-ES" sz="3000">
                <a:solidFill>
                  <a:srgbClr val="9ECAF2"/>
                </a:solidFill>
                <a:latin typeface="Roboto"/>
                <a:ea typeface="Roboto"/>
                <a:cs typeface="Roboto"/>
                <a:sym typeface="Roboto"/>
              </a:rPr>
              <a:t>Objetivos del Proyecto</a:t>
            </a:r>
            <a:endParaRPr b="1" sz="3000">
              <a:solidFill>
                <a:srgbClr val="9ECAF2"/>
              </a:solidFill>
              <a:latin typeface="Roboto"/>
              <a:ea typeface="Roboto"/>
              <a:cs typeface="Roboto"/>
              <a:sym typeface="Roboto"/>
            </a:endParaRPr>
          </a:p>
          <a:p>
            <a:pPr indent="-495300" lvl="0" marL="609600" rtl="0" algn="l">
              <a:lnSpc>
                <a:spcPct val="150000"/>
              </a:lnSpc>
              <a:spcBef>
                <a:spcPts val="400"/>
              </a:spcBef>
              <a:spcAft>
                <a:spcPts val="0"/>
              </a:spcAft>
              <a:buClr>
                <a:srgbClr val="9ECAF2"/>
              </a:buClr>
              <a:buSzPts val="3000"/>
              <a:buFont typeface="Roboto"/>
              <a:buChar char="»"/>
            </a:pPr>
            <a:r>
              <a:rPr b="1" lang="es-ES" sz="3000">
                <a:solidFill>
                  <a:srgbClr val="9ECAF2"/>
                </a:solidFill>
                <a:latin typeface="Roboto"/>
                <a:ea typeface="Roboto"/>
                <a:cs typeface="Roboto"/>
                <a:sym typeface="Roboto"/>
              </a:rPr>
              <a:t>Contexto y Análisis Inicial</a:t>
            </a:r>
            <a:endParaRPr b="1" sz="3000">
              <a:solidFill>
                <a:srgbClr val="9ECAF2"/>
              </a:solidFill>
              <a:latin typeface="Roboto"/>
              <a:ea typeface="Roboto"/>
              <a:cs typeface="Roboto"/>
              <a:sym typeface="Roboto"/>
            </a:endParaRPr>
          </a:p>
          <a:p>
            <a:pPr indent="-495300" lvl="0" marL="609600" rtl="0" algn="l">
              <a:lnSpc>
                <a:spcPct val="150000"/>
              </a:lnSpc>
              <a:spcBef>
                <a:spcPts val="400"/>
              </a:spcBef>
              <a:spcAft>
                <a:spcPts val="0"/>
              </a:spcAft>
              <a:buClr>
                <a:srgbClr val="9ECAF2"/>
              </a:buClr>
              <a:buSzPts val="3000"/>
              <a:buFont typeface="Roboto"/>
              <a:buChar char="»"/>
            </a:pPr>
            <a:r>
              <a:rPr b="1" lang="es-ES" sz="3000">
                <a:solidFill>
                  <a:srgbClr val="9ECAF2"/>
                </a:solidFill>
                <a:latin typeface="Roboto"/>
                <a:ea typeface="Roboto"/>
                <a:cs typeface="Roboto"/>
                <a:sym typeface="Roboto"/>
              </a:rPr>
              <a:t>Factibilidad</a:t>
            </a:r>
            <a:endParaRPr b="1" sz="3000">
              <a:solidFill>
                <a:srgbClr val="9ECAF2"/>
              </a:solidFill>
              <a:latin typeface="Roboto"/>
              <a:ea typeface="Roboto"/>
              <a:cs typeface="Roboto"/>
              <a:sym typeface="Roboto"/>
            </a:endParaRPr>
          </a:p>
          <a:p>
            <a:pPr indent="-495300" lvl="0" marL="609600" rtl="0" algn="l">
              <a:lnSpc>
                <a:spcPct val="150000"/>
              </a:lnSpc>
              <a:spcBef>
                <a:spcPts val="400"/>
              </a:spcBef>
              <a:spcAft>
                <a:spcPts val="0"/>
              </a:spcAft>
              <a:buClr>
                <a:srgbClr val="9ECAF2"/>
              </a:buClr>
              <a:buSzPts val="3000"/>
              <a:buFont typeface="Roboto"/>
              <a:buChar char="»"/>
            </a:pPr>
            <a:r>
              <a:rPr b="1" lang="es-ES" sz="3000">
                <a:solidFill>
                  <a:srgbClr val="9ECAF2"/>
                </a:solidFill>
                <a:latin typeface="Roboto"/>
                <a:ea typeface="Roboto"/>
                <a:cs typeface="Roboto"/>
                <a:sym typeface="Roboto"/>
              </a:rPr>
              <a:t>Metodología de Trabajo</a:t>
            </a:r>
            <a:endParaRPr b="1" sz="3000">
              <a:solidFill>
                <a:srgbClr val="9ECAF2"/>
              </a:solidFill>
              <a:latin typeface="Roboto"/>
              <a:ea typeface="Roboto"/>
              <a:cs typeface="Roboto"/>
              <a:sym typeface="Roboto"/>
            </a:endParaRPr>
          </a:p>
          <a:p>
            <a:pPr indent="-495300" lvl="0" marL="609600" rtl="0" algn="l">
              <a:lnSpc>
                <a:spcPct val="150000"/>
              </a:lnSpc>
              <a:spcBef>
                <a:spcPts val="400"/>
              </a:spcBef>
              <a:spcAft>
                <a:spcPts val="0"/>
              </a:spcAft>
              <a:buClr>
                <a:srgbClr val="9ECAF2"/>
              </a:buClr>
              <a:buSzPts val="3000"/>
              <a:buFont typeface="Roboto"/>
              <a:buChar char="»"/>
            </a:pPr>
            <a:r>
              <a:rPr b="1" lang="es-ES" sz="3000">
                <a:solidFill>
                  <a:srgbClr val="9ECAF2"/>
                </a:solidFill>
                <a:latin typeface="Roboto"/>
                <a:ea typeface="Roboto"/>
                <a:cs typeface="Roboto"/>
                <a:sym typeface="Roboto"/>
              </a:rPr>
              <a:t>Plan de Trabajo</a:t>
            </a:r>
            <a:endParaRPr b="1" sz="3000">
              <a:solidFill>
                <a:srgbClr val="9ECAF2"/>
              </a:solidFill>
              <a:latin typeface="Roboto"/>
              <a:ea typeface="Roboto"/>
              <a:cs typeface="Roboto"/>
              <a:sym typeface="Roboto"/>
            </a:endParaRPr>
          </a:p>
          <a:p>
            <a:pPr indent="-495300" lvl="0" marL="609600" rtl="0" algn="l">
              <a:lnSpc>
                <a:spcPct val="150000"/>
              </a:lnSpc>
              <a:spcBef>
                <a:spcPts val="400"/>
              </a:spcBef>
              <a:spcAft>
                <a:spcPts val="0"/>
              </a:spcAft>
              <a:buClr>
                <a:srgbClr val="9ECAF2"/>
              </a:buClr>
              <a:buSzPts val="3000"/>
              <a:buFont typeface="Roboto"/>
              <a:buChar char="»"/>
            </a:pPr>
            <a:r>
              <a:rPr b="1" lang="es-ES" sz="3000">
                <a:solidFill>
                  <a:srgbClr val="9ECAF2"/>
                </a:solidFill>
                <a:latin typeface="Roboto"/>
                <a:ea typeface="Roboto"/>
                <a:cs typeface="Roboto"/>
                <a:sym typeface="Roboto"/>
              </a:rPr>
              <a:t>Conclusiones y Reflexión</a:t>
            </a:r>
            <a:endParaRPr b="1" sz="3000">
              <a:solidFill>
                <a:srgbClr val="9ECAF2"/>
              </a:solidFill>
              <a:latin typeface="Roboto"/>
              <a:ea typeface="Roboto"/>
              <a:cs typeface="Roboto"/>
              <a:sym typeface="Roboto"/>
            </a:endParaRPr>
          </a:p>
        </p:txBody>
      </p:sp>
      <p:sp>
        <p:nvSpPr>
          <p:cNvPr id="162" name="Google Shape;162;g3f8bb8eb9a8_0_7"/>
          <p:cNvSpPr txBox="1"/>
          <p:nvPr>
            <p:ph type="title"/>
          </p:nvPr>
        </p:nvSpPr>
        <p:spPr>
          <a:xfrm>
            <a:off x="177200" y="1759283"/>
            <a:ext cx="5393700" cy="1976400"/>
          </a:xfrm>
          <a:prstGeom prst="rect">
            <a:avLst/>
          </a:prstGeom>
        </p:spPr>
        <p:txBody>
          <a:bodyPr anchorCtr="0" anchor="b" bIns="45700" lIns="91425" spcFirstLastPara="1" rIns="91425" wrap="square" tIns="45700">
            <a:noAutofit/>
          </a:bodyPr>
          <a:lstStyle/>
          <a:p>
            <a:pPr indent="0" lvl="0" marL="0" rtl="0" algn="ctr">
              <a:spcBef>
                <a:spcPts val="0"/>
              </a:spcBef>
              <a:spcAft>
                <a:spcPts val="0"/>
              </a:spcAft>
              <a:buNone/>
            </a:pPr>
            <a:r>
              <a:rPr lang="es-ES" sz="7500">
                <a:solidFill>
                  <a:schemeClr val="dk1"/>
                </a:solidFill>
              </a:rPr>
              <a:t>Agenda</a:t>
            </a:r>
            <a:endParaRPr sz="7500">
              <a:solidFill>
                <a:schemeClr val="dk1"/>
              </a:solidFill>
            </a:endParaRPr>
          </a:p>
        </p:txBody>
      </p:sp>
      <p:pic>
        <p:nvPicPr>
          <p:cNvPr id="163" name="Google Shape;163;g3f8bb8eb9a8_0_7"/>
          <p:cNvPicPr preferRelativeResize="0"/>
          <p:nvPr/>
        </p:nvPicPr>
        <p:blipFill>
          <a:blip r:embed="rId3">
            <a:alphaModFix/>
          </a:blip>
          <a:stretch>
            <a:fillRect/>
          </a:stretch>
        </p:blipFill>
        <p:spPr>
          <a:xfrm>
            <a:off x="177200" y="6177967"/>
            <a:ext cx="2719232" cy="455267"/>
          </a:xfrm>
          <a:prstGeom prst="rect">
            <a:avLst/>
          </a:prstGeom>
          <a:noFill/>
          <a:ln>
            <a:noFill/>
          </a:ln>
        </p:spPr>
      </p:pic>
      <p:sp>
        <p:nvSpPr>
          <p:cNvPr id="164" name="Google Shape;164;g3f8bb8eb9a8_0_7"/>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s-E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g3f8bb8eb9a8_0_0"/>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ES" sz="2800">
                <a:solidFill>
                  <a:srgbClr val="000000"/>
                </a:solidFill>
                <a:latin typeface="Arial"/>
                <a:ea typeface="Arial"/>
                <a:cs typeface="Arial"/>
                <a:sym typeface="Arial"/>
              </a:rPr>
              <a:t>Introducción | </a:t>
            </a:r>
            <a:r>
              <a:rPr b="1" lang="es-ES" sz="2883">
                <a:solidFill>
                  <a:srgbClr val="44546A"/>
                </a:solidFill>
              </a:rPr>
              <a:t>¿Qué es RPA?</a:t>
            </a:r>
            <a:endParaRPr/>
          </a:p>
        </p:txBody>
      </p:sp>
      <p:pic>
        <p:nvPicPr>
          <p:cNvPr descr="Robot icon vector. Isolated contour symbol illustration (proporcionado por Getty Images)" id="170" name="Google Shape;170;g3f8bb8eb9a8_0_0"/>
          <p:cNvPicPr preferRelativeResize="0"/>
          <p:nvPr/>
        </p:nvPicPr>
        <p:blipFill>
          <a:blip r:embed="rId3">
            <a:alphaModFix/>
          </a:blip>
          <a:stretch>
            <a:fillRect/>
          </a:stretch>
        </p:blipFill>
        <p:spPr>
          <a:xfrm>
            <a:off x="4433191" y="1437708"/>
            <a:ext cx="2658365" cy="2658365"/>
          </a:xfrm>
          <a:prstGeom prst="rect">
            <a:avLst/>
          </a:prstGeom>
          <a:noFill/>
          <a:ln>
            <a:noFill/>
          </a:ln>
        </p:spPr>
      </p:pic>
      <p:pic>
        <p:nvPicPr>
          <p:cNvPr descr="a cartoon drawing of a computer on a desk with a sign that says ' abc ' on it (proporcionado por Tenor)" id="171" name="Google Shape;171;g3f8bb8eb9a8_0_0"/>
          <p:cNvPicPr preferRelativeResize="0"/>
          <p:nvPr/>
        </p:nvPicPr>
        <p:blipFill>
          <a:blip r:embed="rId4">
            <a:alphaModFix/>
          </a:blip>
          <a:stretch>
            <a:fillRect/>
          </a:stretch>
        </p:blipFill>
        <p:spPr>
          <a:xfrm>
            <a:off x="7951150" y="1489551"/>
            <a:ext cx="3886750" cy="2658368"/>
          </a:xfrm>
          <a:prstGeom prst="rect">
            <a:avLst/>
          </a:prstGeom>
          <a:noFill/>
          <a:ln>
            <a:noFill/>
          </a:ln>
        </p:spPr>
      </p:pic>
      <p:pic>
        <p:nvPicPr>
          <p:cNvPr id="172" name="Google Shape;172;g3f8bb8eb9a8_0_0"/>
          <p:cNvPicPr preferRelativeResize="0"/>
          <p:nvPr/>
        </p:nvPicPr>
        <p:blipFill>
          <a:blip r:embed="rId5">
            <a:alphaModFix/>
          </a:blip>
          <a:stretch>
            <a:fillRect/>
          </a:stretch>
        </p:blipFill>
        <p:spPr>
          <a:xfrm>
            <a:off x="3476450" y="5412824"/>
            <a:ext cx="4619183" cy="827967"/>
          </a:xfrm>
          <a:prstGeom prst="rect">
            <a:avLst/>
          </a:prstGeom>
          <a:noFill/>
          <a:ln>
            <a:noFill/>
          </a:ln>
        </p:spPr>
      </p:pic>
      <p:pic>
        <p:nvPicPr>
          <p:cNvPr descr="Men working on packaging line  Grayscale  Layered     Have the right quantity,    Ready for shipment, . (proporcionado por Getty Images)" id="173" name="Google Shape;173;g3f8bb8eb9a8_0_0"/>
          <p:cNvPicPr preferRelativeResize="0"/>
          <p:nvPr/>
        </p:nvPicPr>
        <p:blipFill>
          <a:blip r:embed="rId6">
            <a:alphaModFix/>
          </a:blip>
          <a:stretch>
            <a:fillRect/>
          </a:stretch>
        </p:blipFill>
        <p:spPr>
          <a:xfrm>
            <a:off x="476450" y="1489551"/>
            <a:ext cx="3000000" cy="2658376"/>
          </a:xfrm>
          <a:prstGeom prst="rect">
            <a:avLst/>
          </a:prstGeom>
          <a:noFill/>
          <a:ln>
            <a:noFill/>
          </a:ln>
        </p:spPr>
      </p:pic>
      <p:sp>
        <p:nvSpPr>
          <p:cNvPr id="174" name="Google Shape;174;g3f8bb8eb9a8_0_0"/>
          <p:cNvSpPr/>
          <p:nvPr/>
        </p:nvSpPr>
        <p:spPr>
          <a:xfrm>
            <a:off x="3780125" y="2289353"/>
            <a:ext cx="489300" cy="996300"/>
          </a:xfrm>
          <a:prstGeom prst="chevron">
            <a:avLst>
              <a:gd fmla="val 50000" name="adj"/>
            </a:avLst>
          </a:prstGeom>
          <a:solidFill>
            <a:srgbClr val="073763"/>
          </a:solidFill>
          <a:ln cap="flat" cmpd="sng" w="12700">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ctr">
              <a:spcBef>
                <a:spcPts val="0"/>
              </a:spcBef>
              <a:spcAft>
                <a:spcPts val="0"/>
              </a:spcAft>
              <a:buNone/>
            </a:pPr>
            <a:r>
              <a:t/>
            </a:r>
            <a:endParaRPr sz="1900"/>
          </a:p>
        </p:txBody>
      </p:sp>
      <p:sp>
        <p:nvSpPr>
          <p:cNvPr id="175" name="Google Shape;175;g3f8bb8eb9a8_0_0"/>
          <p:cNvSpPr/>
          <p:nvPr/>
        </p:nvSpPr>
        <p:spPr>
          <a:xfrm>
            <a:off x="7138958" y="2289353"/>
            <a:ext cx="489300" cy="996300"/>
          </a:xfrm>
          <a:prstGeom prst="chevron">
            <a:avLst>
              <a:gd fmla="val 50000" name="adj"/>
            </a:avLst>
          </a:prstGeom>
          <a:solidFill>
            <a:srgbClr val="073763"/>
          </a:solidFill>
          <a:ln cap="flat" cmpd="sng" w="12700">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ctr">
              <a:spcBef>
                <a:spcPts val="0"/>
              </a:spcBef>
              <a:spcAft>
                <a:spcPts val="0"/>
              </a:spcAft>
              <a:buNone/>
            </a:pPr>
            <a:r>
              <a:t/>
            </a:r>
            <a:endParaRPr sz="1900"/>
          </a:p>
        </p:txBody>
      </p:sp>
      <p:sp>
        <p:nvSpPr>
          <p:cNvPr id="176" name="Google Shape;176;g3f8bb8eb9a8_0_0"/>
          <p:cNvSpPr txBox="1"/>
          <p:nvPr/>
        </p:nvSpPr>
        <p:spPr>
          <a:xfrm>
            <a:off x="476425" y="4223900"/>
            <a:ext cx="2897100" cy="4341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1000"/>
              </a:spcBef>
              <a:spcAft>
                <a:spcPts val="0"/>
              </a:spcAft>
              <a:buNone/>
            </a:pPr>
            <a:r>
              <a:rPr lang="es-ES" sz="1800">
                <a:solidFill>
                  <a:srgbClr val="002060"/>
                </a:solidFill>
              </a:rPr>
              <a:t>T</a:t>
            </a:r>
            <a:r>
              <a:rPr lang="es-ES" sz="1800">
                <a:solidFill>
                  <a:srgbClr val="002060"/>
                </a:solidFill>
              </a:rPr>
              <a:t>areas digitales repetitivas </a:t>
            </a:r>
            <a:endParaRPr sz="1800"/>
          </a:p>
        </p:txBody>
      </p:sp>
      <p:sp>
        <p:nvSpPr>
          <p:cNvPr id="177" name="Google Shape;177;g3f8bb8eb9a8_0_0"/>
          <p:cNvSpPr txBox="1"/>
          <p:nvPr/>
        </p:nvSpPr>
        <p:spPr>
          <a:xfrm>
            <a:off x="7951150" y="4223900"/>
            <a:ext cx="4014000" cy="6834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1000"/>
              </a:spcBef>
              <a:spcAft>
                <a:spcPts val="0"/>
              </a:spcAft>
              <a:buNone/>
            </a:pPr>
            <a:r>
              <a:rPr lang="es-ES" sz="1800">
                <a:solidFill>
                  <a:srgbClr val="002060"/>
                </a:solidFill>
              </a:rPr>
              <a:t>O</a:t>
            </a:r>
            <a:r>
              <a:rPr lang="es-ES" sz="1800">
                <a:solidFill>
                  <a:srgbClr val="002060"/>
                </a:solidFill>
              </a:rPr>
              <a:t>ptimizar tiempos, liberar tareas rutinarias y mejorar la productividad</a:t>
            </a:r>
            <a:endParaRPr sz="1800"/>
          </a:p>
        </p:txBody>
      </p:sp>
      <p:sp>
        <p:nvSpPr>
          <p:cNvPr id="178" name="Google Shape;178;g3f8bb8eb9a8_0_0"/>
          <p:cNvSpPr txBox="1"/>
          <p:nvPr/>
        </p:nvSpPr>
        <p:spPr>
          <a:xfrm>
            <a:off x="4707125" y="4096075"/>
            <a:ext cx="2110500" cy="10611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1000"/>
              </a:spcBef>
              <a:spcAft>
                <a:spcPts val="0"/>
              </a:spcAft>
              <a:buNone/>
            </a:pPr>
            <a:r>
              <a:rPr lang="es-ES" sz="1800">
                <a:solidFill>
                  <a:srgbClr val="002060"/>
                </a:solidFill>
              </a:rPr>
              <a:t>RPA</a:t>
            </a:r>
            <a:endParaRPr sz="1800">
              <a:solidFill>
                <a:srgbClr val="002060"/>
              </a:solidFill>
            </a:endParaRPr>
          </a:p>
          <a:p>
            <a:pPr indent="0" lvl="0" marL="0" rtl="0" algn="ctr">
              <a:lnSpc>
                <a:spcPct val="90000"/>
              </a:lnSpc>
              <a:spcBef>
                <a:spcPts val="1000"/>
              </a:spcBef>
              <a:spcAft>
                <a:spcPts val="0"/>
              </a:spcAft>
              <a:buNone/>
            </a:pPr>
            <a:r>
              <a:rPr lang="es-ES" sz="1800">
                <a:solidFill>
                  <a:srgbClr val="002060"/>
                </a:solidFill>
              </a:rPr>
              <a:t>Robotic Process Automation</a:t>
            </a:r>
            <a:endParaRPr sz="18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f8bb8eb9a8_0_366"/>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lang="es-ES" sz="2800">
                <a:solidFill>
                  <a:srgbClr val="000000"/>
                </a:solidFill>
                <a:latin typeface="Arial"/>
                <a:ea typeface="Arial"/>
                <a:cs typeface="Arial"/>
                <a:sym typeface="Arial"/>
              </a:rPr>
              <a:t>Objetivos del Proyecto</a:t>
            </a:r>
            <a:endParaRPr/>
          </a:p>
        </p:txBody>
      </p:sp>
      <p:sp>
        <p:nvSpPr>
          <p:cNvPr id="184" name="Google Shape;184;g3f8bb8eb9a8_0_366"/>
          <p:cNvSpPr txBox="1"/>
          <p:nvPr/>
        </p:nvSpPr>
        <p:spPr>
          <a:xfrm>
            <a:off x="1118400" y="1210850"/>
            <a:ext cx="10113600" cy="615600"/>
          </a:xfrm>
          <a:prstGeom prst="rect">
            <a:avLst/>
          </a:prstGeom>
          <a:noFill/>
          <a:ln cap="flat" cmpd="sng" w="19050">
            <a:solidFill>
              <a:srgbClr val="0D5CDF"/>
            </a:solidFill>
            <a:prstDash val="dash"/>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b="1" lang="es-ES">
                <a:solidFill>
                  <a:srgbClr val="4472C4"/>
                </a:solidFill>
              </a:rPr>
              <a:t>Desarrollar </a:t>
            </a:r>
            <a:r>
              <a:rPr lang="es-ES"/>
              <a:t>un </a:t>
            </a:r>
            <a:r>
              <a:rPr b="1" lang="es-ES">
                <a:solidFill>
                  <a:srgbClr val="4472C4"/>
                </a:solidFill>
              </a:rPr>
              <a:t>prototipo </a:t>
            </a:r>
            <a:r>
              <a:rPr lang="es-ES"/>
              <a:t>de </a:t>
            </a:r>
            <a:r>
              <a:rPr b="1" lang="es-ES">
                <a:solidFill>
                  <a:srgbClr val="4472C4"/>
                </a:solidFill>
              </a:rPr>
              <a:t>automatización </a:t>
            </a:r>
            <a:r>
              <a:rPr lang="es-ES"/>
              <a:t>en</a:t>
            </a:r>
            <a:r>
              <a:rPr lang="es-ES"/>
              <a:t> Blue Prism</a:t>
            </a:r>
            <a:r>
              <a:rPr lang="es-ES"/>
              <a:t> para la gestión de </a:t>
            </a:r>
            <a:r>
              <a:rPr b="1" lang="es-ES">
                <a:solidFill>
                  <a:srgbClr val="4472C4"/>
                </a:solidFill>
              </a:rPr>
              <a:t>solicitudes académicas de renuncia</a:t>
            </a:r>
            <a:r>
              <a:rPr lang="es-ES">
                <a:solidFill>
                  <a:srgbClr val="4472C4"/>
                </a:solidFill>
              </a:rPr>
              <a:t> </a:t>
            </a:r>
            <a:r>
              <a:rPr lang="es-ES"/>
              <a:t>en la Escuela de Informática Duoc UC, reduciendo la carga administrativa y validando su escalabilidad institucional. </a:t>
            </a:r>
            <a:endParaRPr/>
          </a:p>
        </p:txBody>
      </p:sp>
      <p:grpSp>
        <p:nvGrpSpPr>
          <p:cNvPr id="185" name="Google Shape;185;g3f8bb8eb9a8_0_366"/>
          <p:cNvGrpSpPr/>
          <p:nvPr/>
        </p:nvGrpSpPr>
        <p:grpSpPr>
          <a:xfrm>
            <a:off x="3658400" y="1918663"/>
            <a:ext cx="2493709" cy="4172195"/>
            <a:chOff x="1118240" y="283725"/>
            <a:chExt cx="2090810" cy="4076400"/>
          </a:xfrm>
        </p:grpSpPr>
        <p:sp>
          <p:nvSpPr>
            <p:cNvPr id="186" name="Google Shape;186;g3f8bb8eb9a8_0_366"/>
            <p:cNvSpPr/>
            <p:nvPr/>
          </p:nvSpPr>
          <p:spPr>
            <a:xfrm>
              <a:off x="1178650" y="283725"/>
              <a:ext cx="2030400" cy="4076400"/>
            </a:xfrm>
            <a:prstGeom prst="rect">
              <a:avLst/>
            </a:prstGeom>
            <a:solidFill>
              <a:srgbClr val="1F497D"/>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87" name="Google Shape;187;g3f8bb8eb9a8_0_366"/>
            <p:cNvSpPr/>
            <p:nvPr/>
          </p:nvSpPr>
          <p:spPr>
            <a:xfrm>
              <a:off x="1118240" y="341750"/>
              <a:ext cx="2030400" cy="1823400"/>
            </a:xfrm>
            <a:prstGeom prst="rect">
              <a:avLst/>
            </a:prstGeom>
            <a:solidFill>
              <a:schemeClr val="lt1"/>
            </a:solidFill>
            <a:ln cap="flat" cmpd="sng" w="25400">
              <a:solidFill>
                <a:srgbClr val="0D5CD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88" name="Google Shape;188;g3f8bb8eb9a8_0_366"/>
            <p:cNvSpPr/>
            <p:nvPr/>
          </p:nvSpPr>
          <p:spPr>
            <a:xfrm>
              <a:off x="1129097" y="1451374"/>
              <a:ext cx="2005800" cy="608100"/>
            </a:xfrm>
            <a:prstGeom prst="rect">
              <a:avLst/>
            </a:prstGeom>
            <a:solidFill>
              <a:schemeClr val="lt1"/>
            </a:solidFill>
            <a:ln>
              <a:noFill/>
            </a:ln>
          </p:spPr>
          <p:txBody>
            <a:bodyPr anchorCtr="0" anchor="t" bIns="121900" lIns="121900" spcFirstLastPara="1" rIns="121900" wrap="square" tIns="121900">
              <a:noAutofit/>
            </a:bodyPr>
            <a:lstStyle/>
            <a:p>
              <a:pPr indent="0" lvl="0" marL="0" rtl="0" algn="l">
                <a:spcBef>
                  <a:spcPts val="0"/>
                </a:spcBef>
                <a:spcAft>
                  <a:spcPts val="0"/>
                </a:spcAft>
                <a:buNone/>
              </a:pPr>
              <a:r>
                <a:rPr lang="es-ES" sz="1800">
                  <a:solidFill>
                    <a:srgbClr val="0D5CDF"/>
                  </a:solidFill>
                  <a:latin typeface="Roboto Medium"/>
                  <a:ea typeface="Roboto Medium"/>
                  <a:cs typeface="Roboto Medium"/>
                  <a:sym typeface="Roboto Medium"/>
                </a:rPr>
                <a:t>Diseño y Factibilidad</a:t>
              </a:r>
              <a:r>
                <a:rPr lang="es-ES" sz="1800">
                  <a:solidFill>
                    <a:srgbClr val="E69138"/>
                  </a:solidFill>
                  <a:latin typeface="Roboto Medium"/>
                  <a:ea typeface="Roboto Medium"/>
                  <a:cs typeface="Roboto Medium"/>
                  <a:sym typeface="Roboto Medium"/>
                </a:rPr>
                <a:t> </a:t>
              </a:r>
              <a:endParaRPr sz="1800">
                <a:solidFill>
                  <a:srgbClr val="E69138"/>
                </a:solidFill>
                <a:latin typeface="Roboto Medium"/>
                <a:ea typeface="Roboto Medium"/>
                <a:cs typeface="Roboto Medium"/>
                <a:sym typeface="Roboto Medium"/>
              </a:endParaRPr>
            </a:p>
          </p:txBody>
        </p:sp>
        <p:sp>
          <p:nvSpPr>
            <p:cNvPr id="189" name="Google Shape;189;g3f8bb8eb9a8_0_366"/>
            <p:cNvSpPr/>
            <p:nvPr/>
          </p:nvSpPr>
          <p:spPr>
            <a:xfrm>
              <a:off x="1233850" y="470600"/>
              <a:ext cx="1815000" cy="675000"/>
            </a:xfrm>
            <a:prstGeom prst="rect">
              <a:avLst/>
            </a:prstGeom>
            <a:solidFill>
              <a:schemeClr val="lt1"/>
            </a:solidFill>
            <a:ln>
              <a:noFill/>
            </a:ln>
          </p:spPr>
          <p:txBody>
            <a:bodyPr anchorCtr="0" anchor="t" bIns="121900" lIns="121900" spcFirstLastPara="1" rIns="121900" wrap="square" tIns="121900">
              <a:noAutofit/>
            </a:bodyPr>
            <a:lstStyle/>
            <a:p>
              <a:pPr indent="0" lvl="0" marL="0" rtl="0" algn="l">
                <a:spcBef>
                  <a:spcPts val="0"/>
                </a:spcBef>
                <a:spcAft>
                  <a:spcPts val="0"/>
                </a:spcAft>
                <a:buNone/>
              </a:pPr>
              <a:r>
                <a:rPr b="1" lang="es-ES" sz="5000">
                  <a:solidFill>
                    <a:srgbClr val="1F497D"/>
                  </a:solidFill>
                  <a:latin typeface="Roboto"/>
                  <a:ea typeface="Roboto"/>
                  <a:cs typeface="Roboto"/>
                  <a:sym typeface="Roboto"/>
                </a:rPr>
                <a:t>Fase 2</a:t>
              </a:r>
              <a:r>
                <a:rPr b="1" lang="es-ES" sz="5000">
                  <a:solidFill>
                    <a:srgbClr val="0D5CDF"/>
                  </a:solidFill>
                  <a:latin typeface="Roboto"/>
                  <a:ea typeface="Roboto"/>
                  <a:cs typeface="Roboto"/>
                  <a:sym typeface="Roboto"/>
                </a:rPr>
                <a:t> </a:t>
              </a:r>
              <a:endParaRPr sz="5000">
                <a:solidFill>
                  <a:srgbClr val="0D5CDF"/>
                </a:solidFill>
                <a:latin typeface="Roboto Thin"/>
                <a:ea typeface="Roboto Thin"/>
                <a:cs typeface="Roboto Thin"/>
                <a:sym typeface="Roboto Thin"/>
              </a:endParaRPr>
            </a:p>
          </p:txBody>
        </p:sp>
        <p:sp>
          <p:nvSpPr>
            <p:cNvPr id="190" name="Google Shape;190;g3f8bb8eb9a8_0_366"/>
            <p:cNvSpPr/>
            <p:nvPr/>
          </p:nvSpPr>
          <p:spPr>
            <a:xfrm rot="5400000">
              <a:off x="1938871" y="2167393"/>
              <a:ext cx="389100" cy="278100"/>
            </a:xfrm>
            <a:prstGeom prst="rightArrow">
              <a:avLst>
                <a:gd fmla="val 34239" name="adj1"/>
                <a:gd fmla="val 57035" name="adj2"/>
              </a:avLst>
            </a:prstGeom>
            <a:solidFill>
              <a:schemeClr val="lt1"/>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grpSp>
      <p:grpSp>
        <p:nvGrpSpPr>
          <p:cNvPr id="191" name="Google Shape;191;g3f8bb8eb9a8_0_366"/>
          <p:cNvGrpSpPr/>
          <p:nvPr/>
        </p:nvGrpSpPr>
        <p:grpSpPr>
          <a:xfrm>
            <a:off x="6198400" y="1918663"/>
            <a:ext cx="2493725" cy="4172195"/>
            <a:chOff x="1118227" y="283725"/>
            <a:chExt cx="2090823" cy="4076400"/>
          </a:xfrm>
        </p:grpSpPr>
        <p:sp>
          <p:nvSpPr>
            <p:cNvPr id="192" name="Google Shape;192;g3f8bb8eb9a8_0_366"/>
            <p:cNvSpPr/>
            <p:nvPr/>
          </p:nvSpPr>
          <p:spPr>
            <a:xfrm>
              <a:off x="1178650" y="283725"/>
              <a:ext cx="2030400" cy="4076400"/>
            </a:xfrm>
            <a:prstGeom prst="rect">
              <a:avLst/>
            </a:prstGeom>
            <a:solidFill>
              <a:srgbClr val="1F497D"/>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93" name="Google Shape;193;g3f8bb8eb9a8_0_366"/>
            <p:cNvSpPr/>
            <p:nvPr/>
          </p:nvSpPr>
          <p:spPr>
            <a:xfrm>
              <a:off x="1118227" y="341750"/>
              <a:ext cx="2030400" cy="1823400"/>
            </a:xfrm>
            <a:prstGeom prst="rect">
              <a:avLst/>
            </a:prstGeom>
            <a:solidFill>
              <a:schemeClr val="lt1"/>
            </a:solidFill>
            <a:ln cap="flat" cmpd="sng" w="25400">
              <a:solidFill>
                <a:srgbClr val="0D5CD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94" name="Google Shape;194;g3f8bb8eb9a8_0_366"/>
            <p:cNvSpPr/>
            <p:nvPr/>
          </p:nvSpPr>
          <p:spPr>
            <a:xfrm>
              <a:off x="1186811" y="1422574"/>
              <a:ext cx="1942200" cy="608100"/>
            </a:xfrm>
            <a:prstGeom prst="rect">
              <a:avLst/>
            </a:prstGeom>
            <a:solidFill>
              <a:schemeClr val="lt1"/>
            </a:solidFill>
            <a:ln>
              <a:noFill/>
            </a:ln>
          </p:spPr>
          <p:txBody>
            <a:bodyPr anchorCtr="0" anchor="t" bIns="121900" lIns="121900" spcFirstLastPara="1" rIns="121900" wrap="square" tIns="121900">
              <a:noAutofit/>
            </a:bodyPr>
            <a:lstStyle/>
            <a:p>
              <a:pPr indent="0" lvl="0" marL="0" rtl="0" algn="l">
                <a:spcBef>
                  <a:spcPts val="0"/>
                </a:spcBef>
                <a:spcAft>
                  <a:spcPts val="0"/>
                </a:spcAft>
                <a:buNone/>
              </a:pPr>
              <a:r>
                <a:rPr lang="es-ES" sz="1800">
                  <a:solidFill>
                    <a:srgbClr val="0D5CDF"/>
                  </a:solidFill>
                  <a:latin typeface="Roboto Medium"/>
                  <a:ea typeface="Roboto Medium"/>
                  <a:cs typeface="Roboto Medium"/>
                  <a:sym typeface="Roboto Medium"/>
                </a:rPr>
                <a:t>Desarrollo del Proyecto</a:t>
              </a:r>
              <a:endParaRPr sz="1800">
                <a:solidFill>
                  <a:srgbClr val="0D5CDF"/>
                </a:solidFill>
                <a:latin typeface="Roboto Medium"/>
                <a:ea typeface="Roboto Medium"/>
                <a:cs typeface="Roboto Medium"/>
                <a:sym typeface="Roboto Medium"/>
              </a:endParaRPr>
            </a:p>
          </p:txBody>
        </p:sp>
        <p:sp>
          <p:nvSpPr>
            <p:cNvPr id="195" name="Google Shape;195;g3f8bb8eb9a8_0_366"/>
            <p:cNvSpPr/>
            <p:nvPr/>
          </p:nvSpPr>
          <p:spPr>
            <a:xfrm>
              <a:off x="1233850" y="470600"/>
              <a:ext cx="1815000" cy="675000"/>
            </a:xfrm>
            <a:prstGeom prst="rect">
              <a:avLst/>
            </a:prstGeom>
            <a:solidFill>
              <a:schemeClr val="lt1"/>
            </a:solidFill>
            <a:ln>
              <a:noFill/>
            </a:ln>
          </p:spPr>
          <p:txBody>
            <a:bodyPr anchorCtr="0" anchor="t" bIns="121900" lIns="121900" spcFirstLastPara="1" rIns="121900" wrap="square" tIns="121900">
              <a:noAutofit/>
            </a:bodyPr>
            <a:lstStyle/>
            <a:p>
              <a:pPr indent="0" lvl="0" marL="0" rtl="0" algn="l">
                <a:spcBef>
                  <a:spcPts val="0"/>
                </a:spcBef>
                <a:spcAft>
                  <a:spcPts val="0"/>
                </a:spcAft>
                <a:buNone/>
              </a:pPr>
              <a:r>
                <a:rPr b="1" lang="es-ES" sz="5000">
                  <a:solidFill>
                    <a:srgbClr val="1F497D"/>
                  </a:solidFill>
                  <a:latin typeface="Roboto"/>
                  <a:ea typeface="Roboto"/>
                  <a:cs typeface="Roboto"/>
                  <a:sym typeface="Roboto"/>
                </a:rPr>
                <a:t>Fase 3</a:t>
              </a:r>
              <a:endParaRPr sz="5000">
                <a:solidFill>
                  <a:srgbClr val="1F497D"/>
                </a:solidFill>
                <a:latin typeface="Roboto Thin"/>
                <a:ea typeface="Roboto Thin"/>
                <a:cs typeface="Roboto Thin"/>
                <a:sym typeface="Roboto Thin"/>
              </a:endParaRPr>
            </a:p>
          </p:txBody>
        </p:sp>
        <p:sp>
          <p:nvSpPr>
            <p:cNvPr id="196" name="Google Shape;196;g3f8bb8eb9a8_0_366"/>
            <p:cNvSpPr/>
            <p:nvPr/>
          </p:nvSpPr>
          <p:spPr>
            <a:xfrm rot="5400000">
              <a:off x="1938871" y="2178668"/>
              <a:ext cx="389100" cy="278100"/>
            </a:xfrm>
            <a:prstGeom prst="rightArrow">
              <a:avLst>
                <a:gd fmla="val 34239" name="adj1"/>
                <a:gd fmla="val 57035" name="adj2"/>
              </a:avLst>
            </a:prstGeom>
            <a:solidFill>
              <a:schemeClr val="lt1"/>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grpSp>
      <p:grpSp>
        <p:nvGrpSpPr>
          <p:cNvPr id="197" name="Google Shape;197;g3f8bb8eb9a8_0_366"/>
          <p:cNvGrpSpPr/>
          <p:nvPr/>
        </p:nvGrpSpPr>
        <p:grpSpPr>
          <a:xfrm>
            <a:off x="8724750" y="1918663"/>
            <a:ext cx="2507375" cy="4172195"/>
            <a:chOff x="1106782" y="283725"/>
            <a:chExt cx="2102268" cy="4076400"/>
          </a:xfrm>
        </p:grpSpPr>
        <p:sp>
          <p:nvSpPr>
            <p:cNvPr id="198" name="Google Shape;198;g3f8bb8eb9a8_0_366"/>
            <p:cNvSpPr/>
            <p:nvPr/>
          </p:nvSpPr>
          <p:spPr>
            <a:xfrm>
              <a:off x="1178650" y="283725"/>
              <a:ext cx="2030400" cy="4076400"/>
            </a:xfrm>
            <a:prstGeom prst="rect">
              <a:avLst/>
            </a:prstGeom>
            <a:solidFill>
              <a:srgbClr val="1F497D"/>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99" name="Google Shape;199;g3f8bb8eb9a8_0_366"/>
            <p:cNvSpPr/>
            <p:nvPr/>
          </p:nvSpPr>
          <p:spPr>
            <a:xfrm>
              <a:off x="1118227" y="341750"/>
              <a:ext cx="2030400" cy="1823400"/>
            </a:xfrm>
            <a:prstGeom prst="rect">
              <a:avLst/>
            </a:prstGeom>
            <a:solidFill>
              <a:schemeClr val="lt1"/>
            </a:solidFill>
            <a:ln cap="flat" cmpd="sng" w="25400">
              <a:solidFill>
                <a:srgbClr val="0D5CD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00" name="Google Shape;200;g3f8bb8eb9a8_0_366"/>
            <p:cNvSpPr/>
            <p:nvPr/>
          </p:nvSpPr>
          <p:spPr>
            <a:xfrm>
              <a:off x="1106782" y="1434935"/>
              <a:ext cx="2030400" cy="608100"/>
            </a:xfrm>
            <a:prstGeom prst="rect">
              <a:avLst/>
            </a:prstGeom>
            <a:solidFill>
              <a:schemeClr val="lt1"/>
            </a:solidFill>
            <a:ln>
              <a:noFill/>
            </a:ln>
          </p:spPr>
          <p:txBody>
            <a:bodyPr anchorCtr="0" anchor="t" bIns="121900" lIns="121900" spcFirstLastPara="1" rIns="121900" wrap="square" tIns="121900">
              <a:noAutofit/>
            </a:bodyPr>
            <a:lstStyle/>
            <a:p>
              <a:pPr indent="0" lvl="0" marL="0" marR="0" rtl="0" algn="l">
                <a:lnSpc>
                  <a:spcPct val="100000"/>
                </a:lnSpc>
                <a:spcBef>
                  <a:spcPts val="0"/>
                </a:spcBef>
                <a:spcAft>
                  <a:spcPts val="0"/>
                </a:spcAft>
                <a:buNone/>
              </a:pPr>
              <a:r>
                <a:rPr lang="es-ES" sz="1800">
                  <a:solidFill>
                    <a:srgbClr val="0D5CDF"/>
                  </a:solidFill>
                  <a:latin typeface="Roboto Medium"/>
                  <a:ea typeface="Roboto Medium"/>
                  <a:cs typeface="Roboto Medium"/>
                  <a:sym typeface="Roboto Medium"/>
                </a:rPr>
                <a:t>Control, Errores y Cierre</a:t>
              </a:r>
              <a:r>
                <a:rPr lang="es-ES" sz="1800">
                  <a:solidFill>
                    <a:srgbClr val="0D5CDF"/>
                  </a:solidFill>
                  <a:latin typeface="Roboto"/>
                  <a:ea typeface="Roboto"/>
                  <a:cs typeface="Roboto"/>
                  <a:sym typeface="Roboto"/>
                </a:rPr>
                <a:t> </a:t>
              </a:r>
              <a:endParaRPr sz="1800">
                <a:solidFill>
                  <a:srgbClr val="0D5CDF"/>
                </a:solidFill>
                <a:latin typeface="Roboto Medium"/>
                <a:ea typeface="Roboto Medium"/>
                <a:cs typeface="Roboto Medium"/>
                <a:sym typeface="Roboto Medium"/>
              </a:endParaRPr>
            </a:p>
          </p:txBody>
        </p:sp>
        <p:sp>
          <p:nvSpPr>
            <p:cNvPr id="201" name="Google Shape;201;g3f8bb8eb9a8_0_366"/>
            <p:cNvSpPr/>
            <p:nvPr/>
          </p:nvSpPr>
          <p:spPr>
            <a:xfrm>
              <a:off x="1233850" y="470600"/>
              <a:ext cx="1815000" cy="675000"/>
            </a:xfrm>
            <a:prstGeom prst="rect">
              <a:avLst/>
            </a:prstGeom>
            <a:solidFill>
              <a:schemeClr val="lt1"/>
            </a:solidFill>
            <a:ln>
              <a:noFill/>
            </a:ln>
          </p:spPr>
          <p:txBody>
            <a:bodyPr anchorCtr="0" anchor="t" bIns="121900" lIns="121900" spcFirstLastPara="1" rIns="121900" wrap="square" tIns="121900">
              <a:noAutofit/>
            </a:bodyPr>
            <a:lstStyle/>
            <a:p>
              <a:pPr indent="0" lvl="0" marL="0" rtl="0" algn="l">
                <a:spcBef>
                  <a:spcPts val="0"/>
                </a:spcBef>
                <a:spcAft>
                  <a:spcPts val="0"/>
                </a:spcAft>
                <a:buNone/>
              </a:pPr>
              <a:r>
                <a:rPr b="1" lang="es-ES" sz="5000">
                  <a:solidFill>
                    <a:srgbClr val="1F497D"/>
                  </a:solidFill>
                  <a:latin typeface="Roboto"/>
                  <a:ea typeface="Roboto"/>
                  <a:cs typeface="Roboto"/>
                  <a:sym typeface="Roboto"/>
                </a:rPr>
                <a:t>Fase 4</a:t>
              </a:r>
              <a:endParaRPr sz="5000">
                <a:solidFill>
                  <a:srgbClr val="1F497D"/>
                </a:solidFill>
                <a:latin typeface="Roboto Thin"/>
                <a:ea typeface="Roboto Thin"/>
                <a:cs typeface="Roboto Thin"/>
                <a:sym typeface="Roboto Thin"/>
              </a:endParaRPr>
            </a:p>
          </p:txBody>
        </p:sp>
        <p:sp>
          <p:nvSpPr>
            <p:cNvPr id="202" name="Google Shape;202;g3f8bb8eb9a8_0_366"/>
            <p:cNvSpPr/>
            <p:nvPr/>
          </p:nvSpPr>
          <p:spPr>
            <a:xfrm rot="5400000">
              <a:off x="1938871" y="2167404"/>
              <a:ext cx="389100" cy="278100"/>
            </a:xfrm>
            <a:prstGeom prst="rightArrow">
              <a:avLst>
                <a:gd fmla="val 34239" name="adj1"/>
                <a:gd fmla="val 57035" name="adj2"/>
              </a:avLst>
            </a:prstGeom>
            <a:solidFill>
              <a:schemeClr val="lt1"/>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grpSp>
      <p:grpSp>
        <p:nvGrpSpPr>
          <p:cNvPr id="203" name="Google Shape;203;g3f8bb8eb9a8_0_366"/>
          <p:cNvGrpSpPr/>
          <p:nvPr/>
        </p:nvGrpSpPr>
        <p:grpSpPr>
          <a:xfrm>
            <a:off x="1118400" y="1918684"/>
            <a:ext cx="2493719" cy="4172195"/>
            <a:chOff x="1118231" y="283725"/>
            <a:chExt cx="2090819" cy="4076400"/>
          </a:xfrm>
        </p:grpSpPr>
        <p:sp>
          <p:nvSpPr>
            <p:cNvPr id="204" name="Google Shape;204;g3f8bb8eb9a8_0_366"/>
            <p:cNvSpPr/>
            <p:nvPr/>
          </p:nvSpPr>
          <p:spPr>
            <a:xfrm>
              <a:off x="1178650" y="283725"/>
              <a:ext cx="2030400" cy="4076400"/>
            </a:xfrm>
            <a:prstGeom prst="rect">
              <a:avLst/>
            </a:prstGeom>
            <a:solidFill>
              <a:srgbClr val="1F497D"/>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05" name="Google Shape;205;g3f8bb8eb9a8_0_366"/>
            <p:cNvSpPr/>
            <p:nvPr/>
          </p:nvSpPr>
          <p:spPr>
            <a:xfrm>
              <a:off x="1233923" y="1225061"/>
              <a:ext cx="1815000" cy="608100"/>
            </a:xfrm>
            <a:prstGeom prst="rect">
              <a:avLst/>
            </a:prstGeom>
            <a:solidFill>
              <a:srgbClr val="1F497D"/>
            </a:solidFill>
            <a:ln>
              <a:noFill/>
            </a:ln>
          </p:spPr>
          <p:txBody>
            <a:bodyPr anchorCtr="0" anchor="t" bIns="121900" lIns="121900" spcFirstLastPara="1" rIns="121900" wrap="square" tIns="121900">
              <a:noAutofit/>
            </a:bodyPr>
            <a:lstStyle/>
            <a:p>
              <a:pPr indent="0" lvl="0" marL="0" marR="0" rtl="0" algn="l">
                <a:lnSpc>
                  <a:spcPct val="100000"/>
                </a:lnSpc>
                <a:spcBef>
                  <a:spcPts val="0"/>
                </a:spcBef>
                <a:spcAft>
                  <a:spcPts val="0"/>
                </a:spcAft>
                <a:buNone/>
              </a:pPr>
              <a:r>
                <a:rPr lang="es-ES" sz="1600">
                  <a:solidFill>
                    <a:srgbClr val="0D5CDF"/>
                  </a:solidFill>
                  <a:latin typeface="Roboto Medium"/>
                  <a:ea typeface="Roboto Medium"/>
                  <a:cs typeface="Roboto Medium"/>
                  <a:sym typeface="Roboto Medium"/>
                </a:rPr>
                <a:t>Levantamiento y Requerimientos</a:t>
              </a:r>
              <a:endParaRPr sz="1600">
                <a:solidFill>
                  <a:srgbClr val="0D5CDF"/>
                </a:solidFill>
                <a:latin typeface="Roboto Medium"/>
                <a:ea typeface="Roboto Medium"/>
                <a:cs typeface="Roboto Medium"/>
                <a:sym typeface="Roboto Medium"/>
              </a:endParaRPr>
            </a:p>
          </p:txBody>
        </p:sp>
        <p:sp>
          <p:nvSpPr>
            <p:cNvPr id="206" name="Google Shape;206;g3f8bb8eb9a8_0_366"/>
            <p:cNvSpPr/>
            <p:nvPr/>
          </p:nvSpPr>
          <p:spPr>
            <a:xfrm>
              <a:off x="1233850" y="470600"/>
              <a:ext cx="1815000" cy="675000"/>
            </a:xfrm>
            <a:prstGeom prst="rect">
              <a:avLst/>
            </a:prstGeom>
            <a:solidFill>
              <a:srgbClr val="1F497D"/>
            </a:solidFill>
            <a:ln>
              <a:noFill/>
            </a:ln>
          </p:spPr>
          <p:txBody>
            <a:bodyPr anchorCtr="0" anchor="t" bIns="121900" lIns="121900" spcFirstLastPara="1" rIns="121900" wrap="square" tIns="121900">
              <a:noAutofit/>
            </a:bodyPr>
            <a:lstStyle/>
            <a:p>
              <a:pPr indent="0" lvl="0" marL="0" rtl="0" algn="l">
                <a:spcBef>
                  <a:spcPts val="0"/>
                </a:spcBef>
                <a:spcAft>
                  <a:spcPts val="0"/>
                </a:spcAft>
                <a:buNone/>
              </a:pPr>
              <a:r>
                <a:rPr b="1" lang="es-ES" sz="5300">
                  <a:solidFill>
                    <a:srgbClr val="0D5CDF"/>
                  </a:solidFill>
                  <a:latin typeface="Roboto"/>
                  <a:ea typeface="Roboto"/>
                  <a:cs typeface="Roboto"/>
                  <a:sym typeface="Roboto"/>
                </a:rPr>
                <a:t>FASE 1</a:t>
              </a:r>
              <a:endParaRPr sz="5300">
                <a:solidFill>
                  <a:srgbClr val="0D5CDF"/>
                </a:solidFill>
                <a:latin typeface="Roboto Thin"/>
                <a:ea typeface="Roboto Thin"/>
                <a:cs typeface="Roboto Thin"/>
                <a:sym typeface="Roboto Thin"/>
              </a:endParaRPr>
            </a:p>
          </p:txBody>
        </p:sp>
        <p:sp>
          <p:nvSpPr>
            <p:cNvPr id="207" name="Google Shape;207;g3f8bb8eb9a8_0_366"/>
            <p:cNvSpPr/>
            <p:nvPr/>
          </p:nvSpPr>
          <p:spPr>
            <a:xfrm rot="5400000">
              <a:off x="1938871" y="2189922"/>
              <a:ext cx="389100" cy="278100"/>
            </a:xfrm>
            <a:prstGeom prst="rightArrow">
              <a:avLst>
                <a:gd fmla="val 34239" name="adj1"/>
                <a:gd fmla="val 57035" name="adj2"/>
              </a:avLst>
            </a:prstGeom>
            <a:solidFill>
              <a:schemeClr val="lt1"/>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08" name="Google Shape;208;g3f8bb8eb9a8_0_366"/>
            <p:cNvSpPr/>
            <p:nvPr/>
          </p:nvSpPr>
          <p:spPr>
            <a:xfrm>
              <a:off x="1118231" y="341754"/>
              <a:ext cx="2030400" cy="1823400"/>
            </a:xfrm>
            <a:prstGeom prst="rect">
              <a:avLst/>
            </a:prstGeom>
            <a:solidFill>
              <a:schemeClr val="lt1"/>
            </a:solidFill>
            <a:ln cap="flat" cmpd="sng" w="25400">
              <a:solidFill>
                <a:srgbClr val="0D5CD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grpSp>
      <p:sp>
        <p:nvSpPr>
          <p:cNvPr id="209" name="Google Shape;209;g3f8bb8eb9a8_0_366"/>
          <p:cNvSpPr/>
          <p:nvPr/>
        </p:nvSpPr>
        <p:spPr>
          <a:xfrm>
            <a:off x="1178575" y="2125327"/>
            <a:ext cx="2316300" cy="819300"/>
          </a:xfrm>
          <a:prstGeom prst="rect">
            <a:avLst/>
          </a:prstGeom>
          <a:noFill/>
          <a:ln>
            <a:noFill/>
          </a:ln>
        </p:spPr>
        <p:txBody>
          <a:bodyPr anchorCtr="0" anchor="t" bIns="121900" lIns="121900" spcFirstLastPara="1" rIns="121900" wrap="square" tIns="121900">
            <a:noAutofit/>
          </a:bodyPr>
          <a:lstStyle/>
          <a:p>
            <a:pPr indent="0" lvl="0" marL="0" rtl="0" algn="l">
              <a:spcBef>
                <a:spcPts val="0"/>
              </a:spcBef>
              <a:spcAft>
                <a:spcPts val="0"/>
              </a:spcAft>
              <a:buNone/>
            </a:pPr>
            <a:r>
              <a:rPr b="1" lang="es-ES" sz="5000">
                <a:solidFill>
                  <a:srgbClr val="1F497D"/>
                </a:solidFill>
                <a:latin typeface="Roboto"/>
                <a:ea typeface="Roboto"/>
                <a:cs typeface="Roboto"/>
                <a:sym typeface="Roboto"/>
              </a:rPr>
              <a:t>Fase 1</a:t>
            </a:r>
            <a:endParaRPr sz="5000">
              <a:solidFill>
                <a:srgbClr val="1F497D"/>
              </a:solidFill>
              <a:latin typeface="Roboto Thin"/>
              <a:ea typeface="Roboto Thin"/>
              <a:cs typeface="Roboto Thin"/>
              <a:sym typeface="Roboto Thin"/>
            </a:endParaRPr>
          </a:p>
        </p:txBody>
      </p:sp>
      <p:sp>
        <p:nvSpPr>
          <p:cNvPr id="210" name="Google Shape;210;g3f8bb8eb9a8_0_366"/>
          <p:cNvSpPr/>
          <p:nvPr/>
        </p:nvSpPr>
        <p:spPr>
          <a:xfrm>
            <a:off x="1161800" y="3025327"/>
            <a:ext cx="2392200" cy="738300"/>
          </a:xfrm>
          <a:prstGeom prst="rect">
            <a:avLst/>
          </a:prstGeom>
          <a:noFill/>
          <a:ln>
            <a:noFill/>
          </a:ln>
        </p:spPr>
        <p:txBody>
          <a:bodyPr anchorCtr="0" anchor="t" bIns="121900" lIns="121900" spcFirstLastPara="1" rIns="121900" wrap="square" tIns="121900">
            <a:noAutofit/>
          </a:bodyPr>
          <a:lstStyle/>
          <a:p>
            <a:pPr indent="0" lvl="0" marL="0" rtl="0" algn="l">
              <a:spcBef>
                <a:spcPts val="0"/>
              </a:spcBef>
              <a:spcAft>
                <a:spcPts val="0"/>
              </a:spcAft>
              <a:buNone/>
            </a:pPr>
            <a:r>
              <a:rPr lang="es-ES" sz="1800">
                <a:solidFill>
                  <a:srgbClr val="0D5CDF"/>
                </a:solidFill>
                <a:latin typeface="Roboto Medium"/>
                <a:ea typeface="Roboto Medium"/>
                <a:cs typeface="Roboto Medium"/>
                <a:sym typeface="Roboto Medium"/>
              </a:rPr>
              <a:t>Levantamiento y Requerimientos</a:t>
            </a:r>
            <a:r>
              <a:rPr lang="es-ES" sz="1600">
                <a:solidFill>
                  <a:srgbClr val="0D5CDF"/>
                </a:solidFill>
                <a:latin typeface="Roboto Medium"/>
                <a:ea typeface="Roboto Medium"/>
                <a:cs typeface="Roboto Medium"/>
                <a:sym typeface="Roboto Medium"/>
              </a:rPr>
              <a:t> </a:t>
            </a:r>
            <a:endParaRPr sz="1600">
              <a:solidFill>
                <a:srgbClr val="0D5CDF"/>
              </a:solidFill>
              <a:latin typeface="Roboto Medium"/>
              <a:ea typeface="Roboto Medium"/>
              <a:cs typeface="Roboto Medium"/>
              <a:sym typeface="Roboto Medium"/>
            </a:endParaRPr>
          </a:p>
        </p:txBody>
      </p:sp>
      <p:sp>
        <p:nvSpPr>
          <p:cNvPr id="211" name="Google Shape;211;g3f8bb8eb9a8_0_366"/>
          <p:cNvSpPr txBox="1"/>
          <p:nvPr/>
        </p:nvSpPr>
        <p:spPr>
          <a:xfrm>
            <a:off x="1178575" y="4134950"/>
            <a:ext cx="2316300" cy="1887000"/>
          </a:xfrm>
          <a:prstGeom prst="rect">
            <a:avLst/>
          </a:prstGeom>
          <a:noFill/>
          <a:ln>
            <a:noFill/>
          </a:ln>
        </p:spPr>
        <p:txBody>
          <a:bodyPr anchorCtr="0" anchor="t" bIns="91425" lIns="91425" spcFirstLastPara="1" rIns="91425" wrap="square" tIns="91425">
            <a:spAutoFit/>
          </a:bodyPr>
          <a:lstStyle/>
          <a:p>
            <a:pPr indent="-178900" lvl="0" marL="269999" rtl="0" algn="l">
              <a:lnSpc>
                <a:spcPct val="115000"/>
              </a:lnSpc>
              <a:spcBef>
                <a:spcPts val="0"/>
              </a:spcBef>
              <a:spcAft>
                <a:spcPts val="0"/>
              </a:spcAft>
              <a:buClr>
                <a:schemeClr val="lt1"/>
              </a:buClr>
              <a:buSzPts val="1400"/>
              <a:buFont typeface="Roboto"/>
              <a:buChar char="●"/>
            </a:pPr>
            <a:r>
              <a:rPr lang="es-ES">
                <a:solidFill>
                  <a:schemeClr val="lt1"/>
                </a:solidFill>
                <a:latin typeface="Roboto"/>
                <a:ea typeface="Roboto"/>
                <a:cs typeface="Roboto"/>
                <a:sym typeface="Roboto"/>
              </a:rPr>
              <a:t>Identificar </a:t>
            </a:r>
            <a:r>
              <a:rPr b="1" lang="es-ES">
                <a:solidFill>
                  <a:srgbClr val="9ECAF2"/>
                </a:solidFill>
                <a:latin typeface="Roboto"/>
                <a:ea typeface="Roboto"/>
                <a:cs typeface="Roboto"/>
                <a:sym typeface="Roboto"/>
              </a:rPr>
              <a:t>interesados </a:t>
            </a:r>
            <a:r>
              <a:rPr lang="es-ES">
                <a:solidFill>
                  <a:schemeClr val="lt1"/>
                </a:solidFill>
                <a:latin typeface="Roboto"/>
                <a:ea typeface="Roboto"/>
                <a:cs typeface="Roboto"/>
                <a:sym typeface="Roboto"/>
              </a:rPr>
              <a:t>y </a:t>
            </a:r>
            <a:r>
              <a:rPr b="1" lang="es-ES">
                <a:solidFill>
                  <a:srgbClr val="9ECAF2"/>
                </a:solidFill>
                <a:latin typeface="Roboto"/>
                <a:ea typeface="Roboto"/>
                <a:cs typeface="Roboto"/>
                <a:sym typeface="Roboto"/>
              </a:rPr>
              <a:t>antecedentes </a:t>
            </a:r>
            <a:r>
              <a:rPr lang="es-ES">
                <a:solidFill>
                  <a:schemeClr val="lt1"/>
                </a:solidFill>
                <a:latin typeface="Roboto"/>
                <a:ea typeface="Roboto"/>
                <a:cs typeface="Roboto"/>
                <a:sym typeface="Roboto"/>
              </a:rPr>
              <a:t>clave.</a:t>
            </a:r>
            <a:endParaRPr>
              <a:solidFill>
                <a:schemeClr val="lt1"/>
              </a:solidFill>
              <a:latin typeface="Roboto"/>
              <a:ea typeface="Roboto"/>
              <a:cs typeface="Roboto"/>
              <a:sym typeface="Roboto"/>
            </a:endParaRPr>
          </a:p>
          <a:p>
            <a:pPr indent="-178900" lvl="0" marL="269999" rtl="0" algn="l">
              <a:lnSpc>
                <a:spcPct val="115000"/>
              </a:lnSpc>
              <a:spcBef>
                <a:spcPts val="0"/>
              </a:spcBef>
              <a:spcAft>
                <a:spcPts val="0"/>
              </a:spcAft>
              <a:buClr>
                <a:schemeClr val="lt1"/>
              </a:buClr>
              <a:buSzPts val="1400"/>
              <a:buFont typeface="Roboto"/>
              <a:buChar char="●"/>
            </a:pPr>
            <a:r>
              <a:rPr lang="es-ES">
                <a:solidFill>
                  <a:schemeClr val="lt1"/>
                </a:solidFill>
                <a:latin typeface="Roboto"/>
                <a:ea typeface="Roboto"/>
                <a:cs typeface="Roboto"/>
                <a:sym typeface="Roboto"/>
              </a:rPr>
              <a:t>Definir </a:t>
            </a:r>
            <a:r>
              <a:rPr b="1" lang="es-ES">
                <a:solidFill>
                  <a:srgbClr val="9ECAF2"/>
                </a:solidFill>
                <a:latin typeface="Roboto"/>
                <a:ea typeface="Roboto"/>
                <a:cs typeface="Roboto"/>
                <a:sym typeface="Roboto"/>
              </a:rPr>
              <a:t>requerimientos</a:t>
            </a:r>
            <a:endParaRPr>
              <a:solidFill>
                <a:srgbClr val="9ECAF2"/>
              </a:solidFill>
              <a:latin typeface="Roboto"/>
              <a:ea typeface="Roboto"/>
              <a:cs typeface="Roboto"/>
              <a:sym typeface="Roboto"/>
            </a:endParaRPr>
          </a:p>
          <a:p>
            <a:pPr indent="-178900" lvl="0" marL="269999" rtl="0" algn="l">
              <a:lnSpc>
                <a:spcPct val="115000"/>
              </a:lnSpc>
              <a:spcBef>
                <a:spcPts val="0"/>
              </a:spcBef>
              <a:spcAft>
                <a:spcPts val="0"/>
              </a:spcAft>
              <a:buClr>
                <a:schemeClr val="lt1"/>
              </a:buClr>
              <a:buSzPts val="1400"/>
              <a:buFont typeface="Roboto"/>
              <a:buChar char="●"/>
            </a:pPr>
            <a:r>
              <a:rPr lang="es-ES">
                <a:solidFill>
                  <a:schemeClr val="lt1"/>
                </a:solidFill>
                <a:latin typeface="Roboto"/>
                <a:ea typeface="Roboto"/>
                <a:cs typeface="Roboto"/>
                <a:sym typeface="Roboto"/>
              </a:rPr>
              <a:t>Definir </a:t>
            </a:r>
            <a:r>
              <a:rPr b="1" lang="es-ES">
                <a:solidFill>
                  <a:srgbClr val="9ECAF2"/>
                </a:solidFill>
                <a:latin typeface="Roboto"/>
                <a:ea typeface="Roboto"/>
                <a:cs typeface="Roboto"/>
                <a:sym typeface="Roboto"/>
              </a:rPr>
              <a:t>metodología </a:t>
            </a:r>
            <a:r>
              <a:rPr lang="es-ES">
                <a:solidFill>
                  <a:schemeClr val="lt1"/>
                </a:solidFill>
                <a:latin typeface="Roboto"/>
                <a:ea typeface="Roboto"/>
                <a:cs typeface="Roboto"/>
                <a:sym typeface="Roboto"/>
              </a:rPr>
              <a:t>y </a:t>
            </a:r>
            <a:r>
              <a:rPr lang="es-ES">
                <a:solidFill>
                  <a:schemeClr val="lt1"/>
                </a:solidFill>
                <a:latin typeface="Roboto"/>
                <a:ea typeface="Roboto"/>
                <a:cs typeface="Roboto"/>
                <a:sym typeface="Roboto"/>
              </a:rPr>
              <a:t>herramienta de </a:t>
            </a:r>
            <a:r>
              <a:rPr b="1" lang="es-ES">
                <a:solidFill>
                  <a:srgbClr val="9ECAF2"/>
                </a:solidFill>
                <a:latin typeface="Roboto"/>
                <a:ea typeface="Roboto"/>
                <a:cs typeface="Roboto"/>
                <a:sym typeface="Roboto"/>
              </a:rPr>
              <a:t>estrategia y enfoque</a:t>
            </a:r>
            <a:r>
              <a:rPr lang="es-ES">
                <a:solidFill>
                  <a:srgbClr val="9ECAF2"/>
                </a:solidFill>
                <a:latin typeface="Roboto"/>
                <a:ea typeface="Roboto"/>
                <a:cs typeface="Roboto"/>
                <a:sym typeface="Roboto"/>
              </a:rPr>
              <a:t> </a:t>
            </a:r>
            <a:r>
              <a:rPr lang="es-ES">
                <a:solidFill>
                  <a:schemeClr val="lt1"/>
                </a:solidFill>
                <a:latin typeface="Roboto"/>
                <a:ea typeface="Roboto"/>
                <a:cs typeface="Roboto"/>
                <a:sym typeface="Roboto"/>
              </a:rPr>
              <a:t>de análisis</a:t>
            </a:r>
            <a:endParaRPr/>
          </a:p>
        </p:txBody>
      </p:sp>
      <p:sp>
        <p:nvSpPr>
          <p:cNvPr id="212" name="Google Shape;212;g3f8bb8eb9a8_0_366"/>
          <p:cNvSpPr txBox="1"/>
          <p:nvPr/>
        </p:nvSpPr>
        <p:spPr>
          <a:xfrm>
            <a:off x="3788525" y="4087700"/>
            <a:ext cx="2316300" cy="1143600"/>
          </a:xfrm>
          <a:prstGeom prst="rect">
            <a:avLst/>
          </a:prstGeom>
          <a:noFill/>
          <a:ln>
            <a:noFill/>
          </a:ln>
        </p:spPr>
        <p:txBody>
          <a:bodyPr anchorCtr="0" anchor="t" bIns="91425" lIns="91425" spcFirstLastPara="1" rIns="91425" wrap="square" tIns="91425">
            <a:spAutoFit/>
          </a:bodyPr>
          <a:lstStyle/>
          <a:p>
            <a:pPr indent="-178900" lvl="0" marL="180000" rtl="0" algn="l">
              <a:lnSpc>
                <a:spcPct val="115000"/>
              </a:lnSpc>
              <a:spcBef>
                <a:spcPts val="0"/>
              </a:spcBef>
              <a:spcAft>
                <a:spcPts val="0"/>
              </a:spcAft>
              <a:buClr>
                <a:schemeClr val="lt1"/>
              </a:buClr>
              <a:buSzPts val="1400"/>
              <a:buFont typeface="Roboto"/>
              <a:buChar char="●"/>
            </a:pPr>
            <a:r>
              <a:rPr lang="es-ES">
                <a:solidFill>
                  <a:schemeClr val="lt1"/>
                </a:solidFill>
                <a:latin typeface="Roboto"/>
                <a:ea typeface="Roboto"/>
                <a:cs typeface="Roboto"/>
                <a:sym typeface="Roboto"/>
              </a:rPr>
              <a:t>Determinar la </a:t>
            </a:r>
            <a:r>
              <a:rPr b="1" lang="es-ES">
                <a:solidFill>
                  <a:srgbClr val="9ECAF2"/>
                </a:solidFill>
                <a:latin typeface="Roboto"/>
                <a:ea typeface="Roboto"/>
                <a:cs typeface="Roboto"/>
                <a:sym typeface="Roboto"/>
              </a:rPr>
              <a:t>factibilidad </a:t>
            </a:r>
            <a:endParaRPr>
              <a:solidFill>
                <a:srgbClr val="9ECAF2"/>
              </a:solidFill>
              <a:latin typeface="Roboto"/>
              <a:ea typeface="Roboto"/>
              <a:cs typeface="Roboto"/>
              <a:sym typeface="Roboto"/>
            </a:endParaRPr>
          </a:p>
          <a:p>
            <a:pPr indent="-178900" lvl="0" marL="180000" rtl="0" algn="l">
              <a:lnSpc>
                <a:spcPct val="115000"/>
              </a:lnSpc>
              <a:spcBef>
                <a:spcPts val="0"/>
              </a:spcBef>
              <a:spcAft>
                <a:spcPts val="0"/>
              </a:spcAft>
              <a:buClr>
                <a:schemeClr val="lt1"/>
              </a:buClr>
              <a:buSzPts val="1400"/>
              <a:buFont typeface="Roboto"/>
              <a:buChar char="●"/>
            </a:pPr>
            <a:r>
              <a:rPr lang="es-ES">
                <a:solidFill>
                  <a:schemeClr val="lt1"/>
                </a:solidFill>
                <a:latin typeface="Roboto"/>
                <a:ea typeface="Roboto"/>
                <a:cs typeface="Roboto"/>
                <a:sym typeface="Roboto"/>
              </a:rPr>
              <a:t>Realizar </a:t>
            </a:r>
            <a:r>
              <a:rPr lang="es-ES">
                <a:solidFill>
                  <a:srgbClr val="9ECAF2"/>
                </a:solidFill>
                <a:latin typeface="Roboto"/>
                <a:ea typeface="Roboto"/>
                <a:cs typeface="Roboto"/>
                <a:sym typeface="Roboto"/>
              </a:rPr>
              <a:t> </a:t>
            </a:r>
            <a:r>
              <a:rPr b="1" lang="es-ES">
                <a:solidFill>
                  <a:srgbClr val="9ECAF2"/>
                </a:solidFill>
                <a:latin typeface="Roboto"/>
                <a:ea typeface="Roboto"/>
                <a:cs typeface="Roboto"/>
                <a:sym typeface="Roboto"/>
              </a:rPr>
              <a:t>evaluaciones de análisis estratégico.</a:t>
            </a:r>
            <a:endParaRPr>
              <a:solidFill>
                <a:srgbClr val="9ECAF2"/>
              </a:solidFill>
              <a:latin typeface="Roboto"/>
              <a:ea typeface="Roboto"/>
              <a:cs typeface="Roboto"/>
              <a:sym typeface="Roboto"/>
            </a:endParaRPr>
          </a:p>
        </p:txBody>
      </p:sp>
      <p:sp>
        <p:nvSpPr>
          <p:cNvPr id="213" name="Google Shape;213;g3f8bb8eb9a8_0_366"/>
          <p:cNvSpPr txBox="1"/>
          <p:nvPr/>
        </p:nvSpPr>
        <p:spPr>
          <a:xfrm>
            <a:off x="6299875" y="4134950"/>
            <a:ext cx="2392200" cy="1639200"/>
          </a:xfrm>
          <a:prstGeom prst="rect">
            <a:avLst/>
          </a:prstGeom>
          <a:noFill/>
          <a:ln>
            <a:noFill/>
          </a:ln>
        </p:spPr>
        <p:txBody>
          <a:bodyPr anchorCtr="0" anchor="t" bIns="91425" lIns="91425" spcFirstLastPara="1" rIns="91425" wrap="square" tIns="91425">
            <a:spAutoFit/>
          </a:bodyPr>
          <a:lstStyle/>
          <a:p>
            <a:pPr indent="-178900" lvl="0" marL="180000" rtl="0" algn="l">
              <a:lnSpc>
                <a:spcPct val="115000"/>
              </a:lnSpc>
              <a:spcBef>
                <a:spcPts val="0"/>
              </a:spcBef>
              <a:spcAft>
                <a:spcPts val="0"/>
              </a:spcAft>
              <a:buClr>
                <a:srgbClr val="9ECAF2"/>
              </a:buClr>
              <a:buSzPts val="1400"/>
              <a:buFont typeface="Roboto"/>
              <a:buChar char="●"/>
            </a:pPr>
            <a:r>
              <a:rPr b="1" lang="es-ES">
                <a:solidFill>
                  <a:srgbClr val="9ECAF2"/>
                </a:solidFill>
                <a:latin typeface="Roboto"/>
                <a:ea typeface="Roboto"/>
                <a:cs typeface="Roboto"/>
                <a:sym typeface="Roboto"/>
              </a:rPr>
              <a:t>Configurar el entorno</a:t>
            </a:r>
            <a:r>
              <a:rPr lang="es-ES">
                <a:solidFill>
                  <a:srgbClr val="9ECAF2"/>
                </a:solidFill>
                <a:latin typeface="Roboto"/>
                <a:ea typeface="Roboto"/>
                <a:cs typeface="Roboto"/>
                <a:sym typeface="Roboto"/>
              </a:rPr>
              <a:t> </a:t>
            </a:r>
            <a:endParaRPr>
              <a:solidFill>
                <a:srgbClr val="9ECAF2"/>
              </a:solidFill>
              <a:latin typeface="Roboto"/>
              <a:ea typeface="Roboto"/>
              <a:cs typeface="Roboto"/>
              <a:sym typeface="Roboto"/>
            </a:endParaRPr>
          </a:p>
          <a:p>
            <a:pPr indent="-178900" lvl="0" marL="180000" rtl="0" algn="l">
              <a:lnSpc>
                <a:spcPct val="115000"/>
              </a:lnSpc>
              <a:spcBef>
                <a:spcPts val="0"/>
              </a:spcBef>
              <a:spcAft>
                <a:spcPts val="0"/>
              </a:spcAft>
              <a:buClr>
                <a:schemeClr val="lt1"/>
              </a:buClr>
              <a:buSzPts val="1400"/>
              <a:buFont typeface="Roboto"/>
              <a:buChar char="●"/>
            </a:pPr>
            <a:r>
              <a:rPr b="1" lang="es-ES">
                <a:solidFill>
                  <a:srgbClr val="9ECAF2"/>
                </a:solidFill>
                <a:latin typeface="Roboto"/>
                <a:ea typeface="Roboto"/>
                <a:cs typeface="Roboto"/>
                <a:sym typeface="Roboto"/>
              </a:rPr>
              <a:t>Programar </a:t>
            </a:r>
            <a:r>
              <a:rPr lang="es-ES">
                <a:solidFill>
                  <a:schemeClr val="lt1"/>
                </a:solidFill>
                <a:latin typeface="Roboto"/>
                <a:ea typeface="Roboto"/>
                <a:cs typeface="Roboto"/>
                <a:sym typeface="Roboto"/>
              </a:rPr>
              <a:t>la lógica de solicitudes</a:t>
            </a:r>
            <a:endParaRPr>
              <a:solidFill>
                <a:schemeClr val="lt1"/>
              </a:solidFill>
              <a:latin typeface="Roboto"/>
              <a:ea typeface="Roboto"/>
              <a:cs typeface="Roboto"/>
              <a:sym typeface="Roboto"/>
            </a:endParaRPr>
          </a:p>
          <a:p>
            <a:pPr indent="-178900" lvl="0" marL="180000" rtl="0" algn="l">
              <a:lnSpc>
                <a:spcPct val="115000"/>
              </a:lnSpc>
              <a:spcBef>
                <a:spcPts val="0"/>
              </a:spcBef>
              <a:spcAft>
                <a:spcPts val="0"/>
              </a:spcAft>
              <a:buClr>
                <a:schemeClr val="lt1"/>
              </a:buClr>
              <a:buSzPts val="1400"/>
              <a:buFont typeface="Roboto"/>
              <a:buChar char="●"/>
            </a:pPr>
            <a:r>
              <a:rPr b="1" lang="es-ES">
                <a:solidFill>
                  <a:srgbClr val="9ECAF2"/>
                </a:solidFill>
                <a:latin typeface="Roboto"/>
                <a:ea typeface="Roboto"/>
                <a:cs typeface="Roboto"/>
                <a:sym typeface="Roboto"/>
              </a:rPr>
              <a:t>Automatizar </a:t>
            </a:r>
            <a:r>
              <a:rPr lang="es-ES">
                <a:solidFill>
                  <a:schemeClr val="lt1"/>
                </a:solidFill>
                <a:latin typeface="Roboto"/>
                <a:ea typeface="Roboto"/>
                <a:cs typeface="Roboto"/>
                <a:sym typeface="Roboto"/>
              </a:rPr>
              <a:t>la extracción de datos y el cierre de solicitudes. </a:t>
            </a:r>
            <a:endParaRPr>
              <a:solidFill>
                <a:schemeClr val="lt1"/>
              </a:solidFill>
              <a:latin typeface="Roboto"/>
              <a:ea typeface="Roboto"/>
              <a:cs typeface="Roboto"/>
              <a:sym typeface="Roboto"/>
            </a:endParaRPr>
          </a:p>
        </p:txBody>
      </p:sp>
      <p:sp>
        <p:nvSpPr>
          <p:cNvPr id="214" name="Google Shape;214;g3f8bb8eb9a8_0_366"/>
          <p:cNvSpPr txBox="1"/>
          <p:nvPr/>
        </p:nvSpPr>
        <p:spPr>
          <a:xfrm>
            <a:off x="8839825" y="4192500"/>
            <a:ext cx="2392200" cy="1391400"/>
          </a:xfrm>
          <a:prstGeom prst="rect">
            <a:avLst/>
          </a:prstGeom>
          <a:noFill/>
          <a:ln>
            <a:noFill/>
          </a:ln>
        </p:spPr>
        <p:txBody>
          <a:bodyPr anchorCtr="0" anchor="t" bIns="91425" lIns="91425" spcFirstLastPara="1" rIns="91425" wrap="square" tIns="91425">
            <a:spAutoFit/>
          </a:bodyPr>
          <a:lstStyle/>
          <a:p>
            <a:pPr indent="-178900" lvl="0" marL="180000" rtl="0" algn="l">
              <a:lnSpc>
                <a:spcPct val="115000"/>
              </a:lnSpc>
              <a:spcBef>
                <a:spcPts val="0"/>
              </a:spcBef>
              <a:spcAft>
                <a:spcPts val="0"/>
              </a:spcAft>
              <a:buClr>
                <a:schemeClr val="lt1"/>
              </a:buClr>
              <a:buSzPts val="1400"/>
              <a:buFont typeface="Roboto"/>
              <a:buChar char="●"/>
            </a:pPr>
            <a:r>
              <a:rPr lang="es-ES">
                <a:solidFill>
                  <a:schemeClr val="lt1"/>
                </a:solidFill>
                <a:latin typeface="Roboto"/>
                <a:ea typeface="Roboto"/>
                <a:cs typeface="Roboto"/>
                <a:sym typeface="Roboto"/>
              </a:rPr>
              <a:t>Construir rutinas de </a:t>
            </a:r>
            <a:r>
              <a:rPr b="1" lang="es-ES">
                <a:solidFill>
                  <a:srgbClr val="9ECAF2"/>
                </a:solidFill>
                <a:latin typeface="Roboto"/>
                <a:ea typeface="Roboto"/>
                <a:cs typeface="Roboto"/>
                <a:sym typeface="Roboto"/>
              </a:rPr>
              <a:t>validación </a:t>
            </a:r>
            <a:r>
              <a:rPr lang="es-ES">
                <a:solidFill>
                  <a:schemeClr val="lt1"/>
                </a:solidFill>
                <a:latin typeface="Roboto"/>
                <a:ea typeface="Roboto"/>
                <a:cs typeface="Roboto"/>
                <a:sym typeface="Roboto"/>
              </a:rPr>
              <a:t>y evidencias.</a:t>
            </a:r>
            <a:endParaRPr>
              <a:solidFill>
                <a:schemeClr val="lt1"/>
              </a:solidFill>
              <a:latin typeface="Roboto"/>
              <a:ea typeface="Roboto"/>
              <a:cs typeface="Roboto"/>
              <a:sym typeface="Roboto"/>
            </a:endParaRPr>
          </a:p>
          <a:p>
            <a:pPr indent="-178900" lvl="0" marL="180000" rtl="0" algn="l">
              <a:lnSpc>
                <a:spcPct val="115000"/>
              </a:lnSpc>
              <a:spcBef>
                <a:spcPts val="0"/>
              </a:spcBef>
              <a:spcAft>
                <a:spcPts val="0"/>
              </a:spcAft>
              <a:buClr>
                <a:schemeClr val="lt1"/>
              </a:buClr>
              <a:buSzPts val="1400"/>
              <a:buFont typeface="Roboto"/>
              <a:buChar char="●"/>
            </a:pPr>
            <a:r>
              <a:rPr lang="es-ES">
                <a:solidFill>
                  <a:schemeClr val="lt1"/>
                </a:solidFill>
                <a:latin typeface="Roboto"/>
                <a:ea typeface="Roboto"/>
                <a:cs typeface="Roboto"/>
                <a:sym typeface="Roboto"/>
              </a:rPr>
              <a:t>Definir la gestión de </a:t>
            </a:r>
            <a:r>
              <a:rPr b="1" lang="es-ES">
                <a:solidFill>
                  <a:srgbClr val="9ECAF2"/>
                </a:solidFill>
                <a:latin typeface="Roboto"/>
                <a:ea typeface="Roboto"/>
                <a:cs typeface="Roboto"/>
                <a:sym typeface="Roboto"/>
              </a:rPr>
              <a:t>excepciones </a:t>
            </a:r>
            <a:r>
              <a:rPr lang="es-ES">
                <a:solidFill>
                  <a:schemeClr val="lt1"/>
                </a:solidFill>
                <a:latin typeface="Roboto"/>
                <a:ea typeface="Roboto"/>
                <a:cs typeface="Roboto"/>
                <a:sym typeface="Roboto"/>
              </a:rPr>
              <a:t>y alertas.</a:t>
            </a:r>
            <a:endParaRPr>
              <a:solidFill>
                <a:schemeClr val="lt1"/>
              </a:solidFill>
              <a:latin typeface="Roboto"/>
              <a:ea typeface="Roboto"/>
              <a:cs typeface="Roboto"/>
              <a:sym typeface="Roboto"/>
            </a:endParaRPr>
          </a:p>
          <a:p>
            <a:pPr indent="-178900" lvl="0" marL="180000" rtl="0" algn="l">
              <a:lnSpc>
                <a:spcPct val="115000"/>
              </a:lnSpc>
              <a:spcBef>
                <a:spcPts val="0"/>
              </a:spcBef>
              <a:spcAft>
                <a:spcPts val="0"/>
              </a:spcAft>
              <a:buClr>
                <a:schemeClr val="lt1"/>
              </a:buClr>
              <a:buSzPts val="1400"/>
              <a:buFont typeface="Roboto"/>
              <a:buChar char="●"/>
            </a:pPr>
            <a:r>
              <a:rPr lang="es-ES">
                <a:solidFill>
                  <a:schemeClr val="lt1"/>
                </a:solidFill>
                <a:latin typeface="Roboto"/>
                <a:ea typeface="Roboto"/>
                <a:cs typeface="Roboto"/>
                <a:sym typeface="Roboto"/>
              </a:rPr>
              <a:t>Estructurar,reportabilidad</a:t>
            </a:r>
            <a:endParaRPr>
              <a:solidFill>
                <a:schemeClr val="lt1"/>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49"/>
          <p:cNvSpPr txBox="1"/>
          <p:nvPr>
            <p:ph type="title"/>
          </p:nvPr>
        </p:nvSpPr>
        <p:spPr>
          <a:xfrm>
            <a:off x="2936416" y="2749423"/>
            <a:ext cx="5470133" cy="93318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b="1" lang="es-ES" sz="2600">
                <a:solidFill>
                  <a:schemeClr val="lt1"/>
                </a:solidFill>
              </a:rPr>
              <a:t>Descripción General del Proyecto</a:t>
            </a:r>
            <a:endParaRPr sz="26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g3f8bb8eb9a8_0_426"/>
          <p:cNvSpPr txBox="1"/>
          <p:nvPr/>
        </p:nvSpPr>
        <p:spPr>
          <a:xfrm>
            <a:off x="204600" y="1150675"/>
            <a:ext cx="11782800" cy="1108200"/>
          </a:xfrm>
          <a:prstGeom prst="rect">
            <a:avLst/>
          </a:prstGeom>
          <a:noFill/>
          <a:ln>
            <a:noFill/>
          </a:ln>
        </p:spPr>
        <p:txBody>
          <a:bodyPr anchorCtr="0" anchor="t" bIns="91425" lIns="91425" spcFirstLastPara="1" rIns="91425" wrap="square" tIns="91425">
            <a:spAutoFit/>
          </a:bodyPr>
          <a:lstStyle/>
          <a:p>
            <a:pPr indent="0" lvl="0" marL="0" rtl="0" algn="just">
              <a:lnSpc>
                <a:spcPct val="150000"/>
              </a:lnSpc>
              <a:spcBef>
                <a:spcPts val="1600"/>
              </a:spcBef>
              <a:spcAft>
                <a:spcPts val="1600"/>
              </a:spcAft>
              <a:buNone/>
            </a:pPr>
            <a:r>
              <a:rPr lang="es-ES" sz="1500">
                <a:solidFill>
                  <a:schemeClr val="dk1"/>
                </a:solidFill>
              </a:rPr>
              <a:t>La directora de la escuela de informática de DUOC UC, gestiona de forma manual un alto volumen de solicitudes académicas. Entre estas, los tickets por renuncia destacan por ser procesos rutinarios de cinco pasos que generan una alta carga administrativa, restando tiempo a la toma de decisiones estratégica de la Dirección.</a:t>
            </a:r>
            <a:endParaRPr>
              <a:solidFill>
                <a:schemeClr val="dk1"/>
              </a:solidFill>
            </a:endParaRPr>
          </a:p>
        </p:txBody>
      </p:sp>
      <p:sp>
        <p:nvSpPr>
          <p:cNvPr id="225" name="Google Shape;225;g3f8bb8eb9a8_0_426"/>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ES" sz="2800">
                <a:solidFill>
                  <a:srgbClr val="000000"/>
                </a:solidFill>
                <a:latin typeface="Arial"/>
                <a:ea typeface="Arial"/>
                <a:cs typeface="Arial"/>
                <a:sym typeface="Arial"/>
              </a:rPr>
              <a:t>Contexto</a:t>
            </a:r>
            <a:endParaRPr/>
          </a:p>
        </p:txBody>
      </p:sp>
      <p:sp>
        <p:nvSpPr>
          <p:cNvPr id="226" name="Google Shape;226;g3f8bb8eb9a8_0_426"/>
          <p:cNvSpPr/>
          <p:nvPr/>
        </p:nvSpPr>
        <p:spPr>
          <a:xfrm>
            <a:off x="0" y="2328400"/>
            <a:ext cx="4673700" cy="4529700"/>
          </a:xfrm>
          <a:prstGeom prst="round1Rect">
            <a:avLst>
              <a:gd fmla="val 28052" name="adj"/>
            </a:avLst>
          </a:prstGeom>
          <a:solidFill>
            <a:srgbClr val="232F4B"/>
          </a:solidFill>
          <a:ln cap="flat" cmpd="sng" w="12700">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ctr">
              <a:spcBef>
                <a:spcPts val="0"/>
              </a:spcBef>
              <a:spcAft>
                <a:spcPts val="0"/>
              </a:spcAft>
              <a:buNone/>
            </a:pPr>
            <a:r>
              <a:t/>
            </a:r>
            <a:endParaRPr sz="1900"/>
          </a:p>
        </p:txBody>
      </p:sp>
      <p:sp>
        <p:nvSpPr>
          <p:cNvPr id="227" name="Google Shape;227;g3f8bb8eb9a8_0_426"/>
          <p:cNvSpPr txBox="1"/>
          <p:nvPr/>
        </p:nvSpPr>
        <p:spPr>
          <a:xfrm>
            <a:off x="6927694" y="2592350"/>
            <a:ext cx="2561100" cy="533700"/>
          </a:xfrm>
          <a:prstGeom prst="rect">
            <a:avLst/>
          </a:prstGeom>
          <a:noFill/>
          <a:ln>
            <a:noFill/>
          </a:ln>
        </p:spPr>
        <p:txBody>
          <a:bodyPr anchorCtr="0" anchor="t" bIns="150925" lIns="150925" spcFirstLastPara="1" rIns="150925" wrap="square" tIns="150925">
            <a:spAutoFit/>
          </a:bodyPr>
          <a:lstStyle/>
          <a:p>
            <a:pPr indent="0" lvl="0" marL="0" rtl="0" algn="just">
              <a:lnSpc>
                <a:spcPct val="150000"/>
              </a:lnSpc>
              <a:spcBef>
                <a:spcPts val="1981"/>
              </a:spcBef>
              <a:spcAft>
                <a:spcPts val="1981"/>
              </a:spcAft>
              <a:buNone/>
            </a:pPr>
            <a:r>
              <a:rPr lang="es-ES" sz="1486">
                <a:solidFill>
                  <a:srgbClr val="666666"/>
                </a:solidFill>
              </a:rPr>
              <a:t>Estructura Organizacional</a:t>
            </a:r>
            <a:endParaRPr sz="1486">
              <a:solidFill>
                <a:srgbClr val="666666"/>
              </a:solidFill>
            </a:endParaRPr>
          </a:p>
        </p:txBody>
      </p:sp>
      <p:cxnSp>
        <p:nvCxnSpPr>
          <p:cNvPr id="228" name="Google Shape;228;g3f8bb8eb9a8_0_426"/>
          <p:cNvCxnSpPr>
            <a:stCxn id="229" idx="2"/>
            <a:endCxn id="230" idx="0"/>
          </p:cNvCxnSpPr>
          <p:nvPr/>
        </p:nvCxnSpPr>
        <p:spPr>
          <a:xfrm rot="5400000">
            <a:off x="7610549" y="4236944"/>
            <a:ext cx="607500" cy="645000"/>
          </a:xfrm>
          <a:prstGeom prst="bentConnector3">
            <a:avLst>
              <a:gd fmla="val 50007" name="adj1"/>
            </a:avLst>
          </a:prstGeom>
          <a:noFill/>
          <a:ln cap="flat" cmpd="sng" w="17850">
            <a:solidFill>
              <a:srgbClr val="0C57D3"/>
            </a:solidFill>
            <a:prstDash val="solid"/>
            <a:round/>
            <a:headEnd len="sm" w="sm" type="none"/>
            <a:tailEnd len="sm" w="sm" type="stealth"/>
          </a:ln>
        </p:spPr>
      </p:cxnSp>
      <p:sp>
        <p:nvSpPr>
          <p:cNvPr id="229" name="Google Shape;229;g3f8bb8eb9a8_0_426"/>
          <p:cNvSpPr txBox="1"/>
          <p:nvPr/>
        </p:nvSpPr>
        <p:spPr>
          <a:xfrm>
            <a:off x="7456949" y="3912494"/>
            <a:ext cx="1559700" cy="343200"/>
          </a:xfrm>
          <a:prstGeom prst="rect">
            <a:avLst/>
          </a:prstGeom>
          <a:noFill/>
          <a:ln cap="flat" cmpd="sng" w="17850">
            <a:solidFill>
              <a:srgbClr val="0C57D3"/>
            </a:solidFill>
            <a:prstDash val="solid"/>
            <a:round/>
            <a:headEnd len="sm" w="sm" type="none"/>
            <a:tailEnd len="sm" w="sm" type="none"/>
          </a:ln>
        </p:spPr>
        <p:txBody>
          <a:bodyPr anchorCtr="0" anchor="ctr" bIns="85700" lIns="85700" spcFirstLastPara="1" rIns="85700" wrap="square" tIns="85700">
            <a:noAutofit/>
          </a:bodyPr>
          <a:lstStyle/>
          <a:p>
            <a:pPr indent="0" lvl="0" marL="0" marR="0" rtl="0" algn="ctr">
              <a:lnSpc>
                <a:spcPct val="100000"/>
              </a:lnSpc>
              <a:spcBef>
                <a:spcPts val="0"/>
              </a:spcBef>
              <a:spcAft>
                <a:spcPts val="0"/>
              </a:spcAft>
              <a:buNone/>
            </a:pPr>
            <a:r>
              <a:rPr lang="es-ES" sz="990">
                <a:solidFill>
                  <a:srgbClr val="0C57D3"/>
                </a:solidFill>
                <a:latin typeface="Roboto"/>
                <a:ea typeface="Roboto"/>
                <a:cs typeface="Roboto"/>
                <a:sym typeface="Roboto"/>
              </a:rPr>
              <a:t>DIRECTOR DE SEDE</a:t>
            </a:r>
            <a:endParaRPr sz="990">
              <a:solidFill>
                <a:srgbClr val="0C57D3"/>
              </a:solidFill>
              <a:latin typeface="Roboto"/>
              <a:ea typeface="Roboto"/>
              <a:cs typeface="Roboto"/>
              <a:sym typeface="Roboto"/>
            </a:endParaRPr>
          </a:p>
        </p:txBody>
      </p:sp>
      <p:sp>
        <p:nvSpPr>
          <p:cNvPr id="231" name="Google Shape;231;g3f8bb8eb9a8_0_426"/>
          <p:cNvSpPr txBox="1"/>
          <p:nvPr/>
        </p:nvSpPr>
        <p:spPr>
          <a:xfrm>
            <a:off x="5398399" y="5448721"/>
            <a:ext cx="1557000" cy="343200"/>
          </a:xfrm>
          <a:prstGeom prst="rect">
            <a:avLst/>
          </a:prstGeom>
          <a:noFill/>
          <a:ln cap="flat" cmpd="sng" w="17850">
            <a:solidFill>
              <a:srgbClr val="0C57D3"/>
            </a:solidFill>
            <a:prstDash val="solid"/>
            <a:round/>
            <a:headEnd len="sm" w="sm" type="none"/>
            <a:tailEnd len="sm" w="sm" type="none"/>
          </a:ln>
        </p:spPr>
        <p:txBody>
          <a:bodyPr anchorCtr="0" anchor="ctr" bIns="85700" lIns="85700" spcFirstLastPara="1" rIns="85700" wrap="square" tIns="85700">
            <a:noAutofit/>
          </a:bodyPr>
          <a:lstStyle/>
          <a:p>
            <a:pPr indent="0" lvl="0" marL="0" rtl="0" algn="ctr">
              <a:spcBef>
                <a:spcPts val="0"/>
              </a:spcBef>
              <a:spcAft>
                <a:spcPts val="0"/>
              </a:spcAft>
              <a:buNone/>
            </a:pPr>
            <a:r>
              <a:rPr lang="es-ES" sz="990">
                <a:solidFill>
                  <a:srgbClr val="0C57D3"/>
                </a:solidFill>
                <a:latin typeface="Roboto"/>
                <a:ea typeface="Roboto"/>
                <a:cs typeface="Roboto"/>
                <a:sym typeface="Roboto"/>
              </a:rPr>
              <a:t>DIRECTOR POR ESCUELA</a:t>
            </a:r>
            <a:endParaRPr sz="990">
              <a:solidFill>
                <a:srgbClr val="0C57D3"/>
              </a:solidFill>
              <a:latin typeface="Roboto"/>
              <a:ea typeface="Roboto"/>
              <a:cs typeface="Roboto"/>
              <a:sym typeface="Roboto"/>
            </a:endParaRPr>
          </a:p>
        </p:txBody>
      </p:sp>
      <p:sp>
        <p:nvSpPr>
          <p:cNvPr id="230" name="Google Shape;230;g3f8bb8eb9a8_0_426"/>
          <p:cNvSpPr txBox="1"/>
          <p:nvPr/>
        </p:nvSpPr>
        <p:spPr>
          <a:xfrm>
            <a:off x="6813301" y="4863071"/>
            <a:ext cx="1557000" cy="343200"/>
          </a:xfrm>
          <a:prstGeom prst="rect">
            <a:avLst/>
          </a:prstGeom>
          <a:noFill/>
          <a:ln cap="flat" cmpd="sng" w="17850">
            <a:solidFill>
              <a:srgbClr val="0C57D3"/>
            </a:solidFill>
            <a:prstDash val="solid"/>
            <a:round/>
            <a:headEnd len="sm" w="sm" type="none"/>
            <a:tailEnd len="sm" w="sm" type="none"/>
          </a:ln>
        </p:spPr>
        <p:txBody>
          <a:bodyPr anchorCtr="0" anchor="ctr" bIns="85700" lIns="85700" spcFirstLastPara="1" rIns="85700" wrap="square" tIns="85700">
            <a:noAutofit/>
          </a:bodyPr>
          <a:lstStyle/>
          <a:p>
            <a:pPr indent="0" lvl="0" marL="0" marR="0" rtl="0" algn="ctr">
              <a:lnSpc>
                <a:spcPct val="100000"/>
              </a:lnSpc>
              <a:spcBef>
                <a:spcPts val="0"/>
              </a:spcBef>
              <a:spcAft>
                <a:spcPts val="0"/>
              </a:spcAft>
              <a:buNone/>
            </a:pPr>
            <a:r>
              <a:rPr lang="es-ES" sz="990">
                <a:solidFill>
                  <a:srgbClr val="0C57D3"/>
                </a:solidFill>
                <a:latin typeface="Roboto"/>
                <a:ea typeface="Roboto"/>
                <a:cs typeface="Roboto"/>
                <a:sym typeface="Roboto"/>
              </a:rPr>
              <a:t>SUBDIRECTOR ACADÉMICO </a:t>
            </a:r>
            <a:endParaRPr sz="990">
              <a:solidFill>
                <a:srgbClr val="0C57D3"/>
              </a:solidFill>
              <a:latin typeface="Roboto"/>
              <a:ea typeface="Roboto"/>
              <a:cs typeface="Roboto"/>
              <a:sym typeface="Roboto"/>
            </a:endParaRPr>
          </a:p>
        </p:txBody>
      </p:sp>
      <p:sp>
        <p:nvSpPr>
          <p:cNvPr id="232" name="Google Shape;232;g3f8bb8eb9a8_0_426"/>
          <p:cNvSpPr txBox="1"/>
          <p:nvPr/>
        </p:nvSpPr>
        <p:spPr>
          <a:xfrm>
            <a:off x="7451832" y="3403487"/>
            <a:ext cx="1559700" cy="343200"/>
          </a:xfrm>
          <a:prstGeom prst="rect">
            <a:avLst/>
          </a:prstGeom>
          <a:noFill/>
          <a:ln cap="flat" cmpd="sng" w="17850">
            <a:solidFill>
              <a:srgbClr val="0C57D3"/>
            </a:solidFill>
            <a:prstDash val="solid"/>
            <a:round/>
            <a:headEnd len="sm" w="sm" type="none"/>
            <a:tailEnd len="sm" w="sm" type="none"/>
          </a:ln>
        </p:spPr>
        <p:txBody>
          <a:bodyPr anchorCtr="0" anchor="ctr" bIns="85700" lIns="85700" spcFirstLastPara="1" rIns="85700" wrap="square" tIns="85700">
            <a:noAutofit/>
          </a:bodyPr>
          <a:lstStyle/>
          <a:p>
            <a:pPr indent="0" lvl="0" marL="0" marR="0" rtl="0" algn="ctr">
              <a:lnSpc>
                <a:spcPct val="100000"/>
              </a:lnSpc>
              <a:spcBef>
                <a:spcPts val="0"/>
              </a:spcBef>
              <a:spcAft>
                <a:spcPts val="0"/>
              </a:spcAft>
              <a:buNone/>
            </a:pPr>
            <a:r>
              <a:rPr lang="es-ES" sz="990">
                <a:solidFill>
                  <a:srgbClr val="0C57D3"/>
                </a:solidFill>
                <a:latin typeface="Roboto"/>
                <a:ea typeface="Roboto"/>
                <a:cs typeface="Roboto"/>
                <a:sym typeface="Roboto"/>
              </a:rPr>
              <a:t>RECTOR</a:t>
            </a:r>
            <a:endParaRPr sz="990">
              <a:solidFill>
                <a:srgbClr val="0C57D3"/>
              </a:solidFill>
              <a:latin typeface="Roboto"/>
              <a:ea typeface="Roboto"/>
              <a:cs typeface="Roboto"/>
              <a:sym typeface="Roboto"/>
            </a:endParaRPr>
          </a:p>
        </p:txBody>
      </p:sp>
      <p:sp>
        <p:nvSpPr>
          <p:cNvPr id="233" name="Google Shape;233;g3f8bb8eb9a8_0_426"/>
          <p:cNvSpPr txBox="1"/>
          <p:nvPr/>
        </p:nvSpPr>
        <p:spPr>
          <a:xfrm>
            <a:off x="8619274" y="4863071"/>
            <a:ext cx="1559700" cy="343200"/>
          </a:xfrm>
          <a:prstGeom prst="rect">
            <a:avLst/>
          </a:prstGeom>
          <a:noFill/>
          <a:ln cap="flat" cmpd="sng" w="17850">
            <a:solidFill>
              <a:srgbClr val="0C57D3"/>
            </a:solidFill>
            <a:prstDash val="solid"/>
            <a:round/>
            <a:headEnd len="sm" w="sm" type="none"/>
            <a:tailEnd len="sm" w="sm" type="none"/>
          </a:ln>
        </p:spPr>
        <p:txBody>
          <a:bodyPr anchorCtr="0" anchor="ctr" bIns="85700" lIns="85700" spcFirstLastPara="1" rIns="85700" wrap="square" tIns="85700">
            <a:noAutofit/>
          </a:bodyPr>
          <a:lstStyle/>
          <a:p>
            <a:pPr indent="0" lvl="0" marL="0" marR="0" rtl="0" algn="ctr">
              <a:lnSpc>
                <a:spcPct val="100000"/>
              </a:lnSpc>
              <a:spcBef>
                <a:spcPts val="0"/>
              </a:spcBef>
              <a:spcAft>
                <a:spcPts val="0"/>
              </a:spcAft>
              <a:buNone/>
            </a:pPr>
            <a:r>
              <a:rPr lang="es-ES" sz="990">
                <a:solidFill>
                  <a:srgbClr val="0C57D3"/>
                </a:solidFill>
                <a:latin typeface="Roboto"/>
                <a:ea typeface="Roboto"/>
                <a:cs typeface="Roboto"/>
                <a:sym typeface="Roboto"/>
              </a:rPr>
              <a:t>SUBDIRECTOR DE GESTIÓN</a:t>
            </a:r>
            <a:endParaRPr sz="990">
              <a:solidFill>
                <a:srgbClr val="0C57D3"/>
              </a:solidFill>
              <a:latin typeface="Roboto"/>
              <a:ea typeface="Roboto"/>
              <a:cs typeface="Roboto"/>
              <a:sym typeface="Roboto"/>
            </a:endParaRPr>
          </a:p>
        </p:txBody>
      </p:sp>
      <p:sp>
        <p:nvSpPr>
          <p:cNvPr id="234" name="Google Shape;234;g3f8bb8eb9a8_0_426"/>
          <p:cNvSpPr txBox="1"/>
          <p:nvPr/>
        </p:nvSpPr>
        <p:spPr>
          <a:xfrm>
            <a:off x="8619274" y="5415822"/>
            <a:ext cx="1559700" cy="343200"/>
          </a:xfrm>
          <a:prstGeom prst="rect">
            <a:avLst/>
          </a:prstGeom>
          <a:noFill/>
          <a:ln cap="flat" cmpd="sng" w="17850">
            <a:solidFill>
              <a:srgbClr val="0C57D3"/>
            </a:solidFill>
            <a:prstDash val="solid"/>
            <a:round/>
            <a:headEnd len="sm" w="sm" type="none"/>
            <a:tailEnd len="sm" w="sm" type="none"/>
          </a:ln>
        </p:spPr>
        <p:txBody>
          <a:bodyPr anchorCtr="0" anchor="ctr" bIns="85700" lIns="85700" spcFirstLastPara="1" rIns="85700" wrap="square" tIns="85700">
            <a:noAutofit/>
          </a:bodyPr>
          <a:lstStyle/>
          <a:p>
            <a:pPr indent="0" lvl="0" marL="0" marR="0" rtl="0" algn="ctr">
              <a:lnSpc>
                <a:spcPct val="100000"/>
              </a:lnSpc>
              <a:spcBef>
                <a:spcPts val="0"/>
              </a:spcBef>
              <a:spcAft>
                <a:spcPts val="0"/>
              </a:spcAft>
              <a:buNone/>
            </a:pPr>
            <a:r>
              <a:rPr lang="es-ES" sz="990">
                <a:solidFill>
                  <a:srgbClr val="0C57D3"/>
                </a:solidFill>
                <a:latin typeface="Roboto"/>
                <a:ea typeface="Roboto"/>
                <a:cs typeface="Roboto"/>
                <a:sym typeface="Roboto"/>
              </a:rPr>
              <a:t>EQUIPO DE FINANCIAMIENTO </a:t>
            </a:r>
            <a:endParaRPr sz="990">
              <a:solidFill>
                <a:srgbClr val="0C57D3"/>
              </a:solidFill>
              <a:latin typeface="Roboto"/>
              <a:ea typeface="Roboto"/>
              <a:cs typeface="Roboto"/>
              <a:sym typeface="Roboto"/>
            </a:endParaRPr>
          </a:p>
        </p:txBody>
      </p:sp>
      <p:sp>
        <p:nvSpPr>
          <p:cNvPr id="235" name="Google Shape;235;g3f8bb8eb9a8_0_426"/>
          <p:cNvSpPr txBox="1"/>
          <p:nvPr/>
        </p:nvSpPr>
        <p:spPr>
          <a:xfrm>
            <a:off x="10427750" y="4863071"/>
            <a:ext cx="1559700" cy="343200"/>
          </a:xfrm>
          <a:prstGeom prst="rect">
            <a:avLst/>
          </a:prstGeom>
          <a:noFill/>
          <a:ln cap="flat" cmpd="sng" w="17850">
            <a:solidFill>
              <a:srgbClr val="0C57D3"/>
            </a:solidFill>
            <a:prstDash val="solid"/>
            <a:round/>
            <a:headEnd len="sm" w="sm" type="none"/>
            <a:tailEnd len="sm" w="sm" type="none"/>
          </a:ln>
        </p:spPr>
        <p:txBody>
          <a:bodyPr anchorCtr="0" anchor="ctr" bIns="85700" lIns="85700" spcFirstLastPara="1" rIns="85700" wrap="square" tIns="85700">
            <a:noAutofit/>
          </a:bodyPr>
          <a:lstStyle/>
          <a:p>
            <a:pPr indent="0" lvl="0" marL="0" marR="0" rtl="0" algn="ctr">
              <a:lnSpc>
                <a:spcPct val="100000"/>
              </a:lnSpc>
              <a:spcBef>
                <a:spcPts val="0"/>
              </a:spcBef>
              <a:spcAft>
                <a:spcPts val="0"/>
              </a:spcAft>
              <a:buNone/>
            </a:pPr>
            <a:r>
              <a:rPr lang="es-ES" sz="990">
                <a:solidFill>
                  <a:srgbClr val="0C57D3"/>
                </a:solidFill>
                <a:latin typeface="Roboto"/>
                <a:ea typeface="Roboto"/>
                <a:cs typeface="Roboto"/>
                <a:sym typeface="Roboto"/>
              </a:rPr>
              <a:t>SUBDIRECTOR DE COMUNICACIONES</a:t>
            </a:r>
            <a:endParaRPr sz="990">
              <a:solidFill>
                <a:srgbClr val="0C57D3"/>
              </a:solidFill>
              <a:latin typeface="Roboto"/>
              <a:ea typeface="Roboto"/>
              <a:cs typeface="Roboto"/>
              <a:sym typeface="Roboto"/>
            </a:endParaRPr>
          </a:p>
        </p:txBody>
      </p:sp>
      <p:cxnSp>
        <p:nvCxnSpPr>
          <p:cNvPr id="236" name="Google Shape;236;g3f8bb8eb9a8_0_426"/>
          <p:cNvCxnSpPr>
            <a:stCxn id="232" idx="2"/>
            <a:endCxn id="229" idx="0"/>
          </p:cNvCxnSpPr>
          <p:nvPr/>
        </p:nvCxnSpPr>
        <p:spPr>
          <a:xfrm>
            <a:off x="8231682" y="3746687"/>
            <a:ext cx="5100" cy="165900"/>
          </a:xfrm>
          <a:prstGeom prst="straightConnector1">
            <a:avLst/>
          </a:prstGeom>
          <a:noFill/>
          <a:ln cap="flat" cmpd="sng" w="17850">
            <a:solidFill>
              <a:srgbClr val="0C57D3"/>
            </a:solidFill>
            <a:prstDash val="solid"/>
            <a:round/>
            <a:headEnd len="sm" w="sm" type="none"/>
            <a:tailEnd len="sm" w="sm" type="stealth"/>
          </a:ln>
        </p:spPr>
      </p:cxnSp>
      <p:cxnSp>
        <p:nvCxnSpPr>
          <p:cNvPr id="237" name="Google Shape;237;g3f8bb8eb9a8_0_426"/>
          <p:cNvCxnSpPr>
            <a:stCxn id="229" idx="2"/>
            <a:endCxn id="233" idx="0"/>
          </p:cNvCxnSpPr>
          <p:nvPr/>
        </p:nvCxnSpPr>
        <p:spPr>
          <a:xfrm flipH="1" rot="-5400000">
            <a:off x="8514149" y="3978344"/>
            <a:ext cx="607500" cy="1162200"/>
          </a:xfrm>
          <a:prstGeom prst="bentConnector3">
            <a:avLst>
              <a:gd fmla="val 50007" name="adj1"/>
            </a:avLst>
          </a:prstGeom>
          <a:noFill/>
          <a:ln cap="flat" cmpd="sng" w="17850">
            <a:solidFill>
              <a:srgbClr val="0C57D3"/>
            </a:solidFill>
            <a:prstDash val="solid"/>
            <a:round/>
            <a:headEnd len="sm" w="sm" type="none"/>
            <a:tailEnd len="sm" w="sm" type="stealth"/>
          </a:ln>
        </p:spPr>
      </p:cxnSp>
      <p:cxnSp>
        <p:nvCxnSpPr>
          <p:cNvPr id="238" name="Google Shape;238;g3f8bb8eb9a8_0_426"/>
          <p:cNvCxnSpPr>
            <a:stCxn id="229" idx="2"/>
            <a:endCxn id="235" idx="0"/>
          </p:cNvCxnSpPr>
          <p:nvPr/>
        </p:nvCxnSpPr>
        <p:spPr>
          <a:xfrm flipH="1" rot="-5400000">
            <a:off x="9418499" y="3073994"/>
            <a:ext cx="607500" cy="2970900"/>
          </a:xfrm>
          <a:prstGeom prst="bentConnector3">
            <a:avLst>
              <a:gd fmla="val 50007" name="adj1"/>
            </a:avLst>
          </a:prstGeom>
          <a:noFill/>
          <a:ln cap="flat" cmpd="sng" w="17850">
            <a:solidFill>
              <a:srgbClr val="0C57D3"/>
            </a:solidFill>
            <a:prstDash val="solid"/>
            <a:round/>
            <a:headEnd len="sm" w="sm" type="none"/>
            <a:tailEnd len="sm" w="sm" type="stealth"/>
          </a:ln>
        </p:spPr>
      </p:cxnSp>
      <p:cxnSp>
        <p:nvCxnSpPr>
          <p:cNvPr id="239" name="Google Shape;239;g3f8bb8eb9a8_0_426"/>
          <p:cNvCxnSpPr>
            <a:stCxn id="233" idx="2"/>
            <a:endCxn id="234" idx="0"/>
          </p:cNvCxnSpPr>
          <p:nvPr/>
        </p:nvCxnSpPr>
        <p:spPr>
          <a:xfrm>
            <a:off x="9399124" y="5206271"/>
            <a:ext cx="0" cy="209700"/>
          </a:xfrm>
          <a:prstGeom prst="straightConnector1">
            <a:avLst/>
          </a:prstGeom>
          <a:noFill/>
          <a:ln cap="flat" cmpd="sng" w="17850">
            <a:solidFill>
              <a:srgbClr val="0C57D3"/>
            </a:solidFill>
            <a:prstDash val="solid"/>
            <a:round/>
            <a:headEnd len="sm" w="sm" type="none"/>
            <a:tailEnd len="sm" w="sm" type="stealth"/>
          </a:ln>
        </p:spPr>
      </p:cxnSp>
      <p:cxnSp>
        <p:nvCxnSpPr>
          <p:cNvPr id="240" name="Google Shape;240;g3f8bb8eb9a8_0_426"/>
          <p:cNvCxnSpPr>
            <a:stCxn id="229" idx="2"/>
            <a:endCxn id="231" idx="0"/>
          </p:cNvCxnSpPr>
          <p:nvPr/>
        </p:nvCxnSpPr>
        <p:spPr>
          <a:xfrm rot="5400000">
            <a:off x="6610349" y="3822344"/>
            <a:ext cx="1193100" cy="2059800"/>
          </a:xfrm>
          <a:prstGeom prst="bentConnector3">
            <a:avLst>
              <a:gd fmla="val 49999" name="adj1"/>
            </a:avLst>
          </a:prstGeom>
          <a:noFill/>
          <a:ln cap="flat" cmpd="sng" w="17850">
            <a:solidFill>
              <a:srgbClr val="0C57D3"/>
            </a:solidFill>
            <a:prstDash val="solid"/>
            <a:round/>
            <a:headEnd len="sm" w="sm" type="none"/>
            <a:tailEnd len="sm" w="sm" type="stealth"/>
          </a:ln>
        </p:spPr>
      </p:cxnSp>
      <p:sp>
        <p:nvSpPr>
          <p:cNvPr id="241" name="Google Shape;241;g3f8bb8eb9a8_0_426"/>
          <p:cNvSpPr txBox="1"/>
          <p:nvPr/>
        </p:nvSpPr>
        <p:spPr>
          <a:xfrm>
            <a:off x="100625" y="2852123"/>
            <a:ext cx="4233900" cy="3432600"/>
          </a:xfrm>
          <a:prstGeom prst="rect">
            <a:avLst/>
          </a:prstGeom>
          <a:noFill/>
          <a:ln>
            <a:noFill/>
          </a:ln>
        </p:spPr>
        <p:txBody>
          <a:bodyPr anchorCtr="0" anchor="t" bIns="121900" lIns="121900" spcFirstLastPara="1" rIns="121900" wrap="square" tIns="121900">
            <a:spAutoFit/>
          </a:bodyPr>
          <a:lstStyle/>
          <a:p>
            <a:pPr indent="-330200" lvl="0" marL="355600" rtl="0" algn="l">
              <a:lnSpc>
                <a:spcPct val="150000"/>
              </a:lnSpc>
              <a:spcBef>
                <a:spcPts val="1600"/>
              </a:spcBef>
              <a:spcAft>
                <a:spcPts val="0"/>
              </a:spcAft>
              <a:buClr>
                <a:schemeClr val="lt1"/>
              </a:buClr>
              <a:buSzPts val="1400"/>
              <a:buChar char="●"/>
            </a:pPr>
            <a:r>
              <a:rPr b="1" lang="es-ES" sz="1800">
                <a:solidFill>
                  <a:srgbClr val="9ECAF2"/>
                </a:solidFill>
              </a:rPr>
              <a:t>60%</a:t>
            </a:r>
            <a:r>
              <a:rPr b="1" lang="es-ES" sz="1800">
                <a:solidFill>
                  <a:schemeClr val="lt1"/>
                </a:solidFill>
              </a:rPr>
              <a:t> </a:t>
            </a:r>
            <a:r>
              <a:rPr lang="es-ES" sz="1800">
                <a:solidFill>
                  <a:schemeClr val="lt1"/>
                </a:solidFill>
              </a:rPr>
              <a:t>del tiempo semanal de en </a:t>
            </a:r>
            <a:r>
              <a:rPr b="1" lang="es-ES" sz="1800">
                <a:solidFill>
                  <a:srgbClr val="9ECAF2"/>
                </a:solidFill>
              </a:rPr>
              <a:t>tareas administrativas repetitivas.</a:t>
            </a:r>
            <a:endParaRPr b="1" sz="1800">
              <a:solidFill>
                <a:srgbClr val="9ECAF2"/>
              </a:solidFill>
            </a:endParaRPr>
          </a:p>
          <a:p>
            <a:pPr indent="-330200" lvl="0" marL="355600" rtl="0" algn="l">
              <a:lnSpc>
                <a:spcPct val="150000"/>
              </a:lnSpc>
              <a:spcBef>
                <a:spcPts val="0"/>
              </a:spcBef>
              <a:spcAft>
                <a:spcPts val="0"/>
              </a:spcAft>
              <a:buClr>
                <a:schemeClr val="lt1"/>
              </a:buClr>
              <a:buSzPts val="1400"/>
              <a:buChar char="●"/>
            </a:pPr>
            <a:r>
              <a:rPr b="1" lang="es-ES" sz="1800">
                <a:solidFill>
                  <a:srgbClr val="9ECAF2"/>
                </a:solidFill>
              </a:rPr>
              <a:t>30%</a:t>
            </a:r>
            <a:r>
              <a:rPr lang="es-ES" sz="1800">
                <a:solidFill>
                  <a:srgbClr val="9ECAF2"/>
                </a:solidFill>
              </a:rPr>
              <a:t> </a:t>
            </a:r>
            <a:r>
              <a:rPr b="1" lang="es-ES" sz="1800">
                <a:solidFill>
                  <a:srgbClr val="9ECAF2"/>
                </a:solidFill>
              </a:rPr>
              <a:t>solicitudes </a:t>
            </a:r>
            <a:r>
              <a:rPr lang="es-ES" sz="1800">
                <a:solidFill>
                  <a:schemeClr val="lt1"/>
                </a:solidFill>
              </a:rPr>
              <a:t>académicas </a:t>
            </a:r>
            <a:r>
              <a:rPr b="1" lang="es-ES" sz="1800">
                <a:solidFill>
                  <a:srgbClr val="9ECAF2"/>
                </a:solidFill>
              </a:rPr>
              <a:t>por renuncia</a:t>
            </a:r>
            <a:endParaRPr b="1" sz="1800">
              <a:solidFill>
                <a:srgbClr val="9ECAF2"/>
              </a:solidFill>
            </a:endParaRPr>
          </a:p>
          <a:p>
            <a:pPr indent="-330200" lvl="0" marL="355600" rtl="0" algn="l">
              <a:lnSpc>
                <a:spcPct val="150000"/>
              </a:lnSpc>
              <a:spcBef>
                <a:spcPts val="0"/>
              </a:spcBef>
              <a:spcAft>
                <a:spcPts val="0"/>
              </a:spcAft>
              <a:buClr>
                <a:schemeClr val="lt1"/>
              </a:buClr>
              <a:buSzPts val="1400"/>
              <a:buChar char="●"/>
            </a:pPr>
            <a:r>
              <a:rPr b="1" lang="es-ES" sz="1800">
                <a:solidFill>
                  <a:srgbClr val="9ECAF2"/>
                </a:solidFill>
              </a:rPr>
              <a:t>100% de dependencia manual</a:t>
            </a:r>
            <a:r>
              <a:rPr lang="es-ES" sz="1800">
                <a:solidFill>
                  <a:schemeClr val="lt1"/>
                </a:solidFill>
              </a:rPr>
              <a:t> para el proceso del flujo de solicitudes.</a:t>
            </a:r>
            <a:endParaRPr>
              <a:solidFill>
                <a:schemeClr val="lt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g3f8bb8eb9a8_0_455"/>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ES" sz="2800">
                <a:solidFill>
                  <a:srgbClr val="000000"/>
                </a:solidFill>
                <a:latin typeface="Arial"/>
                <a:ea typeface="Arial"/>
                <a:cs typeface="Arial"/>
                <a:sym typeface="Arial"/>
              </a:rPr>
              <a:t>Análisis Inicial</a:t>
            </a:r>
            <a:endParaRPr/>
          </a:p>
        </p:txBody>
      </p:sp>
      <p:sp>
        <p:nvSpPr>
          <p:cNvPr id="247" name="Google Shape;247;g3f8bb8eb9a8_0_455"/>
          <p:cNvSpPr txBox="1"/>
          <p:nvPr/>
        </p:nvSpPr>
        <p:spPr>
          <a:xfrm>
            <a:off x="0" y="6447600"/>
            <a:ext cx="9027600" cy="384900"/>
          </a:xfrm>
          <a:prstGeom prst="rect">
            <a:avLst/>
          </a:prstGeom>
          <a:noFill/>
          <a:ln>
            <a:noFill/>
          </a:ln>
        </p:spPr>
        <p:txBody>
          <a:bodyPr anchorCtr="0" anchor="t" bIns="121900" lIns="121900" spcFirstLastPara="1" rIns="121900" wrap="square" tIns="121900">
            <a:spAutoFit/>
          </a:bodyPr>
          <a:lstStyle/>
          <a:p>
            <a:pPr indent="0" lvl="0" marL="0" rtl="0" algn="just">
              <a:lnSpc>
                <a:spcPct val="150000"/>
              </a:lnSpc>
              <a:spcBef>
                <a:spcPts val="0"/>
              </a:spcBef>
              <a:spcAft>
                <a:spcPts val="800"/>
              </a:spcAft>
              <a:buNone/>
            </a:pPr>
            <a:r>
              <a:rPr i="1" lang="es-ES" sz="900">
                <a:solidFill>
                  <a:srgbClr val="999999"/>
                </a:solidFill>
              </a:rPr>
              <a:t> Importante: La prioridad fue definida por el impacto directo que tiene cada problema sobre la operatividad y el bienestar laboral.</a:t>
            </a:r>
            <a:endParaRPr i="1" sz="900">
              <a:solidFill>
                <a:srgbClr val="999999"/>
              </a:solidFill>
            </a:endParaRPr>
          </a:p>
        </p:txBody>
      </p:sp>
      <p:pic>
        <p:nvPicPr>
          <p:cNvPr descr="Audit, exam, survey report black icon, contract sign (proporcionado por Getty Images)" id="248" name="Google Shape;248;g3f8bb8eb9a8_0_455"/>
          <p:cNvPicPr preferRelativeResize="0"/>
          <p:nvPr/>
        </p:nvPicPr>
        <p:blipFill rotWithShape="1">
          <a:blip r:embed="rId3">
            <a:alphaModFix/>
          </a:blip>
          <a:srcRect b="13595" l="12197" r="9915" t="13434"/>
          <a:stretch/>
        </p:blipFill>
        <p:spPr>
          <a:xfrm>
            <a:off x="275743" y="5939091"/>
            <a:ext cx="485955" cy="455265"/>
          </a:xfrm>
          <a:prstGeom prst="rect">
            <a:avLst/>
          </a:prstGeom>
          <a:noFill/>
          <a:ln>
            <a:noFill/>
          </a:ln>
        </p:spPr>
      </p:pic>
      <p:sp>
        <p:nvSpPr>
          <p:cNvPr id="249" name="Google Shape;249;g3f8bb8eb9a8_0_455"/>
          <p:cNvSpPr txBox="1"/>
          <p:nvPr/>
        </p:nvSpPr>
        <p:spPr>
          <a:xfrm>
            <a:off x="464971" y="1216017"/>
            <a:ext cx="2776800" cy="446400"/>
          </a:xfrm>
          <a:prstGeom prst="rect">
            <a:avLst/>
          </a:prstGeom>
          <a:noFill/>
          <a:ln>
            <a:noFill/>
          </a:ln>
        </p:spPr>
        <p:txBody>
          <a:bodyPr anchorCtr="0" anchor="t" bIns="121900" lIns="121900" spcFirstLastPara="1" rIns="121900" wrap="square" tIns="121900">
            <a:spAutoFit/>
          </a:bodyPr>
          <a:lstStyle/>
          <a:p>
            <a:pPr indent="0" lvl="0" marL="0" rtl="0" algn="just">
              <a:lnSpc>
                <a:spcPct val="150000"/>
              </a:lnSpc>
              <a:spcBef>
                <a:spcPts val="1600"/>
              </a:spcBef>
              <a:spcAft>
                <a:spcPts val="1600"/>
              </a:spcAft>
              <a:buNone/>
            </a:pPr>
            <a:r>
              <a:rPr lang="es-ES" sz="1300">
                <a:solidFill>
                  <a:srgbClr val="666666"/>
                </a:solidFill>
              </a:rPr>
              <a:t>Técnicas de Levantamiento:</a:t>
            </a:r>
            <a:endParaRPr sz="1300">
              <a:solidFill>
                <a:srgbClr val="666666"/>
              </a:solidFill>
            </a:endParaRPr>
          </a:p>
        </p:txBody>
      </p:sp>
      <p:grpSp>
        <p:nvGrpSpPr>
          <p:cNvPr id="250" name="Google Shape;250;g3f8bb8eb9a8_0_455"/>
          <p:cNvGrpSpPr/>
          <p:nvPr/>
        </p:nvGrpSpPr>
        <p:grpSpPr>
          <a:xfrm>
            <a:off x="459030" y="2015425"/>
            <a:ext cx="9734304" cy="975576"/>
            <a:chOff x="710674" y="1323164"/>
            <a:chExt cx="7300911" cy="731700"/>
          </a:xfrm>
        </p:grpSpPr>
        <p:sp>
          <p:nvSpPr>
            <p:cNvPr id="251" name="Google Shape;251;g3f8bb8eb9a8_0_455"/>
            <p:cNvSpPr txBox="1"/>
            <p:nvPr/>
          </p:nvSpPr>
          <p:spPr>
            <a:xfrm>
              <a:off x="710674" y="1373350"/>
              <a:ext cx="2004300" cy="629700"/>
            </a:xfrm>
            <a:prstGeom prst="rect">
              <a:avLst/>
            </a:prstGeom>
            <a:noFill/>
            <a:ln>
              <a:noFill/>
            </a:ln>
          </p:spPr>
          <p:txBody>
            <a:bodyPr anchorCtr="0" anchor="ctr" bIns="60925" lIns="121900" spcFirstLastPara="1" rIns="121900" wrap="square" tIns="60925">
              <a:noAutofit/>
            </a:bodyPr>
            <a:lstStyle/>
            <a:p>
              <a:pPr indent="0" lvl="0" marL="0" rtl="0" algn="l">
                <a:lnSpc>
                  <a:spcPct val="90000"/>
                </a:lnSpc>
                <a:spcBef>
                  <a:spcPts val="0"/>
                </a:spcBef>
                <a:spcAft>
                  <a:spcPts val="0"/>
                </a:spcAft>
                <a:buNone/>
              </a:pPr>
              <a:r>
                <a:rPr lang="es-ES" sz="3700">
                  <a:solidFill>
                    <a:srgbClr val="0942A1"/>
                  </a:solidFill>
                  <a:latin typeface="Roboto Medium"/>
                  <a:ea typeface="Roboto Medium"/>
                  <a:cs typeface="Roboto Medium"/>
                  <a:sym typeface="Roboto Medium"/>
                </a:rPr>
                <a:t>Entrevistas</a:t>
              </a:r>
              <a:r>
                <a:rPr lang="es-ES" sz="5900">
                  <a:solidFill>
                    <a:srgbClr val="0942A1"/>
                  </a:solidFill>
                  <a:latin typeface="Roboto Medium"/>
                  <a:ea typeface="Roboto Medium"/>
                  <a:cs typeface="Roboto Medium"/>
                  <a:sym typeface="Roboto Medium"/>
                </a:rPr>
                <a:t> </a:t>
              </a:r>
              <a:endParaRPr sz="5900">
                <a:solidFill>
                  <a:srgbClr val="0942A1"/>
                </a:solidFill>
                <a:latin typeface="Roboto Medium"/>
                <a:ea typeface="Roboto Medium"/>
                <a:cs typeface="Roboto Medium"/>
                <a:sym typeface="Roboto Medium"/>
              </a:endParaRPr>
            </a:p>
          </p:txBody>
        </p:sp>
        <p:sp>
          <p:nvSpPr>
            <p:cNvPr id="252" name="Google Shape;252;g3f8bb8eb9a8_0_455"/>
            <p:cNvSpPr/>
            <p:nvPr/>
          </p:nvSpPr>
          <p:spPr>
            <a:xfrm>
              <a:off x="2789785" y="1323164"/>
              <a:ext cx="5221800" cy="731700"/>
            </a:xfrm>
            <a:prstGeom prst="rect">
              <a:avLst/>
            </a:prstGeom>
            <a:solidFill>
              <a:srgbClr val="0942A1"/>
            </a:solidFill>
            <a:ln>
              <a:noFill/>
            </a:ln>
          </p:spPr>
          <p:txBody>
            <a:bodyPr anchorCtr="0" anchor="ctr" bIns="60925" lIns="121900" spcFirstLastPara="1" rIns="121900" wrap="square" tIns="60925">
              <a:noAutofit/>
            </a:bodyPr>
            <a:lstStyle/>
            <a:p>
              <a:pPr indent="0" lvl="0" marL="0" rtl="0" algn="l">
                <a:spcBef>
                  <a:spcPts val="0"/>
                </a:spcBef>
                <a:spcAft>
                  <a:spcPts val="0"/>
                </a:spcAft>
                <a:buNone/>
              </a:pPr>
              <a:r>
                <a:t/>
              </a:r>
              <a:endParaRPr/>
            </a:p>
          </p:txBody>
        </p:sp>
        <p:sp>
          <p:nvSpPr>
            <p:cNvPr id="253" name="Google Shape;253;g3f8bb8eb9a8_0_455"/>
            <p:cNvSpPr txBox="1"/>
            <p:nvPr/>
          </p:nvSpPr>
          <p:spPr>
            <a:xfrm>
              <a:off x="2914389" y="1407440"/>
              <a:ext cx="4765800" cy="575400"/>
            </a:xfrm>
            <a:prstGeom prst="rect">
              <a:avLst/>
            </a:prstGeom>
            <a:noFill/>
            <a:ln>
              <a:noFill/>
            </a:ln>
          </p:spPr>
          <p:txBody>
            <a:bodyPr anchorCtr="0" anchor="ctr" bIns="60925" lIns="121900" spcFirstLastPara="1" rIns="121900" wrap="square" tIns="60925">
              <a:noAutofit/>
            </a:bodyPr>
            <a:lstStyle/>
            <a:p>
              <a:pPr indent="0" lvl="0" marL="0" rtl="0" algn="l">
                <a:lnSpc>
                  <a:spcPct val="115000"/>
                </a:lnSpc>
                <a:spcBef>
                  <a:spcPts val="0"/>
                </a:spcBef>
                <a:spcAft>
                  <a:spcPts val="0"/>
                </a:spcAft>
                <a:buNone/>
              </a:pPr>
              <a:r>
                <a:rPr lang="es-ES" sz="1900">
                  <a:solidFill>
                    <a:srgbClr val="FFFFFF"/>
                  </a:solidFill>
                  <a:latin typeface="Roboto"/>
                  <a:ea typeface="Roboto"/>
                  <a:cs typeface="Roboto"/>
                  <a:sym typeface="Roboto"/>
                </a:rPr>
                <a:t>Sesión con directora para obtener una visión estratégica y operativa.</a:t>
              </a:r>
              <a:endParaRPr sz="1900">
                <a:solidFill>
                  <a:srgbClr val="FFFFFF"/>
                </a:solidFill>
                <a:latin typeface="Roboto"/>
                <a:ea typeface="Roboto"/>
                <a:cs typeface="Roboto"/>
                <a:sym typeface="Roboto"/>
              </a:endParaRPr>
            </a:p>
          </p:txBody>
        </p:sp>
      </p:grpSp>
      <p:grpSp>
        <p:nvGrpSpPr>
          <p:cNvPr id="254" name="Google Shape;254;g3f8bb8eb9a8_0_455"/>
          <p:cNvGrpSpPr/>
          <p:nvPr/>
        </p:nvGrpSpPr>
        <p:grpSpPr>
          <a:xfrm>
            <a:off x="459037" y="3194543"/>
            <a:ext cx="9252312" cy="975576"/>
            <a:chOff x="710680" y="2207525"/>
            <a:chExt cx="6939407" cy="731700"/>
          </a:xfrm>
        </p:grpSpPr>
        <p:sp>
          <p:nvSpPr>
            <p:cNvPr id="255" name="Google Shape;255;g3f8bb8eb9a8_0_455"/>
            <p:cNvSpPr txBox="1"/>
            <p:nvPr/>
          </p:nvSpPr>
          <p:spPr>
            <a:xfrm>
              <a:off x="710680" y="2257725"/>
              <a:ext cx="2004600" cy="629700"/>
            </a:xfrm>
            <a:prstGeom prst="rect">
              <a:avLst/>
            </a:prstGeom>
            <a:noFill/>
            <a:ln>
              <a:noFill/>
            </a:ln>
          </p:spPr>
          <p:txBody>
            <a:bodyPr anchorCtr="0" anchor="ctr" bIns="60925" lIns="121900" spcFirstLastPara="1" rIns="121900" wrap="square" tIns="60925">
              <a:noAutofit/>
            </a:bodyPr>
            <a:lstStyle/>
            <a:p>
              <a:pPr indent="0" lvl="0" marL="0" rtl="0" algn="l">
                <a:lnSpc>
                  <a:spcPct val="90000"/>
                </a:lnSpc>
                <a:spcBef>
                  <a:spcPts val="0"/>
                </a:spcBef>
                <a:spcAft>
                  <a:spcPts val="0"/>
                </a:spcAft>
                <a:buNone/>
              </a:pPr>
              <a:r>
                <a:rPr lang="es-ES" sz="3200">
                  <a:solidFill>
                    <a:srgbClr val="0C57D3"/>
                  </a:solidFill>
                  <a:latin typeface="Roboto Medium"/>
                  <a:ea typeface="Roboto Medium"/>
                  <a:cs typeface="Roboto Medium"/>
                  <a:sym typeface="Roboto Medium"/>
                </a:rPr>
                <a:t>Shadowing</a:t>
              </a:r>
              <a:endParaRPr sz="3200">
                <a:solidFill>
                  <a:srgbClr val="0C57D3"/>
                </a:solidFill>
                <a:latin typeface="Roboto Medium"/>
                <a:ea typeface="Roboto Medium"/>
                <a:cs typeface="Roboto Medium"/>
                <a:sym typeface="Roboto Medium"/>
              </a:endParaRPr>
            </a:p>
          </p:txBody>
        </p:sp>
        <p:sp>
          <p:nvSpPr>
            <p:cNvPr id="256" name="Google Shape;256;g3f8bb8eb9a8_0_455"/>
            <p:cNvSpPr/>
            <p:nvPr/>
          </p:nvSpPr>
          <p:spPr>
            <a:xfrm>
              <a:off x="2789787" y="2207525"/>
              <a:ext cx="4860300" cy="731700"/>
            </a:xfrm>
            <a:prstGeom prst="rect">
              <a:avLst/>
            </a:prstGeom>
            <a:solidFill>
              <a:srgbClr val="0C57D3"/>
            </a:solidFill>
            <a:ln>
              <a:noFill/>
            </a:ln>
          </p:spPr>
          <p:txBody>
            <a:bodyPr anchorCtr="0" anchor="ctr" bIns="60925" lIns="121900" spcFirstLastPara="1" rIns="121900" wrap="square" tIns="60925">
              <a:noAutofit/>
            </a:bodyPr>
            <a:lstStyle/>
            <a:p>
              <a:pPr indent="0" lvl="0" marL="0" rtl="0" algn="l">
                <a:spcBef>
                  <a:spcPts val="0"/>
                </a:spcBef>
                <a:spcAft>
                  <a:spcPts val="0"/>
                </a:spcAft>
                <a:buNone/>
              </a:pPr>
              <a:r>
                <a:t/>
              </a:r>
              <a:endParaRPr/>
            </a:p>
          </p:txBody>
        </p:sp>
        <p:sp>
          <p:nvSpPr>
            <p:cNvPr id="257" name="Google Shape;257;g3f8bb8eb9a8_0_455"/>
            <p:cNvSpPr txBox="1"/>
            <p:nvPr/>
          </p:nvSpPr>
          <p:spPr>
            <a:xfrm>
              <a:off x="2914387" y="2414096"/>
              <a:ext cx="4373100" cy="330600"/>
            </a:xfrm>
            <a:prstGeom prst="rect">
              <a:avLst/>
            </a:prstGeom>
            <a:noFill/>
            <a:ln>
              <a:noFill/>
            </a:ln>
          </p:spPr>
          <p:txBody>
            <a:bodyPr anchorCtr="0" anchor="ctr" bIns="60925" lIns="121900" spcFirstLastPara="1" rIns="121900" wrap="square" tIns="60925">
              <a:noAutofit/>
            </a:bodyPr>
            <a:lstStyle/>
            <a:p>
              <a:pPr indent="0" lvl="0" marL="0" rtl="0" algn="l">
                <a:lnSpc>
                  <a:spcPct val="115000"/>
                </a:lnSpc>
                <a:spcBef>
                  <a:spcPts val="0"/>
                </a:spcBef>
                <a:spcAft>
                  <a:spcPts val="0"/>
                </a:spcAft>
                <a:buNone/>
              </a:pPr>
              <a:r>
                <a:rPr lang="es-ES" sz="1900">
                  <a:solidFill>
                    <a:srgbClr val="FFFFFF"/>
                  </a:solidFill>
                  <a:latin typeface="Roboto"/>
                  <a:ea typeface="Roboto"/>
                  <a:cs typeface="Roboto"/>
                  <a:sym typeface="Roboto"/>
                </a:rPr>
                <a:t>Observación en tiempo real del proceso manual de gestión de solicitudes</a:t>
              </a:r>
              <a:endParaRPr sz="1900">
                <a:solidFill>
                  <a:srgbClr val="FFFFFF"/>
                </a:solidFill>
                <a:latin typeface="Roboto"/>
                <a:ea typeface="Roboto"/>
                <a:cs typeface="Roboto"/>
                <a:sym typeface="Roboto"/>
              </a:endParaRPr>
            </a:p>
          </p:txBody>
        </p:sp>
      </p:grpSp>
      <p:grpSp>
        <p:nvGrpSpPr>
          <p:cNvPr id="258" name="Google Shape;258;g3f8bb8eb9a8_0_455"/>
          <p:cNvGrpSpPr/>
          <p:nvPr/>
        </p:nvGrpSpPr>
        <p:grpSpPr>
          <a:xfrm>
            <a:off x="459038" y="4369314"/>
            <a:ext cx="8768723" cy="975576"/>
            <a:chOff x="710681" y="3088625"/>
            <a:chExt cx="6576707" cy="731700"/>
          </a:xfrm>
        </p:grpSpPr>
        <p:sp>
          <p:nvSpPr>
            <p:cNvPr id="259" name="Google Shape;259;g3f8bb8eb9a8_0_455"/>
            <p:cNvSpPr txBox="1"/>
            <p:nvPr/>
          </p:nvSpPr>
          <p:spPr>
            <a:xfrm>
              <a:off x="710681" y="3138828"/>
              <a:ext cx="2004300" cy="629700"/>
            </a:xfrm>
            <a:prstGeom prst="rect">
              <a:avLst/>
            </a:prstGeom>
            <a:noFill/>
            <a:ln>
              <a:noFill/>
            </a:ln>
          </p:spPr>
          <p:txBody>
            <a:bodyPr anchorCtr="0" anchor="ctr" bIns="60925" lIns="121900" spcFirstLastPara="1" rIns="121900" wrap="square" tIns="60925">
              <a:noAutofit/>
            </a:bodyPr>
            <a:lstStyle/>
            <a:p>
              <a:pPr indent="0" lvl="0" marL="0" rtl="0" algn="l">
                <a:lnSpc>
                  <a:spcPct val="90000"/>
                </a:lnSpc>
                <a:spcBef>
                  <a:spcPts val="0"/>
                </a:spcBef>
                <a:spcAft>
                  <a:spcPts val="0"/>
                </a:spcAft>
                <a:buNone/>
              </a:pPr>
              <a:r>
                <a:rPr lang="es-ES" sz="3200">
                  <a:solidFill>
                    <a:srgbClr val="0D5CDF"/>
                  </a:solidFill>
                  <a:latin typeface="Roboto Medium"/>
                  <a:ea typeface="Roboto Medium"/>
                  <a:cs typeface="Roboto Medium"/>
                  <a:sym typeface="Roboto Medium"/>
                </a:rPr>
                <a:t>Documentos</a:t>
              </a:r>
              <a:endParaRPr sz="3200">
                <a:solidFill>
                  <a:srgbClr val="0D5CDF"/>
                </a:solidFill>
                <a:latin typeface="Roboto Medium"/>
                <a:ea typeface="Roboto Medium"/>
                <a:cs typeface="Roboto Medium"/>
                <a:sym typeface="Roboto Medium"/>
              </a:endParaRPr>
            </a:p>
          </p:txBody>
        </p:sp>
        <p:sp>
          <p:nvSpPr>
            <p:cNvPr id="260" name="Google Shape;260;g3f8bb8eb9a8_0_455"/>
            <p:cNvSpPr/>
            <p:nvPr/>
          </p:nvSpPr>
          <p:spPr>
            <a:xfrm>
              <a:off x="2789787" y="3088625"/>
              <a:ext cx="4497600" cy="731700"/>
            </a:xfrm>
            <a:prstGeom prst="rect">
              <a:avLst/>
            </a:prstGeom>
            <a:solidFill>
              <a:srgbClr val="0D5CDF"/>
            </a:solidFill>
            <a:ln>
              <a:noFill/>
            </a:ln>
          </p:spPr>
          <p:txBody>
            <a:bodyPr anchorCtr="0" anchor="ctr" bIns="60925" lIns="121900" spcFirstLastPara="1" rIns="121900" wrap="square" tIns="60925">
              <a:noAutofit/>
            </a:bodyPr>
            <a:lstStyle/>
            <a:p>
              <a:pPr indent="0" lvl="0" marL="0" rtl="0" algn="l">
                <a:spcBef>
                  <a:spcPts val="0"/>
                </a:spcBef>
                <a:spcAft>
                  <a:spcPts val="0"/>
                </a:spcAft>
                <a:buNone/>
              </a:pPr>
              <a:r>
                <a:t/>
              </a:r>
              <a:endParaRPr/>
            </a:p>
          </p:txBody>
        </p:sp>
        <p:sp>
          <p:nvSpPr>
            <p:cNvPr id="261" name="Google Shape;261;g3f8bb8eb9a8_0_455"/>
            <p:cNvSpPr txBox="1"/>
            <p:nvPr/>
          </p:nvSpPr>
          <p:spPr>
            <a:xfrm>
              <a:off x="2914388" y="3295180"/>
              <a:ext cx="3849900" cy="330600"/>
            </a:xfrm>
            <a:prstGeom prst="rect">
              <a:avLst/>
            </a:prstGeom>
            <a:noFill/>
            <a:ln>
              <a:noFill/>
            </a:ln>
          </p:spPr>
          <p:txBody>
            <a:bodyPr anchorCtr="0" anchor="ctr" bIns="60925" lIns="121900" spcFirstLastPara="1" rIns="121900" wrap="square" tIns="60925">
              <a:noAutofit/>
            </a:bodyPr>
            <a:lstStyle/>
            <a:p>
              <a:pPr indent="0" lvl="0" marL="0" rtl="0" algn="l">
                <a:lnSpc>
                  <a:spcPct val="115000"/>
                </a:lnSpc>
                <a:spcBef>
                  <a:spcPts val="0"/>
                </a:spcBef>
                <a:spcAft>
                  <a:spcPts val="0"/>
                </a:spcAft>
                <a:buNone/>
              </a:pPr>
              <a:r>
                <a:rPr lang="es-ES" sz="1900">
                  <a:solidFill>
                    <a:srgbClr val="FFFFFF"/>
                  </a:solidFill>
                  <a:latin typeface="Roboto"/>
                  <a:ea typeface="Roboto"/>
                  <a:cs typeface="Roboto"/>
                  <a:sym typeface="Roboto"/>
                </a:rPr>
                <a:t>Análisis en la plataforma CRM para analizar flujo del proceso y estimar volúmenes</a:t>
              </a:r>
              <a:endParaRPr sz="1900">
                <a:solidFill>
                  <a:srgbClr val="FFFFFF"/>
                </a:solidFill>
                <a:latin typeface="Roboto"/>
                <a:ea typeface="Roboto"/>
                <a:cs typeface="Roboto"/>
                <a:sym typeface="Roboto"/>
              </a:endParaRPr>
            </a:p>
          </p:txBody>
        </p:sp>
      </p:grpSp>
      <p:pic>
        <p:nvPicPr>
          <p:cNvPr descr="Job Meeting, Interview Icon (proporcionado por Getty Images)" id="262" name="Google Shape;262;g3f8bb8eb9a8_0_455"/>
          <p:cNvPicPr preferRelativeResize="0"/>
          <p:nvPr/>
        </p:nvPicPr>
        <p:blipFill rotWithShape="1">
          <a:blip r:embed="rId4">
            <a:alphaModFix/>
          </a:blip>
          <a:srcRect b="19990" l="8997" r="11939" t="15941"/>
          <a:stretch/>
        </p:blipFill>
        <p:spPr>
          <a:xfrm>
            <a:off x="10237575" y="1958975"/>
            <a:ext cx="1203983" cy="975575"/>
          </a:xfrm>
          <a:prstGeom prst="rect">
            <a:avLst/>
          </a:prstGeom>
          <a:noFill/>
          <a:ln>
            <a:noFill/>
          </a:ln>
        </p:spPr>
      </p:pic>
      <p:pic>
        <p:nvPicPr>
          <p:cNvPr descr="Documents archive line icon. Files vector illustration isolated on white. Paper sheets outline style design, designed for web and app. Eps 10. (proporcionado por Getty Images)" id="263" name="Google Shape;263;g3f8bb8eb9a8_0_455"/>
          <p:cNvPicPr preferRelativeResize="0"/>
          <p:nvPr/>
        </p:nvPicPr>
        <p:blipFill rotWithShape="1">
          <a:blip r:embed="rId5">
            <a:alphaModFix/>
          </a:blip>
          <a:srcRect b="3404" l="5347" r="10978" t="2832"/>
          <a:stretch/>
        </p:blipFill>
        <p:spPr>
          <a:xfrm>
            <a:off x="9471450" y="4369325"/>
            <a:ext cx="870605" cy="975575"/>
          </a:xfrm>
          <a:prstGeom prst="rect">
            <a:avLst/>
          </a:prstGeom>
          <a:noFill/>
          <a:ln>
            <a:noFill/>
          </a:ln>
        </p:spPr>
      </p:pic>
      <p:pic>
        <p:nvPicPr>
          <p:cNvPr descr="Web Visibility icon / gray color (proporcionado por Getty Images)" id="264" name="Google Shape;264;g3f8bb8eb9a8_0_455"/>
          <p:cNvPicPr preferRelativeResize="0"/>
          <p:nvPr/>
        </p:nvPicPr>
        <p:blipFill rotWithShape="1">
          <a:blip r:embed="rId6">
            <a:alphaModFix/>
          </a:blip>
          <a:srcRect b="16297" l="0" r="0" t="14675"/>
          <a:stretch/>
        </p:blipFill>
        <p:spPr>
          <a:xfrm>
            <a:off x="9870400" y="3194550"/>
            <a:ext cx="1120573" cy="91912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g3f8bb8eb9a8_0_2029"/>
          <p:cNvSpPr/>
          <p:nvPr/>
        </p:nvSpPr>
        <p:spPr>
          <a:xfrm>
            <a:off x="508275" y="1833600"/>
            <a:ext cx="5465700" cy="4579800"/>
          </a:xfrm>
          <a:prstGeom prst="roundRect">
            <a:avLst>
              <a:gd fmla="val 16667" name="adj"/>
            </a:avLst>
          </a:prstGeom>
          <a:noFill/>
          <a:ln cap="flat" cmpd="sng" w="19050">
            <a:solidFill>
              <a:srgbClr val="FF9900"/>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Franklin Gothic"/>
              <a:ea typeface="Franklin Gothic"/>
              <a:cs typeface="Franklin Gothic"/>
              <a:sym typeface="Franklin Gothic"/>
            </a:endParaRPr>
          </a:p>
        </p:txBody>
      </p:sp>
      <p:sp>
        <p:nvSpPr>
          <p:cNvPr id="270" name="Google Shape;270;g3f8bb8eb9a8_0_2029"/>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ES" sz="2800">
                <a:solidFill>
                  <a:srgbClr val="000000"/>
                </a:solidFill>
                <a:latin typeface="Arial"/>
                <a:ea typeface="Arial"/>
                <a:cs typeface="Arial"/>
                <a:sym typeface="Arial"/>
              </a:rPr>
              <a:t>Factibilidad </a:t>
            </a:r>
            <a:endParaRPr/>
          </a:p>
        </p:txBody>
      </p:sp>
      <p:pic>
        <p:nvPicPr>
          <p:cNvPr id="271" name="Google Shape;271;g3f8bb8eb9a8_0_2029"/>
          <p:cNvPicPr preferRelativeResize="0"/>
          <p:nvPr/>
        </p:nvPicPr>
        <p:blipFill>
          <a:blip r:embed="rId3">
            <a:alphaModFix/>
          </a:blip>
          <a:stretch>
            <a:fillRect/>
          </a:stretch>
        </p:blipFill>
        <p:spPr>
          <a:xfrm>
            <a:off x="6306975" y="963900"/>
            <a:ext cx="5167200" cy="5046600"/>
          </a:xfrm>
          <a:prstGeom prst="rect">
            <a:avLst/>
          </a:prstGeom>
          <a:noFill/>
          <a:ln>
            <a:noFill/>
          </a:ln>
        </p:spPr>
      </p:pic>
      <p:sp>
        <p:nvSpPr>
          <p:cNvPr id="272" name="Google Shape;272;g3f8bb8eb9a8_0_2029"/>
          <p:cNvSpPr txBox="1"/>
          <p:nvPr/>
        </p:nvSpPr>
        <p:spPr>
          <a:xfrm>
            <a:off x="790475" y="2069575"/>
            <a:ext cx="5097600" cy="4150800"/>
          </a:xfrm>
          <a:prstGeom prst="rect">
            <a:avLst/>
          </a:prstGeom>
          <a:noFill/>
          <a:ln>
            <a:noFill/>
          </a:ln>
        </p:spPr>
        <p:txBody>
          <a:bodyPr anchorCtr="0" anchor="t" bIns="121900" lIns="121900" spcFirstLastPara="1" rIns="121900" wrap="square" tIns="121900">
            <a:spAutoFit/>
          </a:bodyPr>
          <a:lstStyle/>
          <a:p>
            <a:pPr indent="0" lvl="0" marL="0" rtl="0" algn="l">
              <a:lnSpc>
                <a:spcPct val="150000"/>
              </a:lnSpc>
              <a:spcBef>
                <a:spcPts val="2400"/>
              </a:spcBef>
              <a:spcAft>
                <a:spcPts val="0"/>
              </a:spcAft>
              <a:buNone/>
            </a:pPr>
            <a:r>
              <a:rPr b="1" lang="es-ES" sz="1900" u="sng">
                <a:solidFill>
                  <a:srgbClr val="1F497D"/>
                </a:solidFill>
                <a:latin typeface="Roboto"/>
                <a:ea typeface="Roboto"/>
                <a:cs typeface="Roboto"/>
                <a:sym typeface="Roboto"/>
              </a:rPr>
              <a:t>Características del Proyecto:</a:t>
            </a:r>
            <a:endParaRPr b="1" sz="1900" u="sng">
              <a:solidFill>
                <a:srgbClr val="1F497D"/>
              </a:solidFill>
              <a:latin typeface="Roboto"/>
              <a:ea typeface="Roboto"/>
              <a:cs typeface="Roboto"/>
              <a:sym typeface="Roboto"/>
            </a:endParaRPr>
          </a:p>
          <a:p>
            <a:pPr indent="-349250" lvl="0" marL="457200" rtl="0" algn="l">
              <a:lnSpc>
                <a:spcPct val="150000"/>
              </a:lnSpc>
              <a:spcBef>
                <a:spcPts val="800"/>
              </a:spcBef>
              <a:spcAft>
                <a:spcPts val="0"/>
              </a:spcAft>
              <a:buClr>
                <a:srgbClr val="1F497D"/>
              </a:buClr>
              <a:buSzPts val="1900"/>
              <a:buFont typeface="Roboto"/>
              <a:buChar char="●"/>
            </a:pPr>
            <a:r>
              <a:rPr lang="es-ES" sz="1900">
                <a:solidFill>
                  <a:srgbClr val="1F497D"/>
                </a:solidFill>
                <a:latin typeface="Roboto"/>
                <a:ea typeface="Roboto"/>
                <a:cs typeface="Roboto"/>
                <a:sym typeface="Roboto"/>
              </a:rPr>
              <a:t>Trazabilidad en tiempo real</a:t>
            </a:r>
            <a:endParaRPr sz="1900">
              <a:solidFill>
                <a:srgbClr val="1F497D"/>
              </a:solidFill>
              <a:latin typeface="Roboto"/>
              <a:ea typeface="Roboto"/>
              <a:cs typeface="Roboto"/>
              <a:sym typeface="Roboto"/>
            </a:endParaRPr>
          </a:p>
          <a:p>
            <a:pPr indent="-349250" lvl="0" marL="457200" rtl="0" algn="l">
              <a:lnSpc>
                <a:spcPct val="150000"/>
              </a:lnSpc>
              <a:spcBef>
                <a:spcPts val="0"/>
              </a:spcBef>
              <a:spcAft>
                <a:spcPts val="0"/>
              </a:spcAft>
              <a:buClr>
                <a:srgbClr val="1F497D"/>
              </a:buClr>
              <a:buSzPts val="1900"/>
              <a:buFont typeface="Roboto"/>
              <a:buChar char="●"/>
            </a:pPr>
            <a:r>
              <a:rPr lang="es-ES" sz="1900">
                <a:solidFill>
                  <a:srgbClr val="1F497D"/>
                </a:solidFill>
                <a:latin typeface="Roboto"/>
                <a:ea typeface="Roboto"/>
                <a:cs typeface="Roboto"/>
                <a:sym typeface="Roboto"/>
              </a:rPr>
              <a:t>Compatibilidad con dispositivos y herramientas</a:t>
            </a:r>
            <a:endParaRPr sz="1900">
              <a:solidFill>
                <a:srgbClr val="1F497D"/>
              </a:solidFill>
              <a:latin typeface="Roboto"/>
              <a:ea typeface="Roboto"/>
              <a:cs typeface="Roboto"/>
              <a:sym typeface="Roboto"/>
            </a:endParaRPr>
          </a:p>
          <a:p>
            <a:pPr indent="-349250" lvl="0" marL="457200" rtl="0" algn="l">
              <a:lnSpc>
                <a:spcPct val="150000"/>
              </a:lnSpc>
              <a:spcBef>
                <a:spcPts val="0"/>
              </a:spcBef>
              <a:spcAft>
                <a:spcPts val="0"/>
              </a:spcAft>
              <a:buClr>
                <a:srgbClr val="1F497D"/>
              </a:buClr>
              <a:buSzPts val="1900"/>
              <a:buFont typeface="Roboto"/>
              <a:buChar char="●"/>
            </a:pPr>
            <a:r>
              <a:rPr lang="es-ES" sz="1900">
                <a:solidFill>
                  <a:srgbClr val="1F497D"/>
                </a:solidFill>
                <a:latin typeface="Roboto"/>
                <a:ea typeface="Roboto"/>
                <a:cs typeface="Roboto"/>
                <a:sym typeface="Roboto"/>
              </a:rPr>
              <a:t>Escalabilidad y adaptabilidad</a:t>
            </a:r>
            <a:endParaRPr sz="1900">
              <a:solidFill>
                <a:srgbClr val="1F497D"/>
              </a:solidFill>
              <a:latin typeface="Roboto"/>
              <a:ea typeface="Roboto"/>
              <a:cs typeface="Roboto"/>
              <a:sym typeface="Roboto"/>
            </a:endParaRPr>
          </a:p>
          <a:p>
            <a:pPr indent="-349250" lvl="0" marL="457200" rtl="0" algn="l">
              <a:lnSpc>
                <a:spcPct val="150000"/>
              </a:lnSpc>
              <a:spcBef>
                <a:spcPts val="0"/>
              </a:spcBef>
              <a:spcAft>
                <a:spcPts val="0"/>
              </a:spcAft>
              <a:buClr>
                <a:srgbClr val="1F497D"/>
              </a:buClr>
              <a:buSzPts val="1900"/>
              <a:buFont typeface="Roboto"/>
              <a:buChar char="●"/>
            </a:pPr>
            <a:r>
              <a:rPr lang="es-ES" sz="1900">
                <a:solidFill>
                  <a:srgbClr val="1F497D"/>
                </a:solidFill>
                <a:latin typeface="Roboto"/>
                <a:ea typeface="Roboto"/>
                <a:cs typeface="Roboto"/>
                <a:sym typeface="Roboto"/>
              </a:rPr>
              <a:t>Gestión automática de excepciones</a:t>
            </a:r>
            <a:endParaRPr sz="1900">
              <a:solidFill>
                <a:srgbClr val="1F497D"/>
              </a:solidFill>
              <a:latin typeface="Roboto"/>
              <a:ea typeface="Roboto"/>
              <a:cs typeface="Roboto"/>
              <a:sym typeface="Roboto"/>
            </a:endParaRPr>
          </a:p>
          <a:p>
            <a:pPr indent="-349250" lvl="0" marL="457200" rtl="0" algn="l">
              <a:lnSpc>
                <a:spcPct val="150000"/>
              </a:lnSpc>
              <a:spcBef>
                <a:spcPts val="0"/>
              </a:spcBef>
              <a:spcAft>
                <a:spcPts val="0"/>
              </a:spcAft>
              <a:buClr>
                <a:srgbClr val="1F497D"/>
              </a:buClr>
              <a:buSzPts val="1900"/>
              <a:buFont typeface="Roboto"/>
              <a:buChar char="●"/>
            </a:pPr>
            <a:r>
              <a:rPr lang="es-ES" sz="1900">
                <a:solidFill>
                  <a:srgbClr val="1F497D"/>
                </a:solidFill>
                <a:latin typeface="Roboto"/>
                <a:ea typeface="Roboto"/>
                <a:cs typeface="Roboto"/>
                <a:sym typeface="Roboto"/>
              </a:rPr>
              <a:t>Disponibilidad operativa</a:t>
            </a:r>
            <a:endParaRPr sz="1900">
              <a:solidFill>
                <a:srgbClr val="1F497D"/>
              </a:solidFill>
              <a:latin typeface="Roboto"/>
              <a:ea typeface="Roboto"/>
              <a:cs typeface="Roboto"/>
              <a:sym typeface="Roboto"/>
            </a:endParaRPr>
          </a:p>
          <a:p>
            <a:pPr indent="-349250" lvl="0" marL="457200" rtl="0" algn="l">
              <a:lnSpc>
                <a:spcPct val="150000"/>
              </a:lnSpc>
              <a:spcBef>
                <a:spcPts val="0"/>
              </a:spcBef>
              <a:spcAft>
                <a:spcPts val="0"/>
              </a:spcAft>
              <a:buClr>
                <a:srgbClr val="1F497D"/>
              </a:buClr>
              <a:buSzPts val="1900"/>
              <a:buFont typeface="Roboto"/>
              <a:buChar char="●"/>
            </a:pPr>
            <a:r>
              <a:rPr lang="es-ES" sz="1900">
                <a:solidFill>
                  <a:srgbClr val="1F497D"/>
                </a:solidFill>
                <a:latin typeface="Roboto"/>
                <a:ea typeface="Roboto"/>
                <a:cs typeface="Roboto"/>
                <a:sym typeface="Roboto"/>
              </a:rPr>
              <a:t>Seguridad de datos</a:t>
            </a:r>
            <a:endParaRPr sz="1900">
              <a:solidFill>
                <a:srgbClr val="1F497D"/>
              </a:solidFill>
              <a:latin typeface="Roboto"/>
              <a:ea typeface="Roboto"/>
              <a:cs typeface="Roboto"/>
              <a:sym typeface="Roboto"/>
            </a:endParaRPr>
          </a:p>
          <a:p>
            <a:pPr indent="-349250" lvl="0" marL="457200" rtl="0" algn="l">
              <a:lnSpc>
                <a:spcPct val="150000"/>
              </a:lnSpc>
              <a:spcBef>
                <a:spcPts val="0"/>
              </a:spcBef>
              <a:spcAft>
                <a:spcPts val="0"/>
              </a:spcAft>
              <a:buClr>
                <a:srgbClr val="1F497D"/>
              </a:buClr>
              <a:buSzPts val="1900"/>
              <a:buFont typeface="Roboto"/>
              <a:buChar char="●"/>
            </a:pPr>
            <a:r>
              <a:rPr lang="es-ES" sz="1900">
                <a:solidFill>
                  <a:srgbClr val="1F497D"/>
                </a:solidFill>
                <a:latin typeface="Roboto"/>
                <a:ea typeface="Roboto"/>
                <a:cs typeface="Roboto"/>
                <a:sym typeface="Roboto"/>
              </a:rPr>
              <a:t>Cumplimiento normativo</a:t>
            </a:r>
            <a:endParaRPr sz="1900">
              <a:solidFill>
                <a:srgbClr val="1F497D"/>
              </a:solidFill>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graphicFrame>
        <p:nvGraphicFramePr>
          <p:cNvPr id="277" name="Google Shape;277;p50"/>
          <p:cNvGraphicFramePr/>
          <p:nvPr/>
        </p:nvGraphicFramePr>
        <p:xfrm>
          <a:off x="5030725" y="2312300"/>
          <a:ext cx="3000000" cy="3000000"/>
        </p:xfrm>
        <a:graphic>
          <a:graphicData uri="http://schemas.openxmlformats.org/drawingml/2006/table">
            <a:tbl>
              <a:tblPr>
                <a:noFill/>
                <a:tableStyleId>{50A6DF0F-17E8-4F7E-BA69-44A7742C086E}</a:tableStyleId>
              </a:tblPr>
              <a:tblGrid>
                <a:gridCol w="2321375"/>
              </a:tblGrid>
              <a:tr h="858525">
                <a:tc>
                  <a:txBody>
                    <a:bodyPr/>
                    <a:lstStyle/>
                    <a:p>
                      <a:pPr indent="0" lvl="0" marL="0" rtl="0" algn="ctr">
                        <a:lnSpc>
                          <a:spcPct val="115000"/>
                        </a:lnSpc>
                        <a:spcBef>
                          <a:spcPts val="0"/>
                        </a:spcBef>
                        <a:spcAft>
                          <a:spcPts val="0"/>
                        </a:spcAft>
                        <a:buNone/>
                      </a:pPr>
                      <a:r>
                        <a:rPr b="1" lang="es-ES" sz="1700">
                          <a:solidFill>
                            <a:schemeClr val="lt1"/>
                          </a:solidFill>
                        </a:rPr>
                        <a:t>Extreme Programming</a:t>
                      </a:r>
                      <a:endParaRPr b="1" sz="1700">
                        <a:solidFill>
                          <a:schemeClr val="lt1"/>
                        </a:solidFill>
                      </a:endParaRPr>
                    </a:p>
                    <a:p>
                      <a:pPr indent="0" lvl="0" marL="0" rtl="0" algn="ctr">
                        <a:lnSpc>
                          <a:spcPct val="115000"/>
                        </a:lnSpc>
                        <a:spcBef>
                          <a:spcPts val="0"/>
                        </a:spcBef>
                        <a:spcAft>
                          <a:spcPts val="0"/>
                        </a:spcAft>
                        <a:buNone/>
                      </a:pPr>
                      <a:r>
                        <a:rPr b="1" lang="es-ES" sz="1700">
                          <a:solidFill>
                            <a:srgbClr val="FF9900"/>
                          </a:solidFill>
                        </a:rPr>
                        <a:t> (XP)</a:t>
                      </a:r>
                      <a:endParaRPr b="1" sz="1700">
                        <a:solidFill>
                          <a:schemeClr val="lt1"/>
                        </a:solidFill>
                      </a:endParaRPr>
                    </a:p>
                  </a:txBody>
                  <a:tcPr marT="25400" marB="25400" marR="25400" marL="25400" anchor="ctr">
                    <a:lnL cap="flat" cmpd="sng" w="7925">
                      <a:solidFill>
                        <a:srgbClr val="CCCCCC"/>
                      </a:solidFill>
                      <a:prstDash val="solid"/>
                      <a:round/>
                      <a:headEnd len="sm" w="sm" type="none"/>
                      <a:tailEnd len="sm" w="sm" type="none"/>
                    </a:lnL>
                    <a:lnR cap="flat" cmpd="sng" w="7925">
                      <a:solidFill>
                        <a:srgbClr val="CCCCCC"/>
                      </a:solidFill>
                      <a:prstDash val="solid"/>
                      <a:round/>
                      <a:headEnd len="sm" w="sm" type="none"/>
                      <a:tailEnd len="sm" w="sm" type="none"/>
                    </a:lnR>
                    <a:lnT cap="flat" cmpd="sng" w="7925">
                      <a:solidFill>
                        <a:srgbClr val="000000"/>
                      </a:solidFill>
                      <a:prstDash val="solid"/>
                      <a:round/>
                      <a:headEnd len="sm" w="sm" type="none"/>
                      <a:tailEnd len="sm" w="sm" type="none"/>
                    </a:lnT>
                    <a:lnB cap="flat" cmpd="sng" w="7925">
                      <a:solidFill>
                        <a:srgbClr val="CCCCCC"/>
                      </a:solidFill>
                      <a:prstDash val="solid"/>
                      <a:round/>
                      <a:headEnd len="sm" w="sm" type="none"/>
                      <a:tailEnd len="sm" w="sm" type="none"/>
                    </a:lnB>
                    <a:solidFill>
                      <a:srgbClr val="073763"/>
                    </a:solidFill>
                  </a:tcPr>
                </a:tc>
              </a:tr>
              <a:tr h="858525">
                <a:tc>
                  <a:txBody>
                    <a:bodyPr/>
                    <a:lstStyle/>
                    <a:p>
                      <a:pPr indent="0" lvl="0" marL="0" rtl="0" algn="ctr">
                        <a:lnSpc>
                          <a:spcPct val="115000"/>
                        </a:lnSpc>
                        <a:spcBef>
                          <a:spcPts val="0"/>
                        </a:spcBef>
                        <a:spcAft>
                          <a:spcPts val="0"/>
                        </a:spcAft>
                        <a:buNone/>
                      </a:pPr>
                      <a:r>
                        <a:rPr b="1" lang="es-ES" sz="1700">
                          <a:solidFill>
                            <a:schemeClr val="lt1"/>
                          </a:solidFill>
                        </a:rPr>
                        <a:t>Test-Driven Development</a:t>
                      </a:r>
                      <a:endParaRPr b="1" sz="1700">
                        <a:solidFill>
                          <a:schemeClr val="lt1"/>
                        </a:solidFill>
                      </a:endParaRPr>
                    </a:p>
                    <a:p>
                      <a:pPr indent="0" lvl="0" marL="0" rtl="0" algn="ctr">
                        <a:lnSpc>
                          <a:spcPct val="115000"/>
                        </a:lnSpc>
                        <a:spcBef>
                          <a:spcPts val="0"/>
                        </a:spcBef>
                        <a:spcAft>
                          <a:spcPts val="0"/>
                        </a:spcAft>
                        <a:buNone/>
                      </a:pPr>
                      <a:r>
                        <a:rPr b="1" lang="es-ES" sz="1700">
                          <a:solidFill>
                            <a:schemeClr val="lt1"/>
                          </a:solidFill>
                        </a:rPr>
                        <a:t> </a:t>
                      </a:r>
                      <a:r>
                        <a:rPr b="1" lang="es-ES" sz="1700">
                          <a:solidFill>
                            <a:srgbClr val="FF9900"/>
                          </a:solidFill>
                        </a:rPr>
                        <a:t>(TDD)</a:t>
                      </a:r>
                      <a:endParaRPr b="1" sz="1700">
                        <a:solidFill>
                          <a:srgbClr val="FF9900"/>
                        </a:solidFill>
                      </a:endParaRPr>
                    </a:p>
                  </a:txBody>
                  <a:tcPr marT="25400" marB="25400" marR="25400" marL="25400" anchor="ctr">
                    <a:lnL cap="flat" cmpd="sng" w="7925">
                      <a:solidFill>
                        <a:srgbClr val="CCCCCC"/>
                      </a:solidFill>
                      <a:prstDash val="solid"/>
                      <a:round/>
                      <a:headEnd len="sm" w="sm" type="none"/>
                      <a:tailEnd len="sm" w="sm" type="none"/>
                    </a:lnL>
                    <a:lnR cap="flat" cmpd="sng" w="7925">
                      <a:solidFill>
                        <a:srgbClr val="CCCCCC"/>
                      </a:solidFill>
                      <a:prstDash val="solid"/>
                      <a:round/>
                      <a:headEnd len="sm" w="sm" type="none"/>
                      <a:tailEnd len="sm" w="sm" type="none"/>
                    </a:lnR>
                    <a:lnT cap="flat" cmpd="sng" w="7925">
                      <a:solidFill>
                        <a:srgbClr val="CCCCCC"/>
                      </a:solidFill>
                      <a:prstDash val="solid"/>
                      <a:round/>
                      <a:headEnd len="sm" w="sm" type="none"/>
                      <a:tailEnd len="sm" w="sm" type="none"/>
                    </a:lnT>
                    <a:lnB cap="flat" cmpd="sng" w="7925">
                      <a:solidFill>
                        <a:srgbClr val="CCCCCC"/>
                      </a:solidFill>
                      <a:prstDash val="solid"/>
                      <a:round/>
                      <a:headEnd len="sm" w="sm" type="none"/>
                      <a:tailEnd len="sm" w="sm" type="none"/>
                    </a:lnB>
                    <a:solidFill>
                      <a:srgbClr val="073763"/>
                    </a:solidFill>
                  </a:tcPr>
                </a:tc>
              </a:tr>
              <a:tr h="858525">
                <a:tc>
                  <a:txBody>
                    <a:bodyPr/>
                    <a:lstStyle/>
                    <a:p>
                      <a:pPr indent="0" lvl="0" marL="0" rtl="0" algn="ctr">
                        <a:lnSpc>
                          <a:spcPct val="115000"/>
                        </a:lnSpc>
                        <a:spcBef>
                          <a:spcPts val="0"/>
                        </a:spcBef>
                        <a:spcAft>
                          <a:spcPts val="0"/>
                        </a:spcAft>
                        <a:buNone/>
                      </a:pPr>
                      <a:r>
                        <a:rPr b="1" lang="es-ES" sz="1700">
                          <a:solidFill>
                            <a:schemeClr val="lt1"/>
                          </a:solidFill>
                        </a:rPr>
                        <a:t>Dynamic Systems Development Method</a:t>
                      </a:r>
                      <a:r>
                        <a:rPr b="1" lang="es-ES" sz="1700">
                          <a:solidFill>
                            <a:srgbClr val="FF9900"/>
                          </a:solidFill>
                        </a:rPr>
                        <a:t> (DSDM)</a:t>
                      </a:r>
                      <a:endParaRPr b="1" sz="1700">
                        <a:solidFill>
                          <a:schemeClr val="lt1"/>
                        </a:solidFill>
                      </a:endParaRPr>
                    </a:p>
                  </a:txBody>
                  <a:tcPr marT="25400" marB="25400" marR="25400" marL="25400" anchor="ctr">
                    <a:lnL cap="flat" cmpd="sng" w="7925">
                      <a:solidFill>
                        <a:srgbClr val="CCCCCC"/>
                      </a:solidFill>
                      <a:prstDash val="solid"/>
                      <a:round/>
                      <a:headEnd len="sm" w="sm" type="none"/>
                      <a:tailEnd len="sm" w="sm" type="none"/>
                    </a:lnL>
                    <a:lnR cap="flat" cmpd="sng" w="7925">
                      <a:solidFill>
                        <a:srgbClr val="CCCCCC"/>
                      </a:solidFill>
                      <a:prstDash val="solid"/>
                      <a:round/>
                      <a:headEnd len="sm" w="sm" type="none"/>
                      <a:tailEnd len="sm" w="sm" type="none"/>
                    </a:lnR>
                    <a:lnT cap="flat" cmpd="sng" w="7925">
                      <a:solidFill>
                        <a:srgbClr val="CCCCCC"/>
                      </a:solidFill>
                      <a:prstDash val="solid"/>
                      <a:round/>
                      <a:headEnd len="sm" w="sm" type="none"/>
                      <a:tailEnd len="sm" w="sm" type="none"/>
                    </a:lnT>
                    <a:lnB cap="flat" cmpd="sng" w="7925">
                      <a:solidFill>
                        <a:srgbClr val="CCCCCC"/>
                      </a:solidFill>
                      <a:prstDash val="solid"/>
                      <a:round/>
                      <a:headEnd len="sm" w="sm" type="none"/>
                      <a:tailEnd len="sm" w="sm" type="none"/>
                    </a:lnB>
                    <a:solidFill>
                      <a:srgbClr val="073763"/>
                    </a:solidFill>
                  </a:tcPr>
                </a:tc>
              </a:tr>
            </a:tbl>
          </a:graphicData>
        </a:graphic>
      </p:graphicFrame>
      <p:sp>
        <p:nvSpPr>
          <p:cNvPr id="278" name="Google Shape;278;p50"/>
          <p:cNvSpPr txBox="1"/>
          <p:nvPr/>
        </p:nvSpPr>
        <p:spPr>
          <a:xfrm>
            <a:off x="204600" y="1150675"/>
            <a:ext cx="11782800" cy="369300"/>
          </a:xfrm>
          <a:prstGeom prst="rect">
            <a:avLst/>
          </a:prstGeom>
          <a:noFill/>
          <a:ln>
            <a:noFill/>
          </a:ln>
        </p:spPr>
        <p:txBody>
          <a:bodyPr anchorCtr="0" anchor="t" bIns="91425" lIns="91425" spcFirstLastPara="1" rIns="91425" wrap="square" tIns="91425">
            <a:spAutoFit/>
          </a:bodyPr>
          <a:lstStyle/>
          <a:p>
            <a:pPr indent="0" lvl="0" marL="0" rtl="0" algn="just">
              <a:lnSpc>
                <a:spcPct val="107916"/>
              </a:lnSpc>
              <a:spcBef>
                <a:spcPts val="0"/>
              </a:spcBef>
              <a:spcAft>
                <a:spcPts val="800"/>
              </a:spcAft>
              <a:buNone/>
            </a:pPr>
            <a:r>
              <a:rPr lang="es-ES" sz="1200"/>
              <a:t>Con el fin de abordar el caso del proyecto y cumplir con los objetivos, a continuación se encuentra una tabla comparativa de tres alternativas de metodologías a aplicar.</a:t>
            </a:r>
            <a:endParaRPr/>
          </a:p>
        </p:txBody>
      </p:sp>
      <p:sp>
        <p:nvSpPr>
          <p:cNvPr id="279" name="Google Shape;279;p50"/>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ES" sz="2800">
                <a:solidFill>
                  <a:srgbClr val="000000"/>
                </a:solidFill>
                <a:latin typeface="Arial"/>
                <a:ea typeface="Arial"/>
                <a:cs typeface="Arial"/>
                <a:sym typeface="Arial"/>
              </a:rPr>
              <a:t>Metodología</a:t>
            </a:r>
            <a:endParaRPr/>
          </a:p>
        </p:txBody>
      </p:sp>
      <p:pic>
        <p:nvPicPr>
          <p:cNvPr id="280" name="Google Shape;280;p50"/>
          <p:cNvPicPr preferRelativeResize="0"/>
          <p:nvPr/>
        </p:nvPicPr>
        <p:blipFill rotWithShape="1">
          <a:blip r:embed="rId3">
            <a:alphaModFix/>
          </a:blip>
          <a:srcRect b="7631" l="1596" r="4525" t="8052"/>
          <a:stretch/>
        </p:blipFill>
        <p:spPr>
          <a:xfrm>
            <a:off x="108025" y="2200161"/>
            <a:ext cx="4750100" cy="2610814"/>
          </a:xfrm>
          <a:prstGeom prst="rect">
            <a:avLst/>
          </a:prstGeom>
          <a:noFill/>
          <a:ln>
            <a:noFill/>
          </a:ln>
        </p:spPr>
      </p:pic>
      <p:pic>
        <p:nvPicPr>
          <p:cNvPr descr="Checkbox icon vector. Isolated contour symbol illustration (proporcionado por Getty Images)" id="281" name="Google Shape;281;p50"/>
          <p:cNvPicPr preferRelativeResize="0"/>
          <p:nvPr/>
        </p:nvPicPr>
        <p:blipFill rotWithShape="1">
          <a:blip r:embed="rId4">
            <a:alphaModFix/>
          </a:blip>
          <a:srcRect b="15952" l="21090" r="15098" t="11273"/>
          <a:stretch/>
        </p:blipFill>
        <p:spPr>
          <a:xfrm>
            <a:off x="3450575" y="5435222"/>
            <a:ext cx="1108383" cy="1263949"/>
          </a:xfrm>
          <a:prstGeom prst="rect">
            <a:avLst/>
          </a:prstGeom>
          <a:noFill/>
          <a:ln>
            <a:noFill/>
          </a:ln>
        </p:spPr>
      </p:pic>
      <p:pic>
        <p:nvPicPr>
          <p:cNvPr descr="connection (proporcionado por Getty Images)" id="282" name="Google Shape;282;p50"/>
          <p:cNvPicPr preferRelativeResize="0"/>
          <p:nvPr/>
        </p:nvPicPr>
        <p:blipFill>
          <a:blip r:embed="rId5">
            <a:alphaModFix/>
          </a:blip>
          <a:stretch>
            <a:fillRect/>
          </a:stretch>
        </p:blipFill>
        <p:spPr>
          <a:xfrm>
            <a:off x="5879704" y="5590176"/>
            <a:ext cx="1182572" cy="1182597"/>
          </a:xfrm>
          <a:prstGeom prst="rect">
            <a:avLst/>
          </a:prstGeom>
          <a:noFill/>
          <a:ln>
            <a:noFill/>
          </a:ln>
        </p:spPr>
      </p:pic>
      <p:pic>
        <p:nvPicPr>
          <p:cNvPr descr="Setting the time icon vector. Isolated contour symbol illustration (proporcionado por Getty Images)" id="283" name="Google Shape;283;p50"/>
          <p:cNvPicPr preferRelativeResize="0"/>
          <p:nvPr/>
        </p:nvPicPr>
        <p:blipFill>
          <a:blip r:embed="rId6">
            <a:alphaModFix/>
          </a:blip>
          <a:stretch>
            <a:fillRect/>
          </a:stretch>
        </p:blipFill>
        <p:spPr>
          <a:xfrm>
            <a:off x="4554464" y="5443019"/>
            <a:ext cx="1329720" cy="1329741"/>
          </a:xfrm>
          <a:prstGeom prst="rect">
            <a:avLst/>
          </a:prstGeom>
          <a:noFill/>
          <a:ln>
            <a:noFill/>
          </a:ln>
        </p:spPr>
      </p:pic>
      <p:pic>
        <p:nvPicPr>
          <p:cNvPr descr="certificate (proporcionado por Getty Images)" id="284" name="Google Shape;284;p50"/>
          <p:cNvPicPr preferRelativeResize="0"/>
          <p:nvPr/>
        </p:nvPicPr>
        <p:blipFill>
          <a:blip r:embed="rId7">
            <a:alphaModFix/>
          </a:blip>
          <a:stretch>
            <a:fillRect/>
          </a:stretch>
        </p:blipFill>
        <p:spPr>
          <a:xfrm>
            <a:off x="7057794" y="5516603"/>
            <a:ext cx="1182572" cy="1182572"/>
          </a:xfrm>
          <a:prstGeom prst="rect">
            <a:avLst/>
          </a:prstGeom>
          <a:noFill/>
          <a:ln>
            <a:noFill/>
          </a:ln>
        </p:spPr>
      </p:pic>
      <p:sp>
        <p:nvSpPr>
          <p:cNvPr id="285" name="Google Shape;285;p50"/>
          <p:cNvSpPr txBox="1"/>
          <p:nvPr/>
        </p:nvSpPr>
        <p:spPr>
          <a:xfrm>
            <a:off x="7903000" y="2511238"/>
            <a:ext cx="3766800" cy="241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ES" sz="2400">
                <a:solidFill>
                  <a:srgbClr val="1F497D"/>
                </a:solidFill>
                <a:latin typeface="Roboto"/>
                <a:ea typeface="Roboto"/>
                <a:cs typeface="Roboto"/>
                <a:sym typeface="Roboto"/>
              </a:rPr>
              <a:t>5 Criterios</a:t>
            </a:r>
            <a:endParaRPr b="1" sz="2400">
              <a:solidFill>
                <a:srgbClr val="1F497D"/>
              </a:solidFill>
              <a:latin typeface="Roboto"/>
              <a:ea typeface="Roboto"/>
              <a:cs typeface="Roboto"/>
              <a:sym typeface="Roboto"/>
            </a:endParaRPr>
          </a:p>
          <a:p>
            <a:pPr indent="-381000" lvl="0" marL="457200" rtl="0" algn="l">
              <a:spcBef>
                <a:spcPts val="0"/>
              </a:spcBef>
              <a:spcAft>
                <a:spcPts val="0"/>
              </a:spcAft>
              <a:buClr>
                <a:srgbClr val="1F497D"/>
              </a:buClr>
              <a:buSzPts val="2400"/>
              <a:buFont typeface="Roboto"/>
              <a:buChar char="●"/>
            </a:pPr>
            <a:r>
              <a:rPr lang="es-ES" sz="2400">
                <a:solidFill>
                  <a:srgbClr val="1F497D"/>
                </a:solidFill>
                <a:latin typeface="Roboto"/>
                <a:ea typeface="Roboto"/>
                <a:cs typeface="Roboto"/>
                <a:sym typeface="Roboto"/>
              </a:rPr>
              <a:t>Factibilidad de Equipo</a:t>
            </a:r>
            <a:endParaRPr sz="2400">
              <a:solidFill>
                <a:srgbClr val="1F497D"/>
              </a:solidFill>
              <a:latin typeface="Roboto"/>
              <a:ea typeface="Roboto"/>
              <a:cs typeface="Roboto"/>
              <a:sym typeface="Roboto"/>
            </a:endParaRPr>
          </a:p>
          <a:p>
            <a:pPr indent="-381000" lvl="0" marL="457200" rtl="0" algn="l">
              <a:spcBef>
                <a:spcPts val="0"/>
              </a:spcBef>
              <a:spcAft>
                <a:spcPts val="0"/>
              </a:spcAft>
              <a:buClr>
                <a:srgbClr val="1F497D"/>
              </a:buClr>
              <a:buSzPts val="2400"/>
              <a:buFont typeface="Roboto"/>
              <a:buChar char="●"/>
            </a:pPr>
            <a:r>
              <a:rPr lang="es-ES" sz="2400">
                <a:solidFill>
                  <a:srgbClr val="1F497D"/>
                </a:solidFill>
                <a:latin typeface="Roboto"/>
                <a:ea typeface="Roboto"/>
                <a:cs typeface="Roboto"/>
                <a:sym typeface="Roboto"/>
              </a:rPr>
              <a:t>Carga de </a:t>
            </a:r>
            <a:r>
              <a:rPr lang="es-ES" sz="2400">
                <a:solidFill>
                  <a:srgbClr val="1F497D"/>
                </a:solidFill>
                <a:latin typeface="Roboto"/>
                <a:ea typeface="Roboto"/>
                <a:cs typeface="Roboto"/>
                <a:sym typeface="Roboto"/>
              </a:rPr>
              <a:t>gestión</a:t>
            </a:r>
            <a:endParaRPr sz="2400">
              <a:solidFill>
                <a:srgbClr val="1F497D"/>
              </a:solidFill>
              <a:latin typeface="Roboto"/>
              <a:ea typeface="Roboto"/>
              <a:cs typeface="Roboto"/>
              <a:sym typeface="Roboto"/>
            </a:endParaRPr>
          </a:p>
          <a:p>
            <a:pPr indent="-381000" lvl="0" marL="457200" rtl="0" algn="l">
              <a:spcBef>
                <a:spcPts val="0"/>
              </a:spcBef>
              <a:spcAft>
                <a:spcPts val="0"/>
              </a:spcAft>
              <a:buClr>
                <a:srgbClr val="1F497D"/>
              </a:buClr>
              <a:buSzPts val="2400"/>
              <a:buFont typeface="Roboto"/>
              <a:buChar char="●"/>
            </a:pPr>
            <a:r>
              <a:rPr lang="es-ES" sz="2400">
                <a:solidFill>
                  <a:srgbClr val="1F497D"/>
                </a:solidFill>
                <a:latin typeface="Roboto"/>
                <a:ea typeface="Roboto"/>
                <a:cs typeface="Roboto"/>
                <a:sym typeface="Roboto"/>
              </a:rPr>
              <a:t>Alcance</a:t>
            </a:r>
            <a:endParaRPr sz="2400">
              <a:solidFill>
                <a:srgbClr val="1F497D"/>
              </a:solidFill>
              <a:latin typeface="Roboto"/>
              <a:ea typeface="Roboto"/>
              <a:cs typeface="Roboto"/>
              <a:sym typeface="Roboto"/>
            </a:endParaRPr>
          </a:p>
          <a:p>
            <a:pPr indent="-381000" lvl="0" marL="457200" rtl="0" algn="l">
              <a:spcBef>
                <a:spcPts val="0"/>
              </a:spcBef>
              <a:spcAft>
                <a:spcPts val="0"/>
              </a:spcAft>
              <a:buClr>
                <a:srgbClr val="1F497D"/>
              </a:buClr>
              <a:buSzPts val="2400"/>
              <a:buFont typeface="Roboto"/>
              <a:buChar char="●"/>
            </a:pPr>
            <a:r>
              <a:rPr lang="es-ES" sz="2400">
                <a:solidFill>
                  <a:srgbClr val="1F497D"/>
                </a:solidFill>
                <a:latin typeface="Roboto"/>
                <a:ea typeface="Roboto"/>
                <a:cs typeface="Roboto"/>
                <a:sym typeface="Roboto"/>
              </a:rPr>
              <a:t>Relación con el Cliente</a:t>
            </a:r>
            <a:endParaRPr sz="2400">
              <a:solidFill>
                <a:srgbClr val="1F497D"/>
              </a:solidFill>
              <a:latin typeface="Roboto"/>
              <a:ea typeface="Roboto"/>
              <a:cs typeface="Roboto"/>
              <a:sym typeface="Roboto"/>
            </a:endParaRPr>
          </a:p>
          <a:p>
            <a:pPr indent="-381000" lvl="0" marL="457200" rtl="0" algn="l">
              <a:spcBef>
                <a:spcPts val="0"/>
              </a:spcBef>
              <a:spcAft>
                <a:spcPts val="0"/>
              </a:spcAft>
              <a:buClr>
                <a:srgbClr val="1F497D"/>
              </a:buClr>
              <a:buSzPts val="2400"/>
              <a:buFont typeface="Roboto"/>
              <a:buChar char="●"/>
            </a:pPr>
            <a:r>
              <a:rPr lang="es-ES" sz="2400">
                <a:solidFill>
                  <a:srgbClr val="1F497D"/>
                </a:solidFill>
                <a:latin typeface="Roboto"/>
                <a:ea typeface="Roboto"/>
                <a:cs typeface="Roboto"/>
                <a:sym typeface="Roboto"/>
              </a:rPr>
              <a:t>Desarrollo de RPA</a:t>
            </a:r>
            <a:endParaRPr sz="2400">
              <a:solidFill>
                <a:srgbClr val="1F497D"/>
              </a:solidFill>
              <a:latin typeface="Roboto"/>
              <a:ea typeface="Roboto"/>
              <a:cs typeface="Roboto"/>
              <a:sym typeface="Roboto"/>
            </a:endParaRPr>
          </a:p>
          <a:p>
            <a:pPr indent="0" lvl="0" marL="0" rtl="0" algn="l">
              <a:spcBef>
                <a:spcPts val="0"/>
              </a:spcBef>
              <a:spcAft>
                <a:spcPts val="0"/>
              </a:spcAft>
              <a:buNone/>
            </a:pPr>
            <a:r>
              <a:t/>
            </a:r>
            <a:endParaRPr sz="2400">
              <a:solidFill>
                <a:srgbClr val="818990"/>
              </a:solidFill>
              <a:latin typeface="Franklin Gothic"/>
              <a:ea typeface="Franklin Gothic"/>
              <a:cs typeface="Franklin Gothic"/>
              <a:sym typeface="Franklin Gothic"/>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9" name="Shape 289"/>
        <p:cNvGrpSpPr/>
        <p:nvPr/>
      </p:nvGrpSpPr>
      <p:grpSpPr>
        <a:xfrm>
          <a:off x="0" y="0"/>
          <a:ext cx="0" cy="0"/>
          <a:chOff x="0" y="0"/>
          <a:chExt cx="0" cy="0"/>
        </a:xfrm>
      </p:grpSpPr>
      <p:sp>
        <p:nvSpPr>
          <p:cNvPr id="290" name="Google Shape;290;g3f8bb8eb9a8_0_2225"/>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ES" sz="2800">
                <a:solidFill>
                  <a:srgbClr val="000000"/>
                </a:solidFill>
                <a:latin typeface="Arial"/>
                <a:ea typeface="Arial"/>
                <a:cs typeface="Arial"/>
                <a:sym typeface="Arial"/>
              </a:rPr>
              <a:t>Estructura de Desglose del Trabajo EDT|WBS</a:t>
            </a:r>
            <a:endParaRPr b="1" sz="2400">
              <a:solidFill>
                <a:schemeClr val="dk1"/>
              </a:solidFill>
              <a:latin typeface="Calibri"/>
              <a:ea typeface="Calibri"/>
              <a:cs typeface="Calibri"/>
              <a:sym typeface="Calibri"/>
            </a:endParaRPr>
          </a:p>
          <a:p>
            <a:pPr indent="0" lvl="0" marL="0" rtl="0" algn="l">
              <a:spcBef>
                <a:spcPts val="0"/>
              </a:spcBef>
              <a:spcAft>
                <a:spcPts val="0"/>
              </a:spcAft>
              <a:buNone/>
            </a:pPr>
            <a:r>
              <a:t/>
            </a:r>
            <a:endParaRPr sz="2800">
              <a:solidFill>
                <a:srgbClr val="000000"/>
              </a:solidFill>
              <a:latin typeface="Arial"/>
              <a:ea typeface="Arial"/>
              <a:cs typeface="Arial"/>
              <a:sym typeface="Arial"/>
            </a:endParaRPr>
          </a:p>
        </p:txBody>
      </p:sp>
      <p:pic>
        <p:nvPicPr>
          <p:cNvPr id="291" name="Google Shape;291;g3f8bb8eb9a8_0_2225"/>
          <p:cNvPicPr preferRelativeResize="0"/>
          <p:nvPr/>
        </p:nvPicPr>
        <p:blipFill rotWithShape="1">
          <a:blip r:embed="rId3">
            <a:alphaModFix/>
          </a:blip>
          <a:srcRect b="7631" l="1596" r="4525" t="8052"/>
          <a:stretch/>
        </p:blipFill>
        <p:spPr>
          <a:xfrm>
            <a:off x="138633" y="2414674"/>
            <a:ext cx="4326338" cy="2255991"/>
          </a:xfrm>
          <a:prstGeom prst="rect">
            <a:avLst/>
          </a:prstGeom>
          <a:noFill/>
          <a:ln>
            <a:noFill/>
          </a:ln>
        </p:spPr>
      </p:pic>
      <p:cxnSp>
        <p:nvCxnSpPr>
          <p:cNvPr id="292" name="Google Shape;292;g3f8bb8eb9a8_0_2225"/>
          <p:cNvCxnSpPr>
            <a:stCxn id="293" idx="0"/>
            <a:endCxn id="294" idx="2"/>
          </p:cNvCxnSpPr>
          <p:nvPr/>
        </p:nvCxnSpPr>
        <p:spPr>
          <a:xfrm rot="-5400000">
            <a:off x="6473633" y="964383"/>
            <a:ext cx="559500" cy="2765400"/>
          </a:xfrm>
          <a:prstGeom prst="bentConnector3">
            <a:avLst>
              <a:gd fmla="val 49988" name="adj1"/>
            </a:avLst>
          </a:prstGeom>
          <a:noFill/>
          <a:ln cap="flat" cmpd="sng" w="17275">
            <a:solidFill>
              <a:srgbClr val="C2C2C2"/>
            </a:solidFill>
            <a:prstDash val="solid"/>
            <a:miter lim="8000"/>
            <a:headEnd len="sm" w="sm" type="stealth"/>
            <a:tailEnd len="sm" w="sm" type="none"/>
          </a:ln>
        </p:spPr>
      </p:cxnSp>
      <p:cxnSp>
        <p:nvCxnSpPr>
          <p:cNvPr id="295" name="Google Shape;295;g3f8bb8eb9a8_0_2225"/>
          <p:cNvCxnSpPr>
            <a:stCxn id="296" idx="0"/>
            <a:endCxn id="294" idx="2"/>
          </p:cNvCxnSpPr>
          <p:nvPr/>
        </p:nvCxnSpPr>
        <p:spPr>
          <a:xfrm rot="-5400000">
            <a:off x="7230084" y="1720683"/>
            <a:ext cx="559500" cy="1252800"/>
          </a:xfrm>
          <a:prstGeom prst="bentConnector3">
            <a:avLst>
              <a:gd fmla="val 49988" name="adj1"/>
            </a:avLst>
          </a:prstGeom>
          <a:noFill/>
          <a:ln cap="flat" cmpd="sng" w="17275">
            <a:solidFill>
              <a:srgbClr val="C2C2C2"/>
            </a:solidFill>
            <a:prstDash val="solid"/>
            <a:miter lim="8000"/>
            <a:headEnd len="sm" w="sm" type="stealth"/>
            <a:tailEnd len="sm" w="sm" type="none"/>
          </a:ln>
        </p:spPr>
      </p:cxnSp>
      <p:cxnSp>
        <p:nvCxnSpPr>
          <p:cNvPr id="297" name="Google Shape;297;g3f8bb8eb9a8_0_2225"/>
          <p:cNvCxnSpPr>
            <a:stCxn id="298" idx="0"/>
            <a:endCxn id="294" idx="2"/>
          </p:cNvCxnSpPr>
          <p:nvPr/>
        </p:nvCxnSpPr>
        <p:spPr>
          <a:xfrm flipH="1" rot="5400000">
            <a:off x="7977480" y="2226093"/>
            <a:ext cx="541500" cy="224400"/>
          </a:xfrm>
          <a:prstGeom prst="bentConnector3">
            <a:avLst>
              <a:gd fmla="val 50007" name="adj1"/>
            </a:avLst>
          </a:prstGeom>
          <a:noFill/>
          <a:ln cap="flat" cmpd="sng" w="17275">
            <a:solidFill>
              <a:srgbClr val="C2C2C2"/>
            </a:solidFill>
            <a:prstDash val="solid"/>
            <a:miter lim="8000"/>
            <a:headEnd len="sm" w="sm" type="stealth"/>
            <a:tailEnd len="sm" w="sm" type="none"/>
          </a:ln>
        </p:spPr>
      </p:cxnSp>
      <p:cxnSp>
        <p:nvCxnSpPr>
          <p:cNvPr id="299" name="Google Shape;299;g3f8bb8eb9a8_0_2225"/>
          <p:cNvCxnSpPr>
            <a:stCxn id="300" idx="0"/>
            <a:endCxn id="294" idx="2"/>
          </p:cNvCxnSpPr>
          <p:nvPr/>
        </p:nvCxnSpPr>
        <p:spPr>
          <a:xfrm flipH="1" rot="5400000">
            <a:off x="8759084" y="1444503"/>
            <a:ext cx="523800" cy="1769700"/>
          </a:xfrm>
          <a:prstGeom prst="bentConnector3">
            <a:avLst>
              <a:gd fmla="val 49999" name="adj1"/>
            </a:avLst>
          </a:prstGeom>
          <a:noFill/>
          <a:ln cap="flat" cmpd="sng" w="17275">
            <a:solidFill>
              <a:srgbClr val="C2C2C2"/>
            </a:solidFill>
            <a:prstDash val="solid"/>
            <a:miter lim="8000"/>
            <a:headEnd len="sm" w="sm" type="stealth"/>
            <a:tailEnd len="sm" w="sm" type="none"/>
          </a:ln>
        </p:spPr>
      </p:cxnSp>
      <p:cxnSp>
        <p:nvCxnSpPr>
          <p:cNvPr id="301" name="Google Shape;301;g3f8bb8eb9a8_0_2225"/>
          <p:cNvCxnSpPr>
            <a:stCxn id="302" idx="0"/>
            <a:endCxn id="294" idx="2"/>
          </p:cNvCxnSpPr>
          <p:nvPr/>
        </p:nvCxnSpPr>
        <p:spPr>
          <a:xfrm flipH="1" rot="5400000">
            <a:off x="9528047" y="675603"/>
            <a:ext cx="523800" cy="3307500"/>
          </a:xfrm>
          <a:prstGeom prst="bentConnector3">
            <a:avLst>
              <a:gd fmla="val 49999" name="adj1"/>
            </a:avLst>
          </a:prstGeom>
          <a:noFill/>
          <a:ln cap="flat" cmpd="sng" w="17275">
            <a:solidFill>
              <a:srgbClr val="C2C2C2"/>
            </a:solidFill>
            <a:prstDash val="solid"/>
            <a:miter lim="8000"/>
            <a:headEnd len="sm" w="sm" type="stealth"/>
            <a:tailEnd len="sm" w="sm" type="none"/>
          </a:ln>
        </p:spPr>
      </p:cxnSp>
      <p:sp>
        <p:nvSpPr>
          <p:cNvPr id="294" name="Google Shape;294;g3f8bb8eb9a8_0_2225"/>
          <p:cNvSpPr txBox="1"/>
          <p:nvPr/>
        </p:nvSpPr>
        <p:spPr>
          <a:xfrm>
            <a:off x="7147328" y="1735367"/>
            <a:ext cx="1977600" cy="332100"/>
          </a:xfrm>
          <a:prstGeom prst="rect">
            <a:avLst/>
          </a:prstGeom>
          <a:solidFill>
            <a:srgbClr val="1C4587"/>
          </a:solidFill>
          <a:ln>
            <a:noFill/>
          </a:ln>
        </p:spPr>
        <p:txBody>
          <a:bodyPr anchorCtr="0" anchor="ctr" bIns="82900" lIns="82900" spcFirstLastPara="1" rIns="82900" wrap="square" tIns="82900">
            <a:noAutofit/>
          </a:bodyPr>
          <a:lstStyle/>
          <a:p>
            <a:pPr indent="0" lvl="0" marL="0" rtl="0" algn="ctr">
              <a:spcBef>
                <a:spcPts val="0"/>
              </a:spcBef>
              <a:spcAft>
                <a:spcPts val="0"/>
              </a:spcAft>
              <a:buNone/>
            </a:pPr>
            <a:r>
              <a:rPr lang="es-ES" sz="900">
                <a:solidFill>
                  <a:schemeClr val="lt1"/>
                </a:solidFill>
                <a:latin typeface="Roboto"/>
                <a:ea typeface="Roboto"/>
                <a:cs typeface="Roboto"/>
                <a:sym typeface="Roboto"/>
              </a:rPr>
              <a:t>Proyecto RPA</a:t>
            </a:r>
            <a:endParaRPr sz="900">
              <a:solidFill>
                <a:schemeClr val="lt1"/>
              </a:solidFill>
              <a:latin typeface="Roboto"/>
              <a:ea typeface="Roboto"/>
              <a:cs typeface="Roboto"/>
              <a:sym typeface="Roboto"/>
            </a:endParaRPr>
          </a:p>
          <a:p>
            <a:pPr indent="0" lvl="0" marL="0" rtl="0" algn="ctr">
              <a:spcBef>
                <a:spcPts val="0"/>
              </a:spcBef>
              <a:spcAft>
                <a:spcPts val="0"/>
              </a:spcAft>
              <a:buNone/>
            </a:pPr>
            <a:r>
              <a:rPr lang="es-ES" sz="900">
                <a:solidFill>
                  <a:schemeClr val="lt1"/>
                </a:solidFill>
                <a:latin typeface="Roboto"/>
                <a:ea typeface="Roboto"/>
                <a:cs typeface="Roboto"/>
                <a:sym typeface="Roboto"/>
              </a:rPr>
              <a:t>Solicitud académica “Renuncia”</a:t>
            </a:r>
            <a:endParaRPr sz="900">
              <a:solidFill>
                <a:schemeClr val="lt1"/>
              </a:solidFill>
              <a:latin typeface="Roboto"/>
              <a:ea typeface="Roboto"/>
              <a:cs typeface="Roboto"/>
              <a:sym typeface="Roboto"/>
            </a:endParaRPr>
          </a:p>
        </p:txBody>
      </p:sp>
      <p:sp>
        <p:nvSpPr>
          <p:cNvPr id="300" name="Google Shape;300;g3f8bb8eb9a8_0_2225"/>
          <p:cNvSpPr txBox="1"/>
          <p:nvPr/>
        </p:nvSpPr>
        <p:spPr>
          <a:xfrm>
            <a:off x="9295334" y="2591253"/>
            <a:ext cx="1221000" cy="332100"/>
          </a:xfrm>
          <a:prstGeom prst="rect">
            <a:avLst/>
          </a:prstGeom>
          <a:solidFill>
            <a:srgbClr val="073763"/>
          </a:solidFill>
          <a:ln>
            <a:noFill/>
          </a:ln>
        </p:spPr>
        <p:txBody>
          <a:bodyPr anchorCtr="0" anchor="ctr" bIns="82900" lIns="82900" spcFirstLastPara="1" rIns="82900" wrap="square" tIns="82900">
            <a:noAutofit/>
          </a:bodyPr>
          <a:lstStyle/>
          <a:p>
            <a:pPr indent="0" lvl="0" marL="0" marR="0" rtl="0" algn="ctr">
              <a:lnSpc>
                <a:spcPct val="100000"/>
              </a:lnSpc>
              <a:spcBef>
                <a:spcPts val="0"/>
              </a:spcBef>
              <a:spcAft>
                <a:spcPts val="0"/>
              </a:spcAft>
              <a:buNone/>
            </a:pPr>
            <a:r>
              <a:rPr b="1" lang="es-ES" sz="800">
                <a:solidFill>
                  <a:schemeClr val="lt1"/>
                </a:solidFill>
              </a:rPr>
              <a:t>Pruebas y QA</a:t>
            </a:r>
            <a:endParaRPr b="1" sz="800">
              <a:solidFill>
                <a:schemeClr val="lt1"/>
              </a:solidFill>
            </a:endParaRPr>
          </a:p>
        </p:txBody>
      </p:sp>
      <p:sp>
        <p:nvSpPr>
          <p:cNvPr id="298" name="Google Shape;298;g3f8bb8eb9a8_0_2225"/>
          <p:cNvSpPr txBox="1"/>
          <p:nvPr/>
        </p:nvSpPr>
        <p:spPr>
          <a:xfrm>
            <a:off x="7749930" y="2609043"/>
            <a:ext cx="1221000" cy="332100"/>
          </a:xfrm>
          <a:prstGeom prst="rect">
            <a:avLst/>
          </a:prstGeom>
          <a:solidFill>
            <a:srgbClr val="073763"/>
          </a:solidFill>
          <a:ln>
            <a:noFill/>
          </a:ln>
        </p:spPr>
        <p:txBody>
          <a:bodyPr anchorCtr="0" anchor="ctr" bIns="82900" lIns="82900" spcFirstLastPara="1" rIns="82900" wrap="square" tIns="82900">
            <a:noAutofit/>
          </a:bodyPr>
          <a:lstStyle/>
          <a:p>
            <a:pPr indent="0" lvl="0" marL="0" marR="0" rtl="0" algn="ctr">
              <a:lnSpc>
                <a:spcPct val="100000"/>
              </a:lnSpc>
              <a:spcBef>
                <a:spcPts val="0"/>
              </a:spcBef>
              <a:spcAft>
                <a:spcPts val="0"/>
              </a:spcAft>
              <a:buNone/>
            </a:pPr>
            <a:r>
              <a:rPr b="1" lang="es-ES" sz="800">
                <a:solidFill>
                  <a:schemeClr val="lt1"/>
                </a:solidFill>
              </a:rPr>
              <a:t>Desarrollo del Prototipo</a:t>
            </a:r>
            <a:endParaRPr b="1" sz="800">
              <a:solidFill>
                <a:schemeClr val="lt1"/>
              </a:solidFill>
            </a:endParaRPr>
          </a:p>
        </p:txBody>
      </p:sp>
      <p:sp>
        <p:nvSpPr>
          <p:cNvPr id="296" name="Google Shape;296;g3f8bb8eb9a8_0_2225"/>
          <p:cNvSpPr txBox="1"/>
          <p:nvPr/>
        </p:nvSpPr>
        <p:spPr>
          <a:xfrm>
            <a:off x="6272934" y="2626833"/>
            <a:ext cx="1221000" cy="332100"/>
          </a:xfrm>
          <a:prstGeom prst="rect">
            <a:avLst/>
          </a:prstGeom>
          <a:solidFill>
            <a:srgbClr val="073763"/>
          </a:solidFill>
          <a:ln>
            <a:noFill/>
          </a:ln>
        </p:spPr>
        <p:txBody>
          <a:bodyPr anchorCtr="0" anchor="ctr" bIns="82900" lIns="82900" spcFirstLastPara="1" rIns="82900" wrap="square" tIns="82900">
            <a:noAutofit/>
          </a:bodyPr>
          <a:lstStyle/>
          <a:p>
            <a:pPr indent="0" lvl="0" marL="0" marR="0" rtl="0" algn="ctr">
              <a:lnSpc>
                <a:spcPct val="100000"/>
              </a:lnSpc>
              <a:spcBef>
                <a:spcPts val="0"/>
              </a:spcBef>
              <a:spcAft>
                <a:spcPts val="0"/>
              </a:spcAft>
              <a:buNone/>
            </a:pPr>
            <a:r>
              <a:rPr b="1" lang="es-ES" sz="800">
                <a:solidFill>
                  <a:schemeClr val="lt1"/>
                </a:solidFill>
              </a:rPr>
              <a:t>Configuración del Entorno</a:t>
            </a:r>
            <a:endParaRPr b="1" sz="800">
              <a:solidFill>
                <a:schemeClr val="lt1"/>
              </a:solidFill>
            </a:endParaRPr>
          </a:p>
        </p:txBody>
      </p:sp>
      <p:sp>
        <p:nvSpPr>
          <p:cNvPr id="293" name="Google Shape;293;g3f8bb8eb9a8_0_2225"/>
          <p:cNvSpPr txBox="1"/>
          <p:nvPr/>
        </p:nvSpPr>
        <p:spPr>
          <a:xfrm>
            <a:off x="4760183" y="2626833"/>
            <a:ext cx="1221000" cy="332100"/>
          </a:xfrm>
          <a:prstGeom prst="rect">
            <a:avLst/>
          </a:prstGeom>
          <a:solidFill>
            <a:srgbClr val="073763"/>
          </a:solidFill>
          <a:ln>
            <a:noFill/>
          </a:ln>
        </p:spPr>
        <p:txBody>
          <a:bodyPr anchorCtr="0" anchor="ctr" bIns="82900" lIns="82900" spcFirstLastPara="1" rIns="82900" wrap="square" tIns="82900">
            <a:noAutofit/>
          </a:bodyPr>
          <a:lstStyle/>
          <a:p>
            <a:pPr indent="0" lvl="0" marL="0" rtl="0" algn="ctr">
              <a:spcBef>
                <a:spcPts val="0"/>
              </a:spcBef>
              <a:spcAft>
                <a:spcPts val="0"/>
              </a:spcAft>
              <a:buNone/>
            </a:pPr>
            <a:r>
              <a:rPr b="1" lang="es-ES" sz="800">
                <a:solidFill>
                  <a:schemeClr val="lt1"/>
                </a:solidFill>
              </a:rPr>
              <a:t>Análisis y Diseño</a:t>
            </a:r>
            <a:endParaRPr b="1" sz="800">
              <a:solidFill>
                <a:schemeClr val="lt1"/>
              </a:solidFill>
            </a:endParaRPr>
          </a:p>
        </p:txBody>
      </p:sp>
      <p:sp>
        <p:nvSpPr>
          <p:cNvPr id="302" name="Google Shape;302;g3f8bb8eb9a8_0_2225"/>
          <p:cNvSpPr txBox="1"/>
          <p:nvPr/>
        </p:nvSpPr>
        <p:spPr>
          <a:xfrm>
            <a:off x="10833197" y="2591253"/>
            <a:ext cx="1221000" cy="332100"/>
          </a:xfrm>
          <a:prstGeom prst="rect">
            <a:avLst/>
          </a:prstGeom>
          <a:solidFill>
            <a:srgbClr val="073763"/>
          </a:solidFill>
          <a:ln>
            <a:noFill/>
          </a:ln>
        </p:spPr>
        <p:txBody>
          <a:bodyPr anchorCtr="0" anchor="ctr" bIns="82900" lIns="82900" spcFirstLastPara="1" rIns="82900" wrap="square" tIns="82900">
            <a:noAutofit/>
          </a:bodyPr>
          <a:lstStyle/>
          <a:p>
            <a:pPr indent="0" lvl="0" marL="0" marR="0" rtl="0" algn="ctr">
              <a:lnSpc>
                <a:spcPct val="100000"/>
              </a:lnSpc>
              <a:spcBef>
                <a:spcPts val="0"/>
              </a:spcBef>
              <a:spcAft>
                <a:spcPts val="0"/>
              </a:spcAft>
              <a:buNone/>
            </a:pPr>
            <a:r>
              <a:rPr b="1" lang="es-ES" sz="800">
                <a:solidFill>
                  <a:schemeClr val="lt1"/>
                </a:solidFill>
              </a:rPr>
              <a:t>Despliegue, Cierre y Mejora Continua</a:t>
            </a:r>
            <a:endParaRPr b="1" sz="800">
              <a:solidFill>
                <a:schemeClr val="lt1"/>
              </a:solidFill>
            </a:endParaRPr>
          </a:p>
        </p:txBody>
      </p:sp>
      <p:sp>
        <p:nvSpPr>
          <p:cNvPr id="303" name="Google Shape;303;g3f8bb8eb9a8_0_2225"/>
          <p:cNvSpPr txBox="1"/>
          <p:nvPr/>
        </p:nvSpPr>
        <p:spPr>
          <a:xfrm>
            <a:off x="7749930" y="3474104"/>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3.2 Lógica de solicitud</a:t>
            </a:r>
            <a:endParaRPr sz="700">
              <a:solidFill>
                <a:srgbClr val="0C57D3"/>
              </a:solidFill>
            </a:endParaRPr>
          </a:p>
        </p:txBody>
      </p:sp>
      <p:sp>
        <p:nvSpPr>
          <p:cNvPr id="304" name="Google Shape;304;g3f8bb8eb9a8_0_2225"/>
          <p:cNvSpPr txBox="1"/>
          <p:nvPr/>
        </p:nvSpPr>
        <p:spPr>
          <a:xfrm>
            <a:off x="7749930" y="3041574"/>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3.1 Mapeo objetos</a:t>
            </a:r>
            <a:endParaRPr sz="700">
              <a:solidFill>
                <a:srgbClr val="0C57D3"/>
              </a:solidFill>
            </a:endParaRPr>
          </a:p>
          <a:p>
            <a:pPr indent="0" lvl="0" marL="0" rtl="0" algn="l">
              <a:spcBef>
                <a:spcPts val="0"/>
              </a:spcBef>
              <a:spcAft>
                <a:spcPts val="0"/>
              </a:spcAft>
              <a:buNone/>
            </a:pPr>
            <a:r>
              <a:rPr lang="es-ES" sz="700">
                <a:solidFill>
                  <a:srgbClr val="0C57D3"/>
                </a:solidFill>
              </a:rPr>
              <a:t>CRM</a:t>
            </a:r>
            <a:endParaRPr sz="700">
              <a:solidFill>
                <a:srgbClr val="0C57D3"/>
              </a:solidFill>
            </a:endParaRPr>
          </a:p>
        </p:txBody>
      </p:sp>
      <p:sp>
        <p:nvSpPr>
          <p:cNvPr id="305" name="Google Shape;305;g3f8bb8eb9a8_0_2225"/>
          <p:cNvSpPr txBox="1"/>
          <p:nvPr/>
        </p:nvSpPr>
        <p:spPr>
          <a:xfrm>
            <a:off x="7749930" y="3906635"/>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3.3 Control de</a:t>
            </a:r>
            <a:endParaRPr sz="700">
              <a:solidFill>
                <a:srgbClr val="0C57D3"/>
              </a:solidFill>
            </a:endParaRPr>
          </a:p>
          <a:p>
            <a:pPr indent="0" lvl="0" marL="0" rtl="0" algn="l">
              <a:spcBef>
                <a:spcPts val="0"/>
              </a:spcBef>
              <a:spcAft>
                <a:spcPts val="0"/>
              </a:spcAft>
              <a:buNone/>
            </a:pPr>
            <a:r>
              <a:rPr lang="es-ES" sz="700">
                <a:solidFill>
                  <a:srgbClr val="0C57D3"/>
                </a:solidFill>
              </a:rPr>
              <a:t>excepciones</a:t>
            </a:r>
            <a:endParaRPr sz="700">
              <a:solidFill>
                <a:srgbClr val="0C57D3"/>
              </a:solidFill>
            </a:endParaRPr>
          </a:p>
        </p:txBody>
      </p:sp>
      <p:sp>
        <p:nvSpPr>
          <p:cNvPr id="306" name="Google Shape;306;g3f8bb8eb9a8_0_2225"/>
          <p:cNvSpPr txBox="1"/>
          <p:nvPr/>
        </p:nvSpPr>
        <p:spPr>
          <a:xfrm>
            <a:off x="4760183" y="3059364"/>
            <a:ext cx="1221000" cy="332100"/>
          </a:xfrm>
          <a:prstGeom prst="rect">
            <a:avLst/>
          </a:prstGeom>
          <a:solidFill>
            <a:srgbClr val="D9EAD3"/>
          </a:solid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1.1 Levantamiento de requerimientos</a:t>
            </a:r>
            <a:endParaRPr sz="700">
              <a:solidFill>
                <a:srgbClr val="0C57D3"/>
              </a:solidFill>
            </a:endParaRPr>
          </a:p>
        </p:txBody>
      </p:sp>
      <p:sp>
        <p:nvSpPr>
          <p:cNvPr id="307" name="Google Shape;307;g3f8bb8eb9a8_0_2225"/>
          <p:cNvSpPr txBox="1"/>
          <p:nvPr/>
        </p:nvSpPr>
        <p:spPr>
          <a:xfrm>
            <a:off x="7749930" y="4339166"/>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3.4 Módulo</a:t>
            </a:r>
            <a:endParaRPr sz="700">
              <a:solidFill>
                <a:srgbClr val="0C57D3"/>
              </a:solidFill>
            </a:endParaRPr>
          </a:p>
          <a:p>
            <a:pPr indent="0" lvl="0" marL="0" rtl="0" algn="l">
              <a:spcBef>
                <a:spcPts val="0"/>
              </a:spcBef>
              <a:spcAft>
                <a:spcPts val="0"/>
              </a:spcAft>
              <a:buNone/>
            </a:pPr>
            <a:r>
              <a:rPr lang="es-ES" sz="700">
                <a:solidFill>
                  <a:srgbClr val="0C57D3"/>
                </a:solidFill>
              </a:rPr>
              <a:t>reportabilidad</a:t>
            </a:r>
            <a:endParaRPr sz="700">
              <a:solidFill>
                <a:srgbClr val="0C57D3"/>
              </a:solidFill>
            </a:endParaRPr>
          </a:p>
        </p:txBody>
      </p:sp>
      <p:sp>
        <p:nvSpPr>
          <p:cNvPr id="308" name="Google Shape;308;g3f8bb8eb9a8_0_2225"/>
          <p:cNvSpPr txBox="1"/>
          <p:nvPr/>
        </p:nvSpPr>
        <p:spPr>
          <a:xfrm>
            <a:off x="10833197" y="3023784"/>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5.1 Reporte de puesta en producción</a:t>
            </a:r>
            <a:endParaRPr sz="700">
              <a:solidFill>
                <a:srgbClr val="0C57D3"/>
              </a:solidFill>
            </a:endParaRPr>
          </a:p>
        </p:txBody>
      </p:sp>
      <p:sp>
        <p:nvSpPr>
          <p:cNvPr id="309" name="Google Shape;309;g3f8bb8eb9a8_0_2225"/>
          <p:cNvSpPr txBox="1"/>
          <p:nvPr/>
        </p:nvSpPr>
        <p:spPr>
          <a:xfrm>
            <a:off x="4760183" y="4356956"/>
            <a:ext cx="1221000" cy="332100"/>
          </a:xfrm>
          <a:prstGeom prst="rect">
            <a:avLst/>
          </a:prstGeom>
          <a:solidFill>
            <a:srgbClr val="D9EAD3"/>
          </a:solid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marR="0" rtl="0" algn="l">
              <a:lnSpc>
                <a:spcPct val="100000"/>
              </a:lnSpc>
              <a:spcBef>
                <a:spcPts val="0"/>
              </a:spcBef>
              <a:spcAft>
                <a:spcPts val="0"/>
              </a:spcAft>
              <a:buNone/>
            </a:pPr>
            <a:r>
              <a:rPr lang="es-ES" sz="700">
                <a:solidFill>
                  <a:srgbClr val="0C57D3"/>
                </a:solidFill>
              </a:rPr>
              <a:t>1.4 Diseño funcional</a:t>
            </a:r>
            <a:endParaRPr sz="700">
              <a:solidFill>
                <a:srgbClr val="0C57D3"/>
              </a:solidFill>
            </a:endParaRPr>
          </a:p>
        </p:txBody>
      </p:sp>
      <p:sp>
        <p:nvSpPr>
          <p:cNvPr id="310" name="Google Shape;310;g3f8bb8eb9a8_0_2225"/>
          <p:cNvSpPr txBox="1"/>
          <p:nvPr/>
        </p:nvSpPr>
        <p:spPr>
          <a:xfrm>
            <a:off x="6272934" y="3059364"/>
            <a:ext cx="1221000" cy="332100"/>
          </a:xfrm>
          <a:prstGeom prst="rect">
            <a:avLst/>
          </a:prstGeom>
          <a:solidFill>
            <a:srgbClr val="F9CB9C"/>
          </a:solid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2.1 Instalación Blue Prism</a:t>
            </a:r>
            <a:endParaRPr sz="700">
              <a:solidFill>
                <a:srgbClr val="0C57D3"/>
              </a:solidFill>
            </a:endParaRPr>
          </a:p>
        </p:txBody>
      </p:sp>
      <p:sp>
        <p:nvSpPr>
          <p:cNvPr id="311" name="Google Shape;311;g3f8bb8eb9a8_0_2225"/>
          <p:cNvSpPr txBox="1"/>
          <p:nvPr/>
        </p:nvSpPr>
        <p:spPr>
          <a:xfrm>
            <a:off x="6272934" y="3491894"/>
            <a:ext cx="1221000" cy="332100"/>
          </a:xfrm>
          <a:prstGeom prst="rect">
            <a:avLst/>
          </a:prstGeom>
          <a:solidFill>
            <a:srgbClr val="F9CB9C"/>
          </a:solid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2.2 Configuración SQL Express</a:t>
            </a:r>
            <a:endParaRPr sz="700">
              <a:solidFill>
                <a:srgbClr val="0C57D3"/>
              </a:solidFill>
            </a:endParaRPr>
          </a:p>
        </p:txBody>
      </p:sp>
      <p:sp>
        <p:nvSpPr>
          <p:cNvPr id="312" name="Google Shape;312;g3f8bb8eb9a8_0_2225"/>
          <p:cNvSpPr txBox="1"/>
          <p:nvPr/>
        </p:nvSpPr>
        <p:spPr>
          <a:xfrm>
            <a:off x="6272934" y="3924425"/>
            <a:ext cx="1221000" cy="332100"/>
          </a:xfrm>
          <a:prstGeom prst="rect">
            <a:avLst/>
          </a:prstGeom>
          <a:solidFill>
            <a:srgbClr val="F4CCCC"/>
          </a:solid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2.3 Accesos CRM</a:t>
            </a:r>
            <a:endParaRPr sz="700">
              <a:solidFill>
                <a:srgbClr val="0C57D3"/>
              </a:solidFill>
            </a:endParaRPr>
          </a:p>
        </p:txBody>
      </p:sp>
      <p:sp>
        <p:nvSpPr>
          <p:cNvPr id="313" name="Google Shape;313;g3f8bb8eb9a8_0_2225"/>
          <p:cNvSpPr txBox="1"/>
          <p:nvPr/>
        </p:nvSpPr>
        <p:spPr>
          <a:xfrm>
            <a:off x="9295334" y="3023784"/>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4.1 Ambiente de pruebas</a:t>
            </a:r>
            <a:endParaRPr sz="700">
              <a:solidFill>
                <a:srgbClr val="0C57D3"/>
              </a:solidFill>
            </a:endParaRPr>
          </a:p>
        </p:txBody>
      </p:sp>
      <p:sp>
        <p:nvSpPr>
          <p:cNvPr id="314" name="Google Shape;314;g3f8bb8eb9a8_0_2225"/>
          <p:cNvSpPr txBox="1"/>
          <p:nvPr/>
        </p:nvSpPr>
        <p:spPr>
          <a:xfrm>
            <a:off x="9295334" y="3456315"/>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4.2 Pruebas unitarias</a:t>
            </a:r>
            <a:endParaRPr sz="700">
              <a:solidFill>
                <a:srgbClr val="0C57D3"/>
              </a:solidFill>
            </a:endParaRPr>
          </a:p>
        </p:txBody>
      </p:sp>
      <p:sp>
        <p:nvSpPr>
          <p:cNvPr id="315" name="Google Shape;315;g3f8bb8eb9a8_0_2225"/>
          <p:cNvSpPr txBox="1"/>
          <p:nvPr/>
        </p:nvSpPr>
        <p:spPr>
          <a:xfrm>
            <a:off x="9295334" y="3888845"/>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4.3 Pruebas integrales</a:t>
            </a:r>
            <a:endParaRPr sz="700">
              <a:solidFill>
                <a:srgbClr val="0C57D3"/>
              </a:solidFill>
            </a:endParaRPr>
          </a:p>
        </p:txBody>
      </p:sp>
      <p:sp>
        <p:nvSpPr>
          <p:cNvPr id="316" name="Google Shape;316;g3f8bb8eb9a8_0_2225"/>
          <p:cNvSpPr txBox="1"/>
          <p:nvPr/>
        </p:nvSpPr>
        <p:spPr>
          <a:xfrm>
            <a:off x="10833197" y="3456315"/>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5.2 Paso a producción</a:t>
            </a:r>
            <a:endParaRPr sz="700">
              <a:solidFill>
                <a:srgbClr val="0C57D3"/>
              </a:solidFill>
            </a:endParaRPr>
          </a:p>
        </p:txBody>
      </p:sp>
      <p:sp>
        <p:nvSpPr>
          <p:cNvPr id="317" name="Google Shape;317;g3f8bb8eb9a8_0_2225"/>
          <p:cNvSpPr txBox="1"/>
          <p:nvPr/>
        </p:nvSpPr>
        <p:spPr>
          <a:xfrm>
            <a:off x="10833197" y="3888845"/>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5.3 Pruebas post producción</a:t>
            </a:r>
            <a:endParaRPr sz="700">
              <a:solidFill>
                <a:srgbClr val="0C57D3"/>
              </a:solidFill>
            </a:endParaRPr>
          </a:p>
        </p:txBody>
      </p:sp>
      <p:sp>
        <p:nvSpPr>
          <p:cNvPr id="318" name="Google Shape;318;g3f8bb8eb9a8_0_2225"/>
          <p:cNvSpPr txBox="1"/>
          <p:nvPr/>
        </p:nvSpPr>
        <p:spPr>
          <a:xfrm>
            <a:off x="4760183" y="3491894"/>
            <a:ext cx="1221000" cy="332100"/>
          </a:xfrm>
          <a:prstGeom prst="rect">
            <a:avLst/>
          </a:prstGeom>
          <a:solidFill>
            <a:srgbClr val="D9EAD3"/>
          </a:solid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1.2 Plan de alcance</a:t>
            </a:r>
            <a:endParaRPr sz="700">
              <a:solidFill>
                <a:srgbClr val="0C57D3"/>
              </a:solidFill>
            </a:endParaRPr>
          </a:p>
        </p:txBody>
      </p:sp>
      <p:sp>
        <p:nvSpPr>
          <p:cNvPr id="319" name="Google Shape;319;g3f8bb8eb9a8_0_2225"/>
          <p:cNvSpPr txBox="1"/>
          <p:nvPr/>
        </p:nvSpPr>
        <p:spPr>
          <a:xfrm>
            <a:off x="4760183" y="3924425"/>
            <a:ext cx="1221000" cy="332100"/>
          </a:xfrm>
          <a:prstGeom prst="rect">
            <a:avLst/>
          </a:prstGeom>
          <a:solidFill>
            <a:srgbClr val="D9EAD3"/>
          </a:solid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1.3 Matriz Stakeholders</a:t>
            </a:r>
            <a:endParaRPr sz="700">
              <a:solidFill>
                <a:srgbClr val="0C57D3"/>
              </a:solidFill>
            </a:endParaRPr>
          </a:p>
        </p:txBody>
      </p:sp>
      <p:cxnSp>
        <p:nvCxnSpPr>
          <p:cNvPr id="320" name="Google Shape;320;g3f8bb8eb9a8_0_2225"/>
          <p:cNvCxnSpPr>
            <a:stCxn id="293" idx="1"/>
            <a:endCxn id="306" idx="1"/>
          </p:cNvCxnSpPr>
          <p:nvPr/>
        </p:nvCxnSpPr>
        <p:spPr>
          <a:xfrm>
            <a:off x="4760183" y="2792883"/>
            <a:ext cx="600" cy="4326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21" name="Google Shape;321;g3f8bb8eb9a8_0_2225"/>
          <p:cNvCxnSpPr>
            <a:stCxn id="293" idx="1"/>
            <a:endCxn id="318" idx="1"/>
          </p:cNvCxnSpPr>
          <p:nvPr/>
        </p:nvCxnSpPr>
        <p:spPr>
          <a:xfrm>
            <a:off x="4760183" y="2792883"/>
            <a:ext cx="600" cy="8652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22" name="Google Shape;322;g3f8bb8eb9a8_0_2225"/>
          <p:cNvCxnSpPr>
            <a:stCxn id="293" idx="1"/>
            <a:endCxn id="319" idx="1"/>
          </p:cNvCxnSpPr>
          <p:nvPr/>
        </p:nvCxnSpPr>
        <p:spPr>
          <a:xfrm>
            <a:off x="4760183" y="2792883"/>
            <a:ext cx="600" cy="12975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23" name="Google Shape;323;g3f8bb8eb9a8_0_2225"/>
          <p:cNvCxnSpPr>
            <a:stCxn id="293" idx="1"/>
            <a:endCxn id="309" idx="1"/>
          </p:cNvCxnSpPr>
          <p:nvPr/>
        </p:nvCxnSpPr>
        <p:spPr>
          <a:xfrm>
            <a:off x="4760183" y="2792883"/>
            <a:ext cx="600" cy="17301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24" name="Google Shape;324;g3f8bb8eb9a8_0_2225"/>
          <p:cNvCxnSpPr>
            <a:stCxn id="298" idx="1"/>
            <a:endCxn id="304" idx="1"/>
          </p:cNvCxnSpPr>
          <p:nvPr/>
        </p:nvCxnSpPr>
        <p:spPr>
          <a:xfrm>
            <a:off x="7749930" y="2775093"/>
            <a:ext cx="600" cy="4326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25" name="Google Shape;325;g3f8bb8eb9a8_0_2225"/>
          <p:cNvCxnSpPr>
            <a:stCxn id="298" idx="1"/>
            <a:endCxn id="303" idx="1"/>
          </p:cNvCxnSpPr>
          <p:nvPr/>
        </p:nvCxnSpPr>
        <p:spPr>
          <a:xfrm>
            <a:off x="7749930" y="2775093"/>
            <a:ext cx="600" cy="8652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26" name="Google Shape;326;g3f8bb8eb9a8_0_2225"/>
          <p:cNvCxnSpPr>
            <a:stCxn id="298" idx="1"/>
            <a:endCxn id="305" idx="1"/>
          </p:cNvCxnSpPr>
          <p:nvPr/>
        </p:nvCxnSpPr>
        <p:spPr>
          <a:xfrm>
            <a:off x="7749930" y="2775093"/>
            <a:ext cx="600" cy="12975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27" name="Google Shape;327;g3f8bb8eb9a8_0_2225"/>
          <p:cNvCxnSpPr>
            <a:stCxn id="298" idx="1"/>
            <a:endCxn id="307" idx="1"/>
          </p:cNvCxnSpPr>
          <p:nvPr/>
        </p:nvCxnSpPr>
        <p:spPr>
          <a:xfrm>
            <a:off x="7749930" y="2775093"/>
            <a:ext cx="600" cy="17301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28" name="Google Shape;328;g3f8bb8eb9a8_0_2225"/>
          <p:cNvCxnSpPr>
            <a:stCxn id="300" idx="1"/>
            <a:endCxn id="313" idx="1"/>
          </p:cNvCxnSpPr>
          <p:nvPr/>
        </p:nvCxnSpPr>
        <p:spPr>
          <a:xfrm>
            <a:off x="9295334" y="2757303"/>
            <a:ext cx="600" cy="4326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29" name="Google Shape;329;g3f8bb8eb9a8_0_2225"/>
          <p:cNvCxnSpPr>
            <a:stCxn id="300" idx="1"/>
            <a:endCxn id="314" idx="1"/>
          </p:cNvCxnSpPr>
          <p:nvPr/>
        </p:nvCxnSpPr>
        <p:spPr>
          <a:xfrm>
            <a:off x="9295334" y="2757303"/>
            <a:ext cx="600" cy="8652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30" name="Google Shape;330;g3f8bb8eb9a8_0_2225"/>
          <p:cNvCxnSpPr>
            <a:stCxn id="300" idx="1"/>
            <a:endCxn id="315" idx="1"/>
          </p:cNvCxnSpPr>
          <p:nvPr/>
        </p:nvCxnSpPr>
        <p:spPr>
          <a:xfrm>
            <a:off x="9295334" y="2757303"/>
            <a:ext cx="600" cy="12975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31" name="Google Shape;331;g3f8bb8eb9a8_0_2225"/>
          <p:cNvCxnSpPr>
            <a:stCxn id="302" idx="1"/>
            <a:endCxn id="308" idx="1"/>
          </p:cNvCxnSpPr>
          <p:nvPr/>
        </p:nvCxnSpPr>
        <p:spPr>
          <a:xfrm>
            <a:off x="10833197" y="2757303"/>
            <a:ext cx="600" cy="4326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32" name="Google Shape;332;g3f8bb8eb9a8_0_2225"/>
          <p:cNvCxnSpPr>
            <a:stCxn id="302" idx="1"/>
            <a:endCxn id="316" idx="1"/>
          </p:cNvCxnSpPr>
          <p:nvPr/>
        </p:nvCxnSpPr>
        <p:spPr>
          <a:xfrm>
            <a:off x="10833197" y="2757303"/>
            <a:ext cx="600" cy="8652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33" name="Google Shape;333;g3f8bb8eb9a8_0_2225"/>
          <p:cNvCxnSpPr>
            <a:stCxn id="302" idx="1"/>
            <a:endCxn id="317" idx="1"/>
          </p:cNvCxnSpPr>
          <p:nvPr/>
        </p:nvCxnSpPr>
        <p:spPr>
          <a:xfrm>
            <a:off x="10833197" y="2757303"/>
            <a:ext cx="600" cy="12975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34" name="Google Shape;334;g3f8bb8eb9a8_0_2225"/>
          <p:cNvCxnSpPr>
            <a:stCxn id="296" idx="1"/>
            <a:endCxn id="310" idx="1"/>
          </p:cNvCxnSpPr>
          <p:nvPr/>
        </p:nvCxnSpPr>
        <p:spPr>
          <a:xfrm>
            <a:off x="6272934" y="2792883"/>
            <a:ext cx="600" cy="4326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35" name="Google Shape;335;g3f8bb8eb9a8_0_2225"/>
          <p:cNvCxnSpPr>
            <a:stCxn id="296" idx="1"/>
            <a:endCxn id="311" idx="1"/>
          </p:cNvCxnSpPr>
          <p:nvPr/>
        </p:nvCxnSpPr>
        <p:spPr>
          <a:xfrm>
            <a:off x="6272934" y="2792883"/>
            <a:ext cx="600" cy="8652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36" name="Google Shape;336;g3f8bb8eb9a8_0_2225"/>
          <p:cNvCxnSpPr>
            <a:stCxn id="296" idx="1"/>
            <a:endCxn id="312" idx="1"/>
          </p:cNvCxnSpPr>
          <p:nvPr/>
        </p:nvCxnSpPr>
        <p:spPr>
          <a:xfrm>
            <a:off x="6272934" y="2792883"/>
            <a:ext cx="600" cy="1297500"/>
          </a:xfrm>
          <a:prstGeom prst="bentConnector3">
            <a:avLst>
              <a:gd fmla="val -39687500" name="adj1"/>
            </a:avLst>
          </a:prstGeom>
          <a:noFill/>
          <a:ln cap="flat" cmpd="sng" w="8625">
            <a:solidFill>
              <a:schemeClr val="dk2"/>
            </a:solidFill>
            <a:prstDash val="solid"/>
            <a:round/>
            <a:headEnd len="med" w="med" type="none"/>
            <a:tailEnd len="med" w="med" type="none"/>
          </a:ln>
        </p:spPr>
      </p:cxnSp>
      <p:sp>
        <p:nvSpPr>
          <p:cNvPr id="337" name="Google Shape;337;g3f8bb8eb9a8_0_2225"/>
          <p:cNvSpPr txBox="1"/>
          <p:nvPr/>
        </p:nvSpPr>
        <p:spPr>
          <a:xfrm>
            <a:off x="9295334" y="4321376"/>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4.4 Pruebas de aceptación de usuario</a:t>
            </a:r>
            <a:endParaRPr sz="700">
              <a:solidFill>
                <a:srgbClr val="0C57D3"/>
              </a:solidFill>
            </a:endParaRPr>
          </a:p>
        </p:txBody>
      </p:sp>
      <p:sp>
        <p:nvSpPr>
          <p:cNvPr id="338" name="Google Shape;338;g3f8bb8eb9a8_0_2225"/>
          <p:cNvSpPr txBox="1"/>
          <p:nvPr/>
        </p:nvSpPr>
        <p:spPr>
          <a:xfrm>
            <a:off x="9295878" y="4753911"/>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4.5 Corrección de errores</a:t>
            </a:r>
            <a:endParaRPr sz="700">
              <a:solidFill>
                <a:srgbClr val="0C57D3"/>
              </a:solidFill>
            </a:endParaRPr>
          </a:p>
        </p:txBody>
      </p:sp>
      <p:cxnSp>
        <p:nvCxnSpPr>
          <p:cNvPr id="339" name="Google Shape;339;g3f8bb8eb9a8_0_2225"/>
          <p:cNvCxnSpPr>
            <a:stCxn id="300" idx="1"/>
            <a:endCxn id="337" idx="1"/>
          </p:cNvCxnSpPr>
          <p:nvPr/>
        </p:nvCxnSpPr>
        <p:spPr>
          <a:xfrm>
            <a:off x="9295334" y="2757303"/>
            <a:ext cx="600" cy="17301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40" name="Google Shape;340;g3f8bb8eb9a8_0_2225"/>
          <p:cNvCxnSpPr>
            <a:stCxn id="300" idx="1"/>
            <a:endCxn id="338" idx="1"/>
          </p:cNvCxnSpPr>
          <p:nvPr/>
        </p:nvCxnSpPr>
        <p:spPr>
          <a:xfrm>
            <a:off x="9295334" y="2757303"/>
            <a:ext cx="600" cy="2162700"/>
          </a:xfrm>
          <a:prstGeom prst="bentConnector3">
            <a:avLst>
              <a:gd fmla="val -39687500" name="adj1"/>
            </a:avLst>
          </a:prstGeom>
          <a:noFill/>
          <a:ln cap="flat" cmpd="sng" w="8625">
            <a:solidFill>
              <a:schemeClr val="dk2"/>
            </a:solidFill>
            <a:prstDash val="solid"/>
            <a:round/>
            <a:headEnd len="med" w="med" type="none"/>
            <a:tailEnd len="med" w="med" type="none"/>
          </a:ln>
        </p:spPr>
      </p:cxnSp>
      <p:sp>
        <p:nvSpPr>
          <p:cNvPr id="341" name="Google Shape;341;g3f8bb8eb9a8_0_2225"/>
          <p:cNvSpPr txBox="1"/>
          <p:nvPr/>
        </p:nvSpPr>
        <p:spPr>
          <a:xfrm>
            <a:off x="10833197" y="4321376"/>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5.4 Capacitaciones</a:t>
            </a:r>
            <a:endParaRPr sz="700">
              <a:solidFill>
                <a:srgbClr val="0C57D3"/>
              </a:solidFill>
            </a:endParaRPr>
          </a:p>
        </p:txBody>
      </p:sp>
      <p:sp>
        <p:nvSpPr>
          <p:cNvPr id="342" name="Google Shape;342;g3f8bb8eb9a8_0_2225"/>
          <p:cNvSpPr txBox="1"/>
          <p:nvPr/>
        </p:nvSpPr>
        <p:spPr>
          <a:xfrm>
            <a:off x="10833741" y="4753911"/>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5.5 Informe de cierre</a:t>
            </a:r>
            <a:endParaRPr sz="700">
              <a:solidFill>
                <a:srgbClr val="0C57D3"/>
              </a:solidFill>
            </a:endParaRPr>
          </a:p>
        </p:txBody>
      </p:sp>
      <p:sp>
        <p:nvSpPr>
          <p:cNvPr id="343" name="Google Shape;343;g3f8bb8eb9a8_0_2225"/>
          <p:cNvSpPr txBox="1"/>
          <p:nvPr/>
        </p:nvSpPr>
        <p:spPr>
          <a:xfrm>
            <a:off x="10833741" y="5186446"/>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5.6 Garantía</a:t>
            </a:r>
            <a:endParaRPr sz="700">
              <a:solidFill>
                <a:srgbClr val="0C57D3"/>
              </a:solidFill>
            </a:endParaRPr>
          </a:p>
        </p:txBody>
      </p:sp>
      <p:cxnSp>
        <p:nvCxnSpPr>
          <p:cNvPr id="344" name="Google Shape;344;g3f8bb8eb9a8_0_2225"/>
          <p:cNvCxnSpPr>
            <a:stCxn id="302" idx="1"/>
            <a:endCxn id="341" idx="1"/>
          </p:cNvCxnSpPr>
          <p:nvPr/>
        </p:nvCxnSpPr>
        <p:spPr>
          <a:xfrm>
            <a:off x="10833197" y="2757303"/>
            <a:ext cx="600" cy="17301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45" name="Google Shape;345;g3f8bb8eb9a8_0_2225"/>
          <p:cNvCxnSpPr>
            <a:stCxn id="302" idx="1"/>
            <a:endCxn id="342" idx="1"/>
          </p:cNvCxnSpPr>
          <p:nvPr/>
        </p:nvCxnSpPr>
        <p:spPr>
          <a:xfrm>
            <a:off x="10833197" y="2757303"/>
            <a:ext cx="600" cy="21627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46" name="Google Shape;346;g3f8bb8eb9a8_0_2225"/>
          <p:cNvCxnSpPr>
            <a:stCxn id="302" idx="1"/>
            <a:endCxn id="343" idx="1"/>
          </p:cNvCxnSpPr>
          <p:nvPr/>
        </p:nvCxnSpPr>
        <p:spPr>
          <a:xfrm>
            <a:off x="10833197" y="2757303"/>
            <a:ext cx="600" cy="2595300"/>
          </a:xfrm>
          <a:prstGeom prst="bentConnector3">
            <a:avLst>
              <a:gd fmla="val -39687500" name="adj1"/>
            </a:avLst>
          </a:prstGeom>
          <a:noFill/>
          <a:ln cap="flat" cmpd="sng" w="8625">
            <a:solidFill>
              <a:schemeClr val="dk2"/>
            </a:solidFill>
            <a:prstDash val="solid"/>
            <a:round/>
            <a:headEnd len="med" w="med" type="none"/>
            <a:tailEnd len="med" w="med" type="none"/>
          </a:ln>
        </p:spPr>
      </p:cxnSp>
      <p:sp>
        <p:nvSpPr>
          <p:cNvPr id="347" name="Google Shape;347;g3f8bb8eb9a8_0_2225"/>
          <p:cNvSpPr txBox="1"/>
          <p:nvPr/>
        </p:nvSpPr>
        <p:spPr>
          <a:xfrm>
            <a:off x="4760183" y="4789491"/>
            <a:ext cx="1221000" cy="332100"/>
          </a:xfrm>
          <a:prstGeom prst="rect">
            <a:avLst/>
          </a:prstGeom>
          <a:solidFill>
            <a:srgbClr val="D9EAD3"/>
          </a:solid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marR="0" rtl="0" algn="l">
              <a:lnSpc>
                <a:spcPct val="100000"/>
              </a:lnSpc>
              <a:spcBef>
                <a:spcPts val="0"/>
              </a:spcBef>
              <a:spcAft>
                <a:spcPts val="0"/>
              </a:spcAft>
              <a:buNone/>
            </a:pPr>
            <a:r>
              <a:rPr lang="es-ES" sz="700">
                <a:solidFill>
                  <a:srgbClr val="0C57D3"/>
                </a:solidFill>
              </a:rPr>
              <a:t>1.5 Diseño técnico</a:t>
            </a:r>
            <a:endParaRPr sz="700">
              <a:solidFill>
                <a:srgbClr val="0C57D3"/>
              </a:solidFill>
            </a:endParaRPr>
          </a:p>
        </p:txBody>
      </p:sp>
      <p:sp>
        <p:nvSpPr>
          <p:cNvPr id="348" name="Google Shape;348;g3f8bb8eb9a8_0_2225"/>
          <p:cNvSpPr txBox="1"/>
          <p:nvPr/>
        </p:nvSpPr>
        <p:spPr>
          <a:xfrm>
            <a:off x="4760183" y="5222026"/>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1.6 Casos de pruebas</a:t>
            </a:r>
            <a:endParaRPr sz="700">
              <a:solidFill>
                <a:srgbClr val="0C57D3"/>
              </a:solidFill>
            </a:endParaRPr>
          </a:p>
        </p:txBody>
      </p:sp>
      <p:sp>
        <p:nvSpPr>
          <p:cNvPr id="349" name="Google Shape;349;g3f8bb8eb9a8_0_2225"/>
          <p:cNvSpPr txBox="1"/>
          <p:nvPr/>
        </p:nvSpPr>
        <p:spPr>
          <a:xfrm>
            <a:off x="4760183" y="5654556"/>
            <a:ext cx="1221000" cy="332100"/>
          </a:xfrm>
          <a:prstGeom prst="rect">
            <a:avLst/>
          </a:prstGeom>
          <a:noFill/>
          <a:ln cap="flat" cmpd="sng" w="17275">
            <a:solidFill>
              <a:srgbClr val="0C57D3"/>
            </a:solidFill>
            <a:prstDash val="solid"/>
            <a:round/>
            <a:headEnd len="sm" w="sm" type="none"/>
            <a:tailEnd len="sm" w="sm" type="none"/>
          </a:ln>
        </p:spPr>
        <p:txBody>
          <a:bodyPr anchorCtr="0" anchor="ctr" bIns="82900" lIns="82900" spcFirstLastPara="1" rIns="82900" wrap="square" tIns="82900">
            <a:noAutofit/>
          </a:bodyPr>
          <a:lstStyle/>
          <a:p>
            <a:pPr indent="0" lvl="0" marL="0" rtl="0" algn="l">
              <a:spcBef>
                <a:spcPts val="0"/>
              </a:spcBef>
              <a:spcAft>
                <a:spcPts val="0"/>
              </a:spcAft>
              <a:buNone/>
            </a:pPr>
            <a:r>
              <a:rPr lang="es-ES" sz="700">
                <a:solidFill>
                  <a:srgbClr val="0C57D3"/>
                </a:solidFill>
              </a:rPr>
              <a:t>1.7 Planificación</a:t>
            </a:r>
            <a:endParaRPr sz="700">
              <a:solidFill>
                <a:srgbClr val="0C57D3"/>
              </a:solidFill>
            </a:endParaRPr>
          </a:p>
        </p:txBody>
      </p:sp>
      <p:cxnSp>
        <p:nvCxnSpPr>
          <p:cNvPr id="350" name="Google Shape;350;g3f8bb8eb9a8_0_2225"/>
          <p:cNvCxnSpPr>
            <a:stCxn id="293" idx="1"/>
            <a:endCxn id="347" idx="1"/>
          </p:cNvCxnSpPr>
          <p:nvPr/>
        </p:nvCxnSpPr>
        <p:spPr>
          <a:xfrm>
            <a:off x="4760183" y="2792883"/>
            <a:ext cx="600" cy="21627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51" name="Google Shape;351;g3f8bb8eb9a8_0_2225"/>
          <p:cNvCxnSpPr>
            <a:stCxn id="293" idx="1"/>
            <a:endCxn id="348" idx="1"/>
          </p:cNvCxnSpPr>
          <p:nvPr/>
        </p:nvCxnSpPr>
        <p:spPr>
          <a:xfrm>
            <a:off x="4760183" y="2792883"/>
            <a:ext cx="600" cy="2595300"/>
          </a:xfrm>
          <a:prstGeom prst="bentConnector3">
            <a:avLst>
              <a:gd fmla="val -39687500" name="adj1"/>
            </a:avLst>
          </a:prstGeom>
          <a:noFill/>
          <a:ln cap="flat" cmpd="sng" w="8625">
            <a:solidFill>
              <a:schemeClr val="dk2"/>
            </a:solidFill>
            <a:prstDash val="solid"/>
            <a:round/>
            <a:headEnd len="med" w="med" type="none"/>
            <a:tailEnd len="med" w="med" type="none"/>
          </a:ln>
        </p:spPr>
      </p:cxnSp>
      <p:cxnSp>
        <p:nvCxnSpPr>
          <p:cNvPr id="352" name="Google Shape;352;g3f8bb8eb9a8_0_2225"/>
          <p:cNvCxnSpPr>
            <a:stCxn id="293" idx="1"/>
            <a:endCxn id="349" idx="1"/>
          </p:cNvCxnSpPr>
          <p:nvPr/>
        </p:nvCxnSpPr>
        <p:spPr>
          <a:xfrm>
            <a:off x="4760183" y="2792883"/>
            <a:ext cx="600" cy="3027600"/>
          </a:xfrm>
          <a:prstGeom prst="bentConnector3">
            <a:avLst>
              <a:gd fmla="val -39687500" name="adj1"/>
            </a:avLst>
          </a:prstGeom>
          <a:noFill/>
          <a:ln cap="flat" cmpd="sng" w="8625">
            <a:solidFill>
              <a:schemeClr val="dk2"/>
            </a:solidFill>
            <a:prstDash val="solid"/>
            <a:round/>
            <a:headEnd len="med" w="med" type="none"/>
            <a:tailEnd len="med" w="med" type="none"/>
          </a:ln>
        </p:spPr>
      </p:cxnSp>
      <p:sp>
        <p:nvSpPr>
          <p:cNvPr id="353" name="Google Shape;353;g3f8bb8eb9a8_0_2225"/>
          <p:cNvSpPr/>
          <p:nvPr/>
        </p:nvSpPr>
        <p:spPr>
          <a:xfrm>
            <a:off x="178735" y="6083148"/>
            <a:ext cx="169800" cy="163800"/>
          </a:xfrm>
          <a:prstGeom prst="ellipse">
            <a:avLst/>
          </a:prstGeom>
          <a:solidFill>
            <a:srgbClr val="D9EAD3"/>
          </a:solidFill>
          <a:ln cap="flat" cmpd="sng" w="12700">
            <a:solidFill>
              <a:srgbClr val="CCCCCC"/>
            </a:solidFill>
            <a:prstDash val="solid"/>
            <a:round/>
            <a:headEnd len="sm" w="sm" type="none"/>
            <a:tailEnd len="sm" w="sm" type="none"/>
          </a:ln>
        </p:spPr>
        <p:txBody>
          <a:bodyPr anchorCtr="0" anchor="ctr" bIns="121900" lIns="121900" spcFirstLastPara="1" rIns="121900" wrap="square" tIns="121900">
            <a:noAutofit/>
          </a:bodyPr>
          <a:lstStyle/>
          <a:p>
            <a:pPr indent="0" lvl="0" marL="0" rtl="0" algn="ctr">
              <a:spcBef>
                <a:spcPts val="0"/>
              </a:spcBef>
              <a:spcAft>
                <a:spcPts val="0"/>
              </a:spcAft>
              <a:buNone/>
            </a:pPr>
            <a:r>
              <a:t/>
            </a:r>
            <a:endParaRPr sz="1900"/>
          </a:p>
        </p:txBody>
      </p:sp>
      <p:sp>
        <p:nvSpPr>
          <p:cNvPr id="354" name="Google Shape;354;g3f8bb8eb9a8_0_2225"/>
          <p:cNvSpPr/>
          <p:nvPr/>
        </p:nvSpPr>
        <p:spPr>
          <a:xfrm>
            <a:off x="178735" y="6286348"/>
            <a:ext cx="169800" cy="163800"/>
          </a:xfrm>
          <a:prstGeom prst="ellipse">
            <a:avLst/>
          </a:prstGeom>
          <a:solidFill>
            <a:srgbClr val="F9CB9C"/>
          </a:solidFill>
          <a:ln cap="flat" cmpd="sng" w="12700">
            <a:solidFill>
              <a:srgbClr val="CCCCCC"/>
            </a:solidFill>
            <a:prstDash val="solid"/>
            <a:round/>
            <a:headEnd len="sm" w="sm" type="none"/>
            <a:tailEnd len="sm" w="sm" type="none"/>
          </a:ln>
        </p:spPr>
        <p:txBody>
          <a:bodyPr anchorCtr="0" anchor="ctr" bIns="121900" lIns="121900" spcFirstLastPara="1" rIns="121900" wrap="square" tIns="121900">
            <a:noAutofit/>
          </a:bodyPr>
          <a:lstStyle/>
          <a:p>
            <a:pPr indent="0" lvl="0" marL="0" rtl="0" algn="ctr">
              <a:spcBef>
                <a:spcPts val="0"/>
              </a:spcBef>
              <a:spcAft>
                <a:spcPts val="0"/>
              </a:spcAft>
              <a:buNone/>
            </a:pPr>
            <a:r>
              <a:t/>
            </a:r>
            <a:endParaRPr sz="1900"/>
          </a:p>
        </p:txBody>
      </p:sp>
      <p:sp>
        <p:nvSpPr>
          <p:cNvPr id="355" name="Google Shape;355;g3f8bb8eb9a8_0_2225"/>
          <p:cNvSpPr txBox="1"/>
          <p:nvPr/>
        </p:nvSpPr>
        <p:spPr>
          <a:xfrm>
            <a:off x="393202" y="5986556"/>
            <a:ext cx="1179600" cy="763500"/>
          </a:xfrm>
          <a:prstGeom prst="rect">
            <a:avLst/>
          </a:prstGeom>
          <a:noFill/>
          <a:ln>
            <a:noFill/>
          </a:ln>
        </p:spPr>
        <p:txBody>
          <a:bodyPr anchorCtr="0" anchor="t" bIns="121900" lIns="121900" spcFirstLastPara="1" rIns="121900" wrap="square" tIns="121900">
            <a:noAutofit/>
          </a:bodyPr>
          <a:lstStyle/>
          <a:p>
            <a:pPr indent="0" lvl="0" marL="0" rtl="0" algn="l">
              <a:spcBef>
                <a:spcPts val="0"/>
              </a:spcBef>
              <a:spcAft>
                <a:spcPts val="0"/>
              </a:spcAft>
              <a:buNone/>
            </a:pPr>
            <a:r>
              <a:rPr lang="es-ES" sz="1100">
                <a:solidFill>
                  <a:schemeClr val="dk2"/>
                </a:solidFill>
              </a:rPr>
              <a:t>Realizado</a:t>
            </a:r>
            <a:endParaRPr sz="1100">
              <a:solidFill>
                <a:schemeClr val="dk2"/>
              </a:solidFill>
            </a:endParaRPr>
          </a:p>
          <a:p>
            <a:pPr indent="0" lvl="0" marL="0" rtl="0" algn="l">
              <a:spcBef>
                <a:spcPts val="0"/>
              </a:spcBef>
              <a:spcAft>
                <a:spcPts val="0"/>
              </a:spcAft>
              <a:buNone/>
            </a:pPr>
            <a:r>
              <a:rPr lang="es-ES" sz="1100">
                <a:solidFill>
                  <a:schemeClr val="dk2"/>
                </a:solidFill>
              </a:rPr>
              <a:t>En curso</a:t>
            </a:r>
            <a:endParaRPr sz="1100">
              <a:solidFill>
                <a:schemeClr val="dk2"/>
              </a:solidFill>
            </a:endParaRPr>
          </a:p>
          <a:p>
            <a:pPr indent="0" lvl="0" marL="0" rtl="0" algn="l">
              <a:spcBef>
                <a:spcPts val="0"/>
              </a:spcBef>
              <a:spcAft>
                <a:spcPts val="0"/>
              </a:spcAft>
              <a:buNone/>
            </a:pPr>
            <a:r>
              <a:rPr lang="es-ES" sz="1100">
                <a:solidFill>
                  <a:schemeClr val="dk2"/>
                </a:solidFill>
              </a:rPr>
              <a:t>En pausa</a:t>
            </a:r>
            <a:endParaRPr sz="1100">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9" name="Shape 359"/>
        <p:cNvGrpSpPr/>
        <p:nvPr/>
      </p:nvGrpSpPr>
      <p:grpSpPr>
        <a:xfrm>
          <a:off x="0" y="0"/>
          <a:ext cx="0" cy="0"/>
          <a:chOff x="0" y="0"/>
          <a:chExt cx="0" cy="0"/>
        </a:xfrm>
      </p:grpSpPr>
      <p:sp>
        <p:nvSpPr>
          <p:cNvPr id="360" name="Google Shape;360;g3f8bb8eb9a8_0_2420"/>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ES" sz="2800">
                <a:solidFill>
                  <a:srgbClr val="000000"/>
                </a:solidFill>
                <a:latin typeface="Arial"/>
                <a:ea typeface="Arial"/>
                <a:cs typeface="Arial"/>
                <a:sym typeface="Arial"/>
              </a:rPr>
              <a:t>Matriz RACI</a:t>
            </a:r>
            <a:endParaRPr sz="2800">
              <a:solidFill>
                <a:srgbClr val="000000"/>
              </a:solidFill>
              <a:latin typeface="Arial"/>
              <a:ea typeface="Arial"/>
              <a:cs typeface="Arial"/>
              <a:sym typeface="Arial"/>
            </a:endParaRPr>
          </a:p>
        </p:txBody>
      </p:sp>
      <p:sp>
        <p:nvSpPr>
          <p:cNvPr id="361" name="Google Shape;361;g3f8bb8eb9a8_0_2420"/>
          <p:cNvSpPr txBox="1"/>
          <p:nvPr/>
        </p:nvSpPr>
        <p:spPr>
          <a:xfrm>
            <a:off x="187330" y="1351440"/>
            <a:ext cx="11755500" cy="573900"/>
          </a:xfrm>
          <a:prstGeom prst="rect">
            <a:avLst/>
          </a:prstGeom>
          <a:noFill/>
          <a:ln>
            <a:noFill/>
          </a:ln>
        </p:spPr>
        <p:txBody>
          <a:bodyPr anchorCtr="0" anchor="t" bIns="55450" lIns="55450" spcFirstLastPara="1" rIns="55450" wrap="square" tIns="55450">
            <a:spAutoFit/>
          </a:bodyPr>
          <a:lstStyle/>
          <a:p>
            <a:pPr indent="0" lvl="0" marL="12700" rtl="0" algn="just">
              <a:spcBef>
                <a:spcPts val="0"/>
              </a:spcBef>
              <a:spcAft>
                <a:spcPts val="0"/>
              </a:spcAft>
              <a:buNone/>
            </a:pPr>
            <a:r>
              <a:rPr lang="es-ES" sz="1500">
                <a:solidFill>
                  <a:schemeClr val="dk1"/>
                </a:solidFill>
              </a:rPr>
              <a:t>Herramienta gráfica que organiza las responsabilidades de los involucrados en un proyecto, permitiendo dar un seguimiento en base estas responsabilidades.</a:t>
            </a:r>
            <a:endParaRPr sz="600">
              <a:solidFill>
                <a:srgbClr val="666666"/>
              </a:solidFill>
            </a:endParaRPr>
          </a:p>
        </p:txBody>
      </p:sp>
      <p:graphicFrame>
        <p:nvGraphicFramePr>
          <p:cNvPr id="362" name="Google Shape;362;g3f8bb8eb9a8_0_2420"/>
          <p:cNvGraphicFramePr/>
          <p:nvPr/>
        </p:nvGraphicFramePr>
        <p:xfrm>
          <a:off x="222696" y="1938285"/>
          <a:ext cx="3000000" cy="3000000"/>
        </p:xfrm>
        <a:graphic>
          <a:graphicData uri="http://schemas.openxmlformats.org/drawingml/2006/table">
            <a:tbl>
              <a:tblPr>
                <a:noFill/>
                <a:tableStyleId>{AA5351AE-CC16-4D2E-8F85-1D9DF876D21E}</a:tableStyleId>
              </a:tblPr>
              <a:tblGrid>
                <a:gridCol w="917725"/>
                <a:gridCol w="572475"/>
                <a:gridCol w="3313900"/>
                <a:gridCol w="983650"/>
                <a:gridCol w="983650"/>
                <a:gridCol w="1090525"/>
              </a:tblGrid>
              <a:tr h="197450">
                <a:tc gridSpan="3">
                  <a:txBody>
                    <a:bodyPr/>
                    <a:lstStyle/>
                    <a:p>
                      <a:pPr indent="0" lvl="0" marL="0" rtl="0" algn="l">
                        <a:lnSpc>
                          <a:spcPct val="115000"/>
                        </a:lnSpc>
                        <a:spcBef>
                          <a:spcPts val="0"/>
                        </a:spcBef>
                        <a:spcAft>
                          <a:spcPts val="0"/>
                        </a:spcAft>
                        <a:buNone/>
                      </a:pPr>
                      <a:r>
                        <a:rPr lang="es-ES" sz="700">
                          <a:solidFill>
                            <a:srgbClr val="FFFFFF"/>
                          </a:solidFill>
                        </a:rPr>
                        <a:t>Proyecto: RPA ACADEMY SOLUTION: Automatización de solicitudes académicas con Blue Prism</a:t>
                      </a:r>
                      <a:endParaRPr sz="700">
                        <a:solidFill>
                          <a:srgbClr val="FFFFF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1F497D"/>
                    </a:solidFill>
                  </a:tcPr>
                </a:tc>
                <a:tc hMerge="1"/>
                <a:tc hMerge="1"/>
                <a:tc gridSpan="3">
                  <a:txBody>
                    <a:bodyPr/>
                    <a:lstStyle/>
                    <a:p>
                      <a:pPr indent="0" lvl="0" marL="0" rtl="0" algn="ctr">
                        <a:lnSpc>
                          <a:spcPct val="115000"/>
                        </a:lnSpc>
                        <a:spcBef>
                          <a:spcPts val="0"/>
                        </a:spcBef>
                        <a:spcAft>
                          <a:spcPts val="0"/>
                        </a:spcAft>
                        <a:buNone/>
                      </a:pPr>
                      <a:r>
                        <a:rPr lang="es-ES" sz="600">
                          <a:solidFill>
                            <a:srgbClr val="FFFFFF"/>
                          </a:solidFill>
                        </a:rPr>
                        <a:t>Roles / Responsabilidades</a:t>
                      </a:r>
                      <a:endParaRPr sz="600">
                        <a:solidFill>
                          <a:srgbClr val="FFFFF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1F497D"/>
                    </a:solidFill>
                  </a:tcPr>
                </a:tc>
                <a:tc hMerge="1"/>
                <a:tc hMerge="1"/>
              </a:tr>
              <a:tr h="372950">
                <a:tc>
                  <a:txBody>
                    <a:bodyPr/>
                    <a:lstStyle/>
                    <a:p>
                      <a:pPr indent="0" lvl="0" marL="0" rtl="0" algn="ctr">
                        <a:lnSpc>
                          <a:spcPct val="115000"/>
                        </a:lnSpc>
                        <a:spcBef>
                          <a:spcPts val="0"/>
                        </a:spcBef>
                        <a:spcAft>
                          <a:spcPts val="0"/>
                        </a:spcAft>
                        <a:buNone/>
                      </a:pPr>
                      <a:r>
                        <a:rPr lang="es-ES" sz="700">
                          <a:solidFill>
                            <a:srgbClr val="FFFFFF"/>
                          </a:solidFill>
                        </a:rPr>
                        <a:t>Fase del Proyecto</a:t>
                      </a:r>
                      <a:endParaRPr sz="700">
                        <a:solidFill>
                          <a:srgbClr val="FFFFF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1F497D"/>
                    </a:solidFill>
                  </a:tcPr>
                </a:tc>
                <a:tc>
                  <a:txBody>
                    <a:bodyPr/>
                    <a:lstStyle/>
                    <a:p>
                      <a:pPr indent="0" lvl="0" marL="0" rtl="0" algn="ctr">
                        <a:lnSpc>
                          <a:spcPct val="115000"/>
                        </a:lnSpc>
                        <a:spcBef>
                          <a:spcPts val="0"/>
                        </a:spcBef>
                        <a:spcAft>
                          <a:spcPts val="0"/>
                        </a:spcAft>
                        <a:buNone/>
                      </a:pPr>
                      <a:r>
                        <a:rPr lang="es-ES" sz="700">
                          <a:solidFill>
                            <a:srgbClr val="FFFFFF"/>
                          </a:solidFill>
                        </a:rPr>
                        <a:t>ID </a:t>
                      </a:r>
                      <a:endParaRPr sz="700">
                        <a:solidFill>
                          <a:srgbClr val="FFFFFF"/>
                        </a:solidFill>
                      </a:endParaRPr>
                    </a:p>
                    <a:p>
                      <a:pPr indent="0" lvl="0" marL="0" rtl="0" algn="ctr">
                        <a:lnSpc>
                          <a:spcPct val="115000"/>
                        </a:lnSpc>
                        <a:spcBef>
                          <a:spcPts val="0"/>
                        </a:spcBef>
                        <a:spcAft>
                          <a:spcPts val="0"/>
                        </a:spcAft>
                        <a:buNone/>
                      </a:pPr>
                      <a:r>
                        <a:rPr lang="es-ES" sz="700">
                          <a:solidFill>
                            <a:srgbClr val="FFFFFF"/>
                          </a:solidFill>
                        </a:rPr>
                        <a:t>Actividad</a:t>
                      </a:r>
                      <a:endParaRPr sz="700">
                        <a:solidFill>
                          <a:srgbClr val="FFFFF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1F497D"/>
                    </a:solidFill>
                  </a:tcPr>
                </a:tc>
                <a:tc>
                  <a:txBody>
                    <a:bodyPr/>
                    <a:lstStyle/>
                    <a:p>
                      <a:pPr indent="0" lvl="0" marL="0" rtl="0" algn="ctr">
                        <a:lnSpc>
                          <a:spcPct val="115000"/>
                        </a:lnSpc>
                        <a:spcBef>
                          <a:spcPts val="0"/>
                        </a:spcBef>
                        <a:spcAft>
                          <a:spcPts val="0"/>
                        </a:spcAft>
                        <a:buNone/>
                      </a:pPr>
                      <a:r>
                        <a:rPr lang="es-ES" sz="700">
                          <a:solidFill>
                            <a:srgbClr val="FFFFFF"/>
                          </a:solidFill>
                        </a:rPr>
                        <a:t>Actividad</a:t>
                      </a:r>
                      <a:endParaRPr sz="700">
                        <a:solidFill>
                          <a:srgbClr val="FFFFF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1F497D"/>
                    </a:solidFill>
                  </a:tcPr>
                </a:tc>
                <a:tc>
                  <a:txBody>
                    <a:bodyPr/>
                    <a:lstStyle/>
                    <a:p>
                      <a:pPr indent="0" lvl="0" marL="0" rtl="0" algn="ctr">
                        <a:lnSpc>
                          <a:spcPct val="115000"/>
                        </a:lnSpc>
                        <a:spcBef>
                          <a:spcPts val="0"/>
                        </a:spcBef>
                        <a:spcAft>
                          <a:spcPts val="0"/>
                        </a:spcAft>
                        <a:buNone/>
                      </a:pPr>
                      <a:r>
                        <a:rPr lang="es-ES" sz="700">
                          <a:solidFill>
                            <a:srgbClr val="FFFFFF"/>
                          </a:solidFill>
                        </a:rPr>
                        <a:t>Desarrollador RPA</a:t>
                      </a:r>
                      <a:endParaRPr sz="700">
                        <a:solidFill>
                          <a:srgbClr val="FFFFFF"/>
                        </a:solidFill>
                      </a:endParaRPr>
                    </a:p>
                    <a:p>
                      <a:pPr indent="0" lvl="0" marL="0" rtl="0" algn="ctr">
                        <a:lnSpc>
                          <a:spcPct val="115000"/>
                        </a:lnSpc>
                        <a:spcBef>
                          <a:spcPts val="0"/>
                        </a:spcBef>
                        <a:spcAft>
                          <a:spcPts val="0"/>
                        </a:spcAft>
                        <a:buNone/>
                      </a:pPr>
                      <a:r>
                        <a:rPr lang="es-ES" sz="700">
                          <a:solidFill>
                            <a:srgbClr val="FFFFFF"/>
                          </a:solidFill>
                        </a:rPr>
                        <a:t>Joselyn Pino</a:t>
                      </a:r>
                      <a:endParaRPr sz="700">
                        <a:solidFill>
                          <a:srgbClr val="FFFFF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1F497D"/>
                    </a:solidFill>
                  </a:tcPr>
                </a:tc>
                <a:tc>
                  <a:txBody>
                    <a:bodyPr/>
                    <a:lstStyle/>
                    <a:p>
                      <a:pPr indent="0" lvl="0" marL="0" rtl="0" algn="ctr">
                        <a:lnSpc>
                          <a:spcPct val="115000"/>
                        </a:lnSpc>
                        <a:spcBef>
                          <a:spcPts val="0"/>
                        </a:spcBef>
                        <a:spcAft>
                          <a:spcPts val="0"/>
                        </a:spcAft>
                        <a:buNone/>
                      </a:pPr>
                      <a:r>
                        <a:rPr lang="es-ES" sz="700">
                          <a:solidFill>
                            <a:srgbClr val="FFFFFF"/>
                          </a:solidFill>
                        </a:rPr>
                        <a:t>Cliente Final</a:t>
                      </a:r>
                      <a:endParaRPr sz="700">
                        <a:solidFill>
                          <a:srgbClr val="FFFFFF"/>
                        </a:solidFill>
                      </a:endParaRPr>
                    </a:p>
                    <a:p>
                      <a:pPr indent="0" lvl="0" marL="0" rtl="0" algn="ctr">
                        <a:lnSpc>
                          <a:spcPct val="115000"/>
                        </a:lnSpc>
                        <a:spcBef>
                          <a:spcPts val="0"/>
                        </a:spcBef>
                        <a:spcAft>
                          <a:spcPts val="0"/>
                        </a:spcAft>
                        <a:buNone/>
                      </a:pPr>
                      <a:r>
                        <a:rPr lang="es-ES" sz="700">
                          <a:solidFill>
                            <a:srgbClr val="FFFFFF"/>
                          </a:solidFill>
                        </a:rPr>
                        <a:t>Vanessa Zuniga</a:t>
                      </a:r>
                      <a:endParaRPr sz="700">
                        <a:solidFill>
                          <a:srgbClr val="FFFFF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1F497D"/>
                    </a:solidFill>
                  </a:tcPr>
                </a:tc>
                <a:tc>
                  <a:txBody>
                    <a:bodyPr/>
                    <a:lstStyle/>
                    <a:p>
                      <a:pPr indent="0" lvl="0" marL="0" rtl="0" algn="ctr">
                        <a:lnSpc>
                          <a:spcPct val="115000"/>
                        </a:lnSpc>
                        <a:spcBef>
                          <a:spcPts val="0"/>
                        </a:spcBef>
                        <a:spcAft>
                          <a:spcPts val="0"/>
                        </a:spcAft>
                        <a:buNone/>
                      </a:pPr>
                      <a:r>
                        <a:rPr lang="es-ES" sz="700">
                          <a:solidFill>
                            <a:srgbClr val="FFFFFF"/>
                          </a:solidFill>
                        </a:rPr>
                        <a:t>Aprobador</a:t>
                      </a:r>
                      <a:endParaRPr sz="700">
                        <a:solidFill>
                          <a:srgbClr val="FFFFFF"/>
                        </a:solidFill>
                      </a:endParaRPr>
                    </a:p>
                    <a:p>
                      <a:pPr indent="0" lvl="0" marL="0" rtl="0" algn="ctr">
                        <a:lnSpc>
                          <a:spcPct val="115000"/>
                        </a:lnSpc>
                        <a:spcBef>
                          <a:spcPts val="0"/>
                        </a:spcBef>
                        <a:spcAft>
                          <a:spcPts val="0"/>
                        </a:spcAft>
                        <a:buNone/>
                      </a:pPr>
                      <a:r>
                        <a:rPr lang="es-ES" sz="700">
                          <a:solidFill>
                            <a:srgbClr val="FFFFFF"/>
                          </a:solidFill>
                        </a:rPr>
                        <a:t>Eliana Mallén Gonzalez</a:t>
                      </a:r>
                      <a:endParaRPr sz="700">
                        <a:solidFill>
                          <a:srgbClr val="FFFFF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1F497D"/>
                    </a:solidFill>
                  </a:tcPr>
                </a:tc>
              </a:tr>
              <a:tr h="218750">
                <a:tc rowSpan="5">
                  <a:txBody>
                    <a:bodyPr/>
                    <a:lstStyle/>
                    <a:p>
                      <a:pPr indent="0" lvl="0" marL="0" rtl="0" algn="l">
                        <a:lnSpc>
                          <a:spcPct val="115000"/>
                        </a:lnSpc>
                        <a:spcBef>
                          <a:spcPts val="0"/>
                        </a:spcBef>
                        <a:spcAft>
                          <a:spcPts val="0"/>
                        </a:spcAft>
                        <a:buNone/>
                      </a:pPr>
                      <a:r>
                        <a:rPr lang="es-ES" sz="700">
                          <a:solidFill>
                            <a:srgbClr val="1F1F1F"/>
                          </a:solidFill>
                        </a:rPr>
                        <a:t>Preparación del Entorno</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s-ES" sz="700"/>
                        <a:t>A-01</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Definición y estandarización del flujo de solicitudes académicas de renuncia</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rtl="0" algn="ctr">
                        <a:lnSpc>
                          <a:spcPct val="115000"/>
                        </a:lnSpc>
                        <a:spcBef>
                          <a:spcPts val="0"/>
                        </a:spcBef>
                        <a:spcAft>
                          <a:spcPts val="0"/>
                        </a:spcAft>
                        <a:buNone/>
                      </a:pPr>
                      <a:r>
                        <a:rPr b="1" lang="es-ES" sz="700">
                          <a:solidFill>
                            <a:srgbClr val="1F1F1F"/>
                          </a:solidFill>
                        </a:rPr>
                        <a:t>A</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D5AAE"/>
                    </a:solidFill>
                  </a:tcPr>
                </a:tc>
                <a:tc>
                  <a:txBody>
                    <a:bodyPr/>
                    <a:lstStyle/>
                    <a:p>
                      <a:pPr indent="0" lvl="0" marL="0" rtl="0" algn="ctr">
                        <a:lnSpc>
                          <a:spcPct val="115000"/>
                        </a:lnSpc>
                        <a:spcBef>
                          <a:spcPts val="0"/>
                        </a:spcBef>
                        <a:spcAft>
                          <a:spcPts val="0"/>
                        </a:spcAft>
                        <a:buNone/>
                      </a:pPr>
                      <a:r>
                        <a:rPr b="1" lang="es-ES" sz="700">
                          <a:solidFill>
                            <a:srgbClr val="1F1F1F"/>
                          </a:solidFill>
                        </a:rPr>
                        <a:t>C</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279BA"/>
                    </a:solidFill>
                  </a:tcPr>
                </a:tc>
              </a:tr>
              <a:tr h="218750">
                <a:tc vMerge="1"/>
                <a:tc>
                  <a:txBody>
                    <a:bodyPr/>
                    <a:lstStyle/>
                    <a:p>
                      <a:pPr indent="0" lvl="0" marL="0" rtl="0" algn="ctr">
                        <a:lnSpc>
                          <a:spcPct val="115000"/>
                        </a:lnSpc>
                        <a:spcBef>
                          <a:spcPts val="0"/>
                        </a:spcBef>
                        <a:spcAft>
                          <a:spcPts val="0"/>
                        </a:spcAft>
                        <a:buNone/>
                      </a:pPr>
                      <a:r>
                        <a:rPr lang="es-ES" sz="700"/>
                        <a:t>A-02</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Diagnóstico de conflictos de pre requisitos en el computador de prueba.</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c>
                  <a:txBody>
                    <a:bodyPr/>
                    <a:lstStyle/>
                    <a:p>
                      <a:pPr indent="0" lvl="0" marL="0" rtl="0" algn="ctr">
                        <a:lnSpc>
                          <a:spcPct val="115000"/>
                        </a:lnSpc>
                        <a:spcBef>
                          <a:spcPts val="0"/>
                        </a:spcBef>
                        <a:spcAft>
                          <a:spcPts val="0"/>
                        </a:spcAft>
                        <a:buNone/>
                      </a:pPr>
                      <a:r>
                        <a:rPr b="1" lang="es-ES" sz="700">
                          <a:solidFill>
                            <a:srgbClr val="1F1F1F"/>
                          </a:solidFill>
                        </a:rPr>
                        <a:t>C</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279BA"/>
                    </a:solidFill>
                  </a:tcPr>
                </a:tc>
              </a:tr>
              <a:tr h="335450">
                <a:tc vMerge="1"/>
                <a:tc>
                  <a:txBody>
                    <a:bodyPr/>
                    <a:lstStyle/>
                    <a:p>
                      <a:pPr indent="0" lvl="0" marL="0" rtl="0" algn="ctr">
                        <a:lnSpc>
                          <a:spcPct val="115000"/>
                        </a:lnSpc>
                        <a:spcBef>
                          <a:spcPts val="0"/>
                        </a:spcBef>
                        <a:spcAft>
                          <a:spcPts val="0"/>
                        </a:spcAft>
                        <a:buNone/>
                      </a:pPr>
                      <a:r>
                        <a:rPr lang="es-ES" sz="700"/>
                        <a:t>A-03</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Instalación de requisitos previos (.NET Framework, parches de S.O. y Credential Manager)</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c>
                  <a:txBody>
                    <a:bodyPr/>
                    <a:lstStyle/>
                    <a:p>
                      <a:pPr indent="0" lvl="0" marL="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r>
              <a:tr h="335450">
                <a:tc vMerge="1"/>
                <a:tc>
                  <a:txBody>
                    <a:bodyPr/>
                    <a:lstStyle/>
                    <a:p>
                      <a:pPr indent="0" lvl="0" marL="0" rtl="0" algn="ctr">
                        <a:lnSpc>
                          <a:spcPct val="115000"/>
                        </a:lnSpc>
                        <a:spcBef>
                          <a:spcPts val="0"/>
                        </a:spcBef>
                        <a:spcAft>
                          <a:spcPts val="0"/>
                        </a:spcAft>
                        <a:buNone/>
                      </a:pPr>
                      <a:r>
                        <a:rPr lang="es-ES" sz="700"/>
                        <a:t>A-04</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Instalación del software Blue Prism Enterprise y carga de licencias de desarrollo</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c>
                  <a:txBody>
                    <a:bodyPr/>
                    <a:lstStyle/>
                    <a:p>
                      <a:pPr indent="0" lvl="0" marL="0" marR="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r>
              <a:tr h="218750">
                <a:tc vMerge="1"/>
                <a:tc>
                  <a:txBody>
                    <a:bodyPr/>
                    <a:lstStyle/>
                    <a:p>
                      <a:pPr indent="0" lvl="0" marL="0" rtl="0" algn="ctr">
                        <a:lnSpc>
                          <a:spcPct val="115000"/>
                        </a:lnSpc>
                        <a:spcBef>
                          <a:spcPts val="0"/>
                        </a:spcBef>
                        <a:spcAft>
                          <a:spcPts val="0"/>
                        </a:spcAft>
                        <a:buNone/>
                      </a:pPr>
                      <a:r>
                        <a:rPr lang="es-ES" sz="700"/>
                        <a:t>A-05</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Presentación oficial del plan de trabajo y primer avance del entorno listo</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marR="0" rtl="0" algn="ctr">
                        <a:lnSpc>
                          <a:spcPct val="115000"/>
                        </a:lnSpc>
                        <a:spcBef>
                          <a:spcPts val="0"/>
                        </a:spcBef>
                        <a:spcAft>
                          <a:spcPts val="0"/>
                        </a:spcAft>
                        <a:buNone/>
                      </a:pPr>
                      <a:r>
                        <a:rPr b="1" lang="es-ES" sz="700">
                          <a:solidFill>
                            <a:srgbClr val="1F1F1F"/>
                          </a:solidFill>
                        </a:rPr>
                        <a:t>C</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279BA"/>
                    </a:solidFill>
                  </a:tcPr>
                </a:tc>
                <a:tc>
                  <a:txBody>
                    <a:bodyPr/>
                    <a:lstStyle/>
                    <a:p>
                      <a:pPr indent="0" lvl="0" marL="0" marR="0" rtl="0" algn="ctr">
                        <a:lnSpc>
                          <a:spcPct val="115000"/>
                        </a:lnSpc>
                        <a:spcBef>
                          <a:spcPts val="0"/>
                        </a:spcBef>
                        <a:spcAft>
                          <a:spcPts val="0"/>
                        </a:spcAft>
                        <a:buNone/>
                      </a:pPr>
                      <a:r>
                        <a:rPr b="1" lang="es-ES" sz="700">
                          <a:solidFill>
                            <a:srgbClr val="1F1F1F"/>
                          </a:solidFill>
                        </a:rPr>
                        <a:t>A</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D5AAE"/>
                    </a:solidFill>
                  </a:tcPr>
                </a:tc>
              </a:tr>
              <a:tr h="218675">
                <a:tc rowSpan="5">
                  <a:txBody>
                    <a:bodyPr/>
                    <a:lstStyle/>
                    <a:p>
                      <a:pPr indent="0" lvl="0" marL="0" rtl="0" algn="l">
                        <a:lnSpc>
                          <a:spcPct val="115000"/>
                        </a:lnSpc>
                        <a:spcBef>
                          <a:spcPts val="0"/>
                        </a:spcBef>
                        <a:spcAft>
                          <a:spcPts val="0"/>
                        </a:spcAft>
                        <a:buNone/>
                      </a:pPr>
                      <a:r>
                        <a:rPr lang="es-ES" sz="700">
                          <a:solidFill>
                            <a:srgbClr val="1F1F1F"/>
                          </a:solidFill>
                        </a:rPr>
                        <a:t>Diseño y Modelado RPA</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s-ES" sz="700"/>
                        <a:t>A-06</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Mapeo detallado de excepciones y lógicas de reintento en el SDD.</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marR="0" rtl="0" algn="ctr">
                        <a:lnSpc>
                          <a:spcPct val="115000"/>
                        </a:lnSpc>
                        <a:spcBef>
                          <a:spcPts val="0"/>
                        </a:spcBef>
                        <a:spcAft>
                          <a:spcPts val="0"/>
                        </a:spcAft>
                        <a:buNone/>
                      </a:pPr>
                      <a:r>
                        <a:rPr b="1" lang="es-ES" sz="700">
                          <a:solidFill>
                            <a:srgbClr val="1F1F1F"/>
                          </a:solidFill>
                        </a:rPr>
                        <a:t>C</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279BA"/>
                    </a:solidFill>
                  </a:tcPr>
                </a:tc>
                <a:tc>
                  <a:txBody>
                    <a:bodyPr/>
                    <a:lstStyle/>
                    <a:p>
                      <a:pPr indent="0" lvl="0" marL="0" marR="0" rtl="0" algn="ctr">
                        <a:lnSpc>
                          <a:spcPct val="115000"/>
                        </a:lnSpc>
                        <a:spcBef>
                          <a:spcPts val="0"/>
                        </a:spcBef>
                        <a:spcAft>
                          <a:spcPts val="0"/>
                        </a:spcAft>
                        <a:buNone/>
                      </a:pPr>
                      <a:r>
                        <a:rPr b="1" lang="es-ES" sz="700">
                          <a:solidFill>
                            <a:srgbClr val="1F1F1F"/>
                          </a:solidFill>
                        </a:rPr>
                        <a:t>A</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D5AAE"/>
                    </a:solidFill>
                  </a:tcPr>
                </a:tc>
              </a:tr>
              <a:tr h="218750">
                <a:tc vMerge="1"/>
                <a:tc>
                  <a:txBody>
                    <a:bodyPr/>
                    <a:lstStyle/>
                    <a:p>
                      <a:pPr indent="0" lvl="0" marL="0" rtl="0" algn="ctr">
                        <a:lnSpc>
                          <a:spcPct val="115000"/>
                        </a:lnSpc>
                        <a:spcBef>
                          <a:spcPts val="0"/>
                        </a:spcBef>
                        <a:spcAft>
                          <a:spcPts val="0"/>
                        </a:spcAft>
                        <a:buNone/>
                      </a:pPr>
                      <a:r>
                        <a:rPr lang="es-ES" sz="700"/>
                        <a:t>A-07</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Configuración de selectores dinámicos para la interfaz HTML del portal CRM .</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c>
                  <a:txBody>
                    <a:bodyPr/>
                    <a:lstStyle/>
                    <a:p>
                      <a:pPr indent="0" lvl="0" marL="0" marR="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r>
              <a:tr h="218750">
                <a:tc vMerge="1"/>
                <a:tc>
                  <a:txBody>
                    <a:bodyPr/>
                    <a:lstStyle/>
                    <a:p>
                      <a:pPr indent="0" lvl="0" marL="0" rtl="0" algn="ctr">
                        <a:lnSpc>
                          <a:spcPct val="115000"/>
                        </a:lnSpc>
                        <a:spcBef>
                          <a:spcPts val="0"/>
                        </a:spcBef>
                        <a:spcAft>
                          <a:spcPts val="0"/>
                        </a:spcAft>
                        <a:buNone/>
                      </a:pPr>
                      <a:r>
                        <a:rPr lang="es-ES" sz="700"/>
                        <a:t>A-08</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Desarrollo del flujo de creación del proceso en el Object y Process Studio</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c>
                  <a:txBody>
                    <a:bodyPr/>
                    <a:lstStyle/>
                    <a:p>
                      <a:pPr indent="0" lvl="0" marL="0" marR="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r>
              <a:tr h="335450">
                <a:tc vMerge="1"/>
                <a:tc>
                  <a:txBody>
                    <a:bodyPr/>
                    <a:lstStyle/>
                    <a:p>
                      <a:pPr indent="0" lvl="0" marL="0" rtl="0" algn="ctr">
                        <a:lnSpc>
                          <a:spcPct val="115000"/>
                        </a:lnSpc>
                        <a:spcBef>
                          <a:spcPts val="0"/>
                        </a:spcBef>
                        <a:spcAft>
                          <a:spcPts val="0"/>
                        </a:spcAft>
                        <a:buNone/>
                      </a:pPr>
                      <a:r>
                        <a:rPr lang="es-ES" sz="700"/>
                        <a:t>A-09</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Implementación de reglas de validación de calidad de datos y formatos anómalos</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marR="0" rtl="0" algn="ctr">
                        <a:lnSpc>
                          <a:spcPct val="115000"/>
                        </a:lnSpc>
                        <a:spcBef>
                          <a:spcPts val="0"/>
                        </a:spcBef>
                        <a:spcAft>
                          <a:spcPts val="0"/>
                        </a:spcAft>
                        <a:buNone/>
                      </a:pPr>
                      <a:r>
                        <a:rPr b="1" lang="es-ES" sz="700">
                          <a:solidFill>
                            <a:srgbClr val="1F1F1F"/>
                          </a:solidFill>
                        </a:rPr>
                        <a:t>C</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279BA"/>
                    </a:solidFill>
                  </a:tcPr>
                </a:tc>
                <a:tc>
                  <a:txBody>
                    <a:bodyPr/>
                    <a:lstStyle/>
                    <a:p>
                      <a:pPr indent="0" lvl="0" marL="0" marR="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r>
              <a:tr h="218675">
                <a:tc vMerge="1"/>
                <a:tc>
                  <a:txBody>
                    <a:bodyPr/>
                    <a:lstStyle/>
                    <a:p>
                      <a:pPr indent="0" lvl="0" marL="0" rtl="0" algn="ctr">
                        <a:lnSpc>
                          <a:spcPct val="115000"/>
                        </a:lnSpc>
                        <a:spcBef>
                          <a:spcPts val="0"/>
                        </a:spcBef>
                        <a:spcAft>
                          <a:spcPts val="0"/>
                        </a:spcAft>
                        <a:buNone/>
                      </a:pPr>
                      <a:r>
                        <a:rPr lang="es-ES" sz="700"/>
                        <a:t>A-10</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Cifrado de datos sensibles en base a normativas de protección</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marR="0" rtl="0" algn="ctr">
                        <a:lnSpc>
                          <a:spcPct val="115000"/>
                        </a:lnSpc>
                        <a:spcBef>
                          <a:spcPts val="0"/>
                        </a:spcBef>
                        <a:spcAft>
                          <a:spcPts val="0"/>
                        </a:spcAft>
                        <a:buNone/>
                      </a:pPr>
                      <a:r>
                        <a:rPr b="1" lang="es-ES" sz="700">
                          <a:solidFill>
                            <a:srgbClr val="1F1F1F"/>
                          </a:solidFill>
                        </a:rPr>
                        <a:t>A</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D5AAE"/>
                    </a:solidFill>
                  </a:tcPr>
                </a:tc>
                <a:tc>
                  <a:txBody>
                    <a:bodyPr/>
                    <a:lstStyle/>
                    <a:p>
                      <a:pPr indent="0" lvl="0" marL="0" marR="0" rtl="0" algn="ctr">
                        <a:lnSpc>
                          <a:spcPct val="115000"/>
                        </a:lnSpc>
                        <a:spcBef>
                          <a:spcPts val="0"/>
                        </a:spcBef>
                        <a:spcAft>
                          <a:spcPts val="0"/>
                        </a:spcAft>
                        <a:buNone/>
                      </a:pPr>
                      <a:r>
                        <a:rPr b="1" lang="es-ES" sz="700">
                          <a:solidFill>
                            <a:srgbClr val="1F1F1F"/>
                          </a:solidFill>
                        </a:rPr>
                        <a:t>C</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279BA"/>
                    </a:solidFill>
                  </a:tcPr>
                </a:tc>
              </a:tr>
              <a:tr h="335450">
                <a:tc rowSpan="3">
                  <a:txBody>
                    <a:bodyPr/>
                    <a:lstStyle/>
                    <a:p>
                      <a:pPr indent="0" lvl="0" marL="0" rtl="0" algn="l">
                        <a:lnSpc>
                          <a:spcPct val="115000"/>
                        </a:lnSpc>
                        <a:spcBef>
                          <a:spcPts val="0"/>
                        </a:spcBef>
                        <a:spcAft>
                          <a:spcPts val="0"/>
                        </a:spcAft>
                        <a:buNone/>
                      </a:pPr>
                      <a:r>
                        <a:rPr lang="es-ES" sz="700">
                          <a:solidFill>
                            <a:srgbClr val="1F1F1F"/>
                          </a:solidFill>
                        </a:rPr>
                        <a:t>Pruebas y Control</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s-ES" sz="700"/>
                        <a:t>A-11</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Configuración del ambiente simulado de pruebas con datos controlados de QA</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marR="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c>
                  <a:txBody>
                    <a:bodyPr/>
                    <a:lstStyle/>
                    <a:p>
                      <a:pPr indent="0" lvl="0" marL="0" marR="0" rtl="0" algn="ctr">
                        <a:lnSpc>
                          <a:spcPct val="115000"/>
                        </a:lnSpc>
                        <a:spcBef>
                          <a:spcPts val="0"/>
                        </a:spcBef>
                        <a:spcAft>
                          <a:spcPts val="0"/>
                        </a:spcAft>
                        <a:buNone/>
                      </a:pPr>
                      <a:r>
                        <a:rPr b="1" lang="es-ES" sz="700">
                          <a:solidFill>
                            <a:srgbClr val="1F1F1F"/>
                          </a:solidFill>
                        </a:rPr>
                        <a:t>C</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279BA"/>
                    </a:solidFill>
                  </a:tcPr>
                </a:tc>
              </a:tr>
              <a:tr h="218750">
                <a:tc vMerge="1"/>
                <a:tc>
                  <a:txBody>
                    <a:bodyPr/>
                    <a:lstStyle/>
                    <a:p>
                      <a:pPr indent="0" lvl="0" marL="0" rtl="0" algn="ctr">
                        <a:lnSpc>
                          <a:spcPct val="115000"/>
                        </a:lnSpc>
                        <a:spcBef>
                          <a:spcPts val="0"/>
                        </a:spcBef>
                        <a:spcAft>
                          <a:spcPts val="0"/>
                        </a:spcAft>
                        <a:buNone/>
                      </a:pPr>
                      <a:r>
                        <a:rPr lang="es-ES" sz="700"/>
                        <a:t>A-12</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Ejecución de pruebas funcionales y validación del flujo con el usuario final</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marR="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marR="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r>
              <a:tr h="335450">
                <a:tc vMerge="1"/>
                <a:tc>
                  <a:txBody>
                    <a:bodyPr/>
                    <a:lstStyle/>
                    <a:p>
                      <a:pPr indent="0" lvl="0" marL="0" rtl="0" algn="ctr">
                        <a:lnSpc>
                          <a:spcPct val="115000"/>
                        </a:lnSpc>
                        <a:spcBef>
                          <a:spcPts val="0"/>
                        </a:spcBef>
                        <a:spcAft>
                          <a:spcPts val="0"/>
                        </a:spcAft>
                        <a:buNone/>
                      </a:pPr>
                      <a:r>
                        <a:rPr lang="es-ES" sz="700"/>
                        <a:t>A-13</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Elaboración de reportes de éxito para mitigar la resistencia al cambio institucional</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marR="0" rtl="0" algn="ctr">
                        <a:lnSpc>
                          <a:spcPct val="115000"/>
                        </a:lnSpc>
                        <a:spcBef>
                          <a:spcPts val="0"/>
                        </a:spcBef>
                        <a:spcAft>
                          <a:spcPts val="0"/>
                        </a:spcAft>
                        <a:buNone/>
                      </a:pPr>
                      <a:r>
                        <a:rPr b="1" lang="es-ES" sz="700">
                          <a:solidFill>
                            <a:srgbClr val="1F1F1F"/>
                          </a:solidFill>
                        </a:rPr>
                        <a:t>A</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D5AAE"/>
                    </a:solidFill>
                  </a:tcPr>
                </a:tc>
                <a:tc>
                  <a:txBody>
                    <a:bodyPr/>
                    <a:lstStyle/>
                    <a:p>
                      <a:pPr indent="0" lvl="0" marL="0" marR="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r>
              <a:tr h="218750">
                <a:tc rowSpan="2">
                  <a:txBody>
                    <a:bodyPr/>
                    <a:lstStyle/>
                    <a:p>
                      <a:pPr indent="0" lvl="0" marL="0" rtl="0" algn="l">
                        <a:lnSpc>
                          <a:spcPct val="115000"/>
                        </a:lnSpc>
                        <a:spcBef>
                          <a:spcPts val="0"/>
                        </a:spcBef>
                        <a:spcAft>
                          <a:spcPts val="0"/>
                        </a:spcAft>
                        <a:buNone/>
                      </a:pPr>
                      <a:r>
                        <a:rPr lang="es-ES" sz="700">
                          <a:solidFill>
                            <a:srgbClr val="1F1F1F"/>
                          </a:solidFill>
                        </a:rPr>
                        <a:t>Cierre y Evaluación</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s-ES" sz="700"/>
                        <a:t>A-14</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Entrega final del proyecto automatizado y documentación técnica cruzada</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R</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8064A2"/>
                    </a:solidFill>
                  </a:tcPr>
                </a:tc>
                <a:tc>
                  <a:txBody>
                    <a:bodyPr/>
                    <a:lstStyle/>
                    <a:p>
                      <a:pPr indent="0" lvl="0" marL="0" marR="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c>
                  <a:txBody>
                    <a:bodyPr/>
                    <a:lstStyle/>
                    <a:p>
                      <a:pPr indent="0" lvl="0" marL="0" marR="0" rtl="0" algn="ctr">
                        <a:lnSpc>
                          <a:spcPct val="115000"/>
                        </a:lnSpc>
                        <a:spcBef>
                          <a:spcPts val="0"/>
                        </a:spcBef>
                        <a:spcAft>
                          <a:spcPts val="0"/>
                        </a:spcAft>
                        <a:buNone/>
                      </a:pPr>
                      <a:r>
                        <a:rPr b="1" lang="es-ES" sz="700">
                          <a:solidFill>
                            <a:srgbClr val="1F1F1F"/>
                          </a:solidFill>
                        </a:rPr>
                        <a:t>C</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279BA"/>
                    </a:solidFill>
                  </a:tcPr>
                </a:tc>
              </a:tr>
              <a:tr h="218750">
                <a:tc vMerge="1"/>
                <a:tc>
                  <a:txBody>
                    <a:bodyPr/>
                    <a:lstStyle/>
                    <a:p>
                      <a:pPr indent="0" lvl="0" marL="0" rtl="0" algn="ctr">
                        <a:lnSpc>
                          <a:spcPct val="115000"/>
                        </a:lnSpc>
                        <a:spcBef>
                          <a:spcPts val="0"/>
                        </a:spcBef>
                        <a:spcAft>
                          <a:spcPts val="0"/>
                        </a:spcAft>
                        <a:buNone/>
                      </a:pPr>
                      <a:r>
                        <a:rPr lang="es-ES" sz="700"/>
                        <a:t>A-15</a:t>
                      </a:r>
                      <a:endParaRPr sz="700"/>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s-ES" sz="700">
                          <a:solidFill>
                            <a:srgbClr val="1F1F1F"/>
                          </a:solidFill>
                        </a:rPr>
                        <a:t>Evaluación final académica de la solución y sustentación del proyecto RPA</a:t>
                      </a:r>
                      <a:endParaRPr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s-ES" sz="700">
                          <a:solidFill>
                            <a:srgbClr val="1F1F1F"/>
                          </a:solidFill>
                        </a:rPr>
                        <a:t>I</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4AA9C5"/>
                    </a:solidFill>
                  </a:tcPr>
                </a:tc>
                <a:tc>
                  <a:txBody>
                    <a:bodyPr/>
                    <a:lstStyle/>
                    <a:p>
                      <a:pPr indent="0" lvl="0" marL="0" marR="0" rtl="0" algn="ctr">
                        <a:lnSpc>
                          <a:spcPct val="115000"/>
                        </a:lnSpc>
                        <a:spcBef>
                          <a:spcPts val="0"/>
                        </a:spcBef>
                        <a:spcAft>
                          <a:spcPts val="0"/>
                        </a:spcAft>
                        <a:buNone/>
                      </a:pPr>
                      <a:r>
                        <a:rPr b="1" lang="es-ES" sz="700">
                          <a:solidFill>
                            <a:srgbClr val="1F1F1F"/>
                          </a:solidFill>
                        </a:rPr>
                        <a:t>C</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279BA"/>
                    </a:solidFill>
                  </a:tcPr>
                </a:tc>
                <a:tc>
                  <a:txBody>
                    <a:bodyPr/>
                    <a:lstStyle/>
                    <a:p>
                      <a:pPr indent="0" lvl="0" marL="0" marR="0" rtl="0" algn="ctr">
                        <a:lnSpc>
                          <a:spcPct val="115000"/>
                        </a:lnSpc>
                        <a:spcBef>
                          <a:spcPts val="0"/>
                        </a:spcBef>
                        <a:spcAft>
                          <a:spcPts val="0"/>
                        </a:spcAft>
                        <a:buNone/>
                      </a:pPr>
                      <a:r>
                        <a:rPr b="1" lang="es-ES" sz="700">
                          <a:solidFill>
                            <a:srgbClr val="1F1F1F"/>
                          </a:solidFill>
                        </a:rPr>
                        <a:t>A</a:t>
                      </a:r>
                      <a:endParaRPr b="1" sz="700">
                        <a:solidFill>
                          <a:srgbClr val="1F1F1F"/>
                        </a:solidFill>
                      </a:endParaRPr>
                    </a:p>
                  </a:txBody>
                  <a:tcPr marT="55450" marB="55450" marR="17325" marL="17325" anchor="ctr">
                    <a:lnL cap="flat" cmpd="sng" w="4275">
                      <a:solidFill>
                        <a:srgbClr val="000000"/>
                      </a:solidFill>
                      <a:prstDash val="solid"/>
                      <a:round/>
                      <a:headEnd len="sm" w="sm" type="none"/>
                      <a:tailEnd len="sm" w="sm" type="none"/>
                    </a:lnL>
                    <a:lnR cap="flat" cmpd="sng" w="4275">
                      <a:solidFill>
                        <a:srgbClr val="000000"/>
                      </a:solidFill>
                      <a:prstDash val="solid"/>
                      <a:round/>
                      <a:headEnd len="sm" w="sm" type="none"/>
                      <a:tailEnd len="sm" w="sm" type="none"/>
                    </a:lnR>
                    <a:lnT cap="flat" cmpd="sng" w="4275">
                      <a:solidFill>
                        <a:srgbClr val="000000"/>
                      </a:solidFill>
                      <a:prstDash val="solid"/>
                      <a:round/>
                      <a:headEnd len="sm" w="sm" type="none"/>
                      <a:tailEnd len="sm" w="sm" type="none"/>
                    </a:lnT>
                    <a:lnB cap="flat" cmpd="sng" w="4275">
                      <a:solidFill>
                        <a:srgbClr val="000000"/>
                      </a:solidFill>
                      <a:prstDash val="solid"/>
                      <a:round/>
                      <a:headEnd len="sm" w="sm" type="none"/>
                      <a:tailEnd len="sm" w="sm" type="none"/>
                    </a:lnB>
                    <a:solidFill>
                      <a:srgbClr val="5D5AAE"/>
                    </a:solidFill>
                  </a:tcPr>
                </a:tc>
              </a:tr>
            </a:tbl>
          </a:graphicData>
        </a:graphic>
      </p:graphicFrame>
      <p:grpSp>
        <p:nvGrpSpPr>
          <p:cNvPr id="363" name="Google Shape;363;g3f8bb8eb9a8_0_2420"/>
          <p:cNvGrpSpPr/>
          <p:nvPr/>
        </p:nvGrpSpPr>
        <p:grpSpPr>
          <a:xfrm>
            <a:off x="8258520" y="2195702"/>
            <a:ext cx="3684341" cy="4008503"/>
            <a:chOff x="377943" y="3584"/>
            <a:chExt cx="12502005" cy="7155486"/>
          </a:xfrm>
        </p:grpSpPr>
        <p:sp>
          <p:nvSpPr>
            <p:cNvPr id="364" name="Google Shape;364;g3f8bb8eb9a8_0_2420"/>
            <p:cNvSpPr/>
            <p:nvPr/>
          </p:nvSpPr>
          <p:spPr>
            <a:xfrm rot="5400000">
              <a:off x="7654848" y="-3669689"/>
              <a:ext cx="1379400" cy="9070800"/>
            </a:xfrm>
            <a:prstGeom prst="round2SameRect">
              <a:avLst>
                <a:gd fmla="val 16667" name="adj1"/>
                <a:gd fmla="val 0" name="adj2"/>
              </a:avLst>
            </a:prstGeom>
            <a:solidFill>
              <a:srgbClr val="D7D1DF">
                <a:alpha val="90200"/>
              </a:srgbClr>
            </a:solidFill>
            <a:ln cap="flat" cmpd="sng" w="12175">
              <a:solidFill>
                <a:srgbClr val="D7D1DF">
                  <a:alpha val="90200"/>
                </a:srgbClr>
              </a:solidFill>
              <a:prstDash val="solid"/>
              <a:round/>
              <a:headEnd len="sm" w="sm" type="none"/>
              <a:tailEnd len="sm" w="sm" type="none"/>
            </a:ln>
          </p:spPr>
          <p:txBody>
            <a:bodyPr anchorCtr="0" anchor="ctr" bIns="43800" lIns="43800" spcFirstLastPara="1" rIns="43800" wrap="square" tIns="43800">
              <a:noAutofit/>
            </a:bodyPr>
            <a:lstStyle/>
            <a:p>
              <a:pPr indent="0" lvl="0" marL="0" rtl="0" algn="l">
                <a:spcBef>
                  <a:spcPts val="0"/>
                </a:spcBef>
                <a:spcAft>
                  <a:spcPts val="0"/>
                </a:spcAft>
                <a:buNone/>
              </a:pPr>
              <a:r>
                <a:t/>
              </a:r>
              <a:endParaRPr sz="500"/>
            </a:p>
          </p:txBody>
        </p:sp>
        <p:sp>
          <p:nvSpPr>
            <p:cNvPr id="365" name="Google Shape;365;g3f8bb8eb9a8_0_2420"/>
            <p:cNvSpPr txBox="1"/>
            <p:nvPr/>
          </p:nvSpPr>
          <p:spPr>
            <a:xfrm>
              <a:off x="3841790" y="243347"/>
              <a:ext cx="9003600" cy="1244700"/>
            </a:xfrm>
            <a:prstGeom prst="rect">
              <a:avLst/>
            </a:prstGeom>
            <a:noFill/>
            <a:ln>
              <a:noFill/>
            </a:ln>
          </p:spPr>
          <p:txBody>
            <a:bodyPr anchorCtr="0" anchor="ctr" bIns="27375" lIns="54750" spcFirstLastPara="1" rIns="54750" wrap="square" tIns="27375">
              <a:noAutofit/>
            </a:bodyPr>
            <a:lstStyle/>
            <a:p>
              <a:pPr indent="-120650" lvl="1" marL="139700" marR="0" rtl="0" algn="l">
                <a:lnSpc>
                  <a:spcPct val="90000"/>
                </a:lnSpc>
                <a:spcBef>
                  <a:spcPts val="0"/>
                </a:spcBef>
                <a:spcAft>
                  <a:spcPts val="0"/>
                </a:spcAft>
                <a:buClr>
                  <a:schemeClr val="dk1"/>
                </a:buClr>
                <a:buSzPts val="1100"/>
                <a:buFont typeface="Calibri"/>
                <a:buChar char="•"/>
              </a:pPr>
              <a:r>
                <a:rPr b="0" i="0" lang="es-ES" sz="1100" u="none" cap="none" strike="noStrike">
                  <a:solidFill>
                    <a:schemeClr val="dk1"/>
                  </a:solidFill>
                  <a:latin typeface="Calibri"/>
                  <a:ea typeface="Calibri"/>
                  <a:cs typeface="Calibri"/>
                  <a:sym typeface="Calibri"/>
                </a:rPr>
                <a:t>Quien realiza el trabajo para completar la tarea</a:t>
              </a:r>
              <a:endParaRPr b="0" i="0" sz="1100" u="none" cap="none" strike="noStrike">
                <a:solidFill>
                  <a:schemeClr val="dk1"/>
                </a:solidFill>
                <a:latin typeface="Calibri"/>
                <a:ea typeface="Calibri"/>
                <a:cs typeface="Calibri"/>
                <a:sym typeface="Calibri"/>
              </a:endParaRPr>
            </a:p>
          </p:txBody>
        </p:sp>
        <p:sp>
          <p:nvSpPr>
            <p:cNvPr id="366" name="Google Shape;366;g3f8bb8eb9a8_0_2420"/>
            <p:cNvSpPr/>
            <p:nvPr/>
          </p:nvSpPr>
          <p:spPr>
            <a:xfrm>
              <a:off x="377943" y="3584"/>
              <a:ext cx="3314700" cy="1724100"/>
            </a:xfrm>
            <a:prstGeom prst="roundRect">
              <a:avLst>
                <a:gd fmla="val 16667" name="adj"/>
              </a:avLst>
            </a:prstGeom>
            <a:solidFill>
              <a:schemeClr val="accent4"/>
            </a:solidFill>
            <a:ln cap="flat" cmpd="sng" w="12175">
              <a:solidFill>
                <a:schemeClr val="lt1"/>
              </a:solidFill>
              <a:prstDash val="solid"/>
              <a:round/>
              <a:headEnd len="sm" w="sm" type="none"/>
              <a:tailEnd len="sm" w="sm" type="none"/>
            </a:ln>
          </p:spPr>
          <p:txBody>
            <a:bodyPr anchorCtr="0" anchor="ctr" bIns="43800" lIns="43800" spcFirstLastPara="1" rIns="43800" wrap="square" tIns="43800">
              <a:noAutofit/>
            </a:bodyPr>
            <a:lstStyle/>
            <a:p>
              <a:pPr indent="0" lvl="0" marL="0" rtl="0" algn="ctr">
                <a:lnSpc>
                  <a:spcPct val="90000"/>
                </a:lnSpc>
                <a:spcBef>
                  <a:spcPts val="0"/>
                </a:spcBef>
                <a:spcAft>
                  <a:spcPts val="0"/>
                </a:spcAft>
                <a:buNone/>
              </a:pPr>
              <a:r>
                <a:rPr lang="es-ES" sz="1000">
                  <a:solidFill>
                    <a:schemeClr val="lt1"/>
                  </a:solidFill>
                  <a:latin typeface="Calibri"/>
                  <a:ea typeface="Calibri"/>
                  <a:cs typeface="Calibri"/>
                  <a:sym typeface="Calibri"/>
                </a:rPr>
                <a:t>R</a:t>
              </a:r>
              <a:endParaRPr sz="1000">
                <a:solidFill>
                  <a:schemeClr val="lt1"/>
                </a:solidFill>
                <a:latin typeface="Calibri"/>
                <a:ea typeface="Calibri"/>
                <a:cs typeface="Calibri"/>
                <a:sym typeface="Calibri"/>
              </a:endParaRPr>
            </a:p>
            <a:p>
              <a:pPr indent="0" lvl="0" marL="0" rtl="0" algn="ctr">
                <a:lnSpc>
                  <a:spcPct val="90000"/>
                </a:lnSpc>
                <a:spcBef>
                  <a:spcPts val="0"/>
                </a:spcBef>
                <a:spcAft>
                  <a:spcPts val="0"/>
                </a:spcAft>
                <a:buNone/>
              </a:pPr>
              <a:r>
                <a:rPr lang="es-ES" sz="1000">
                  <a:solidFill>
                    <a:schemeClr val="lt1"/>
                  </a:solidFill>
                  <a:latin typeface="Calibri"/>
                  <a:ea typeface="Calibri"/>
                  <a:cs typeface="Calibri"/>
                  <a:sym typeface="Calibri"/>
                </a:rPr>
                <a:t>Responsable</a:t>
              </a:r>
              <a:endParaRPr sz="1000"/>
            </a:p>
          </p:txBody>
        </p:sp>
        <p:sp>
          <p:nvSpPr>
            <p:cNvPr id="367" name="Google Shape;367;g3f8bb8eb9a8_0_2420"/>
            <p:cNvSpPr/>
            <p:nvPr/>
          </p:nvSpPr>
          <p:spPr>
            <a:xfrm rot="5400000">
              <a:off x="7654848" y="-1859229"/>
              <a:ext cx="1379400" cy="9070800"/>
            </a:xfrm>
            <a:prstGeom prst="round2SameRect">
              <a:avLst>
                <a:gd fmla="val 16667" name="adj1"/>
                <a:gd fmla="val 0" name="adj2"/>
              </a:avLst>
            </a:prstGeom>
            <a:solidFill>
              <a:srgbClr val="D0CFE1">
                <a:alpha val="90200"/>
              </a:srgbClr>
            </a:solidFill>
            <a:ln cap="flat" cmpd="sng" w="12175">
              <a:solidFill>
                <a:srgbClr val="D0CFE1">
                  <a:alpha val="90200"/>
                </a:srgbClr>
              </a:solidFill>
              <a:prstDash val="solid"/>
              <a:round/>
              <a:headEnd len="sm" w="sm" type="none"/>
              <a:tailEnd len="sm" w="sm" type="none"/>
            </a:ln>
          </p:spPr>
          <p:txBody>
            <a:bodyPr anchorCtr="0" anchor="ctr" bIns="43800" lIns="43800" spcFirstLastPara="1" rIns="43800" wrap="square" tIns="43800">
              <a:noAutofit/>
            </a:bodyPr>
            <a:lstStyle/>
            <a:p>
              <a:pPr indent="0" lvl="0" marL="0" rtl="0" algn="l">
                <a:spcBef>
                  <a:spcPts val="0"/>
                </a:spcBef>
                <a:spcAft>
                  <a:spcPts val="0"/>
                </a:spcAft>
                <a:buNone/>
              </a:pPr>
              <a:r>
                <a:t/>
              </a:r>
              <a:endParaRPr sz="500"/>
            </a:p>
          </p:txBody>
        </p:sp>
        <p:sp>
          <p:nvSpPr>
            <p:cNvPr id="368" name="Google Shape;368;g3f8bb8eb9a8_0_2420"/>
            <p:cNvSpPr txBox="1"/>
            <p:nvPr/>
          </p:nvSpPr>
          <p:spPr>
            <a:xfrm>
              <a:off x="3841790" y="2053807"/>
              <a:ext cx="9003600" cy="1244700"/>
            </a:xfrm>
            <a:prstGeom prst="rect">
              <a:avLst/>
            </a:prstGeom>
            <a:noFill/>
            <a:ln>
              <a:noFill/>
            </a:ln>
          </p:spPr>
          <p:txBody>
            <a:bodyPr anchorCtr="0" anchor="ctr" bIns="27375" lIns="54750" spcFirstLastPara="1" rIns="54750" wrap="square" tIns="27375">
              <a:noAutofit/>
            </a:bodyPr>
            <a:lstStyle/>
            <a:p>
              <a:pPr indent="-120650" lvl="1" marL="139700" marR="0" rtl="0" algn="l">
                <a:lnSpc>
                  <a:spcPct val="90000"/>
                </a:lnSpc>
                <a:spcBef>
                  <a:spcPts val="0"/>
                </a:spcBef>
                <a:spcAft>
                  <a:spcPts val="0"/>
                </a:spcAft>
                <a:buClr>
                  <a:schemeClr val="dk1"/>
                </a:buClr>
                <a:buSzPts val="1100"/>
                <a:buFont typeface="Calibri"/>
                <a:buChar char="•"/>
              </a:pPr>
              <a:r>
                <a:rPr b="0" i="0" lang="es-ES" sz="1100" u="none" cap="none" strike="noStrike">
                  <a:solidFill>
                    <a:schemeClr val="dk1"/>
                  </a:solidFill>
                  <a:latin typeface="Calibri"/>
                  <a:ea typeface="Calibri"/>
                  <a:cs typeface="Calibri"/>
                  <a:sym typeface="Calibri"/>
                </a:rPr>
                <a:t>Se responsabiliza de que la tarea se cumpla y aprobar su resultado</a:t>
              </a:r>
              <a:endParaRPr b="0" i="0" sz="1100" u="none" cap="none" strike="noStrike">
                <a:solidFill>
                  <a:schemeClr val="dk1"/>
                </a:solidFill>
                <a:latin typeface="Calibri"/>
                <a:ea typeface="Calibri"/>
                <a:cs typeface="Calibri"/>
                <a:sym typeface="Calibri"/>
              </a:endParaRPr>
            </a:p>
          </p:txBody>
        </p:sp>
        <p:sp>
          <p:nvSpPr>
            <p:cNvPr id="369" name="Google Shape;369;g3f8bb8eb9a8_0_2420"/>
            <p:cNvSpPr/>
            <p:nvPr/>
          </p:nvSpPr>
          <p:spPr>
            <a:xfrm>
              <a:off x="377943" y="1814046"/>
              <a:ext cx="3314700" cy="1724100"/>
            </a:xfrm>
            <a:prstGeom prst="roundRect">
              <a:avLst>
                <a:gd fmla="val 16667" name="adj"/>
              </a:avLst>
            </a:prstGeom>
            <a:solidFill>
              <a:srgbClr val="5D5AAE"/>
            </a:solidFill>
            <a:ln cap="flat" cmpd="sng" w="12175">
              <a:solidFill>
                <a:schemeClr val="lt1"/>
              </a:solidFill>
              <a:prstDash val="solid"/>
              <a:round/>
              <a:headEnd len="sm" w="sm" type="none"/>
              <a:tailEnd len="sm" w="sm" type="none"/>
            </a:ln>
          </p:spPr>
          <p:txBody>
            <a:bodyPr anchorCtr="0" anchor="ctr" bIns="43800" lIns="43800" spcFirstLastPara="1" rIns="43800" wrap="square" tIns="43800">
              <a:noAutofit/>
            </a:bodyPr>
            <a:lstStyle/>
            <a:p>
              <a:pPr indent="0" lvl="0" marL="0" rtl="0" algn="ctr">
                <a:lnSpc>
                  <a:spcPct val="90000"/>
                </a:lnSpc>
                <a:spcBef>
                  <a:spcPts val="0"/>
                </a:spcBef>
                <a:spcAft>
                  <a:spcPts val="0"/>
                </a:spcAft>
                <a:buNone/>
              </a:pPr>
              <a:r>
                <a:rPr lang="es-ES" sz="1000">
                  <a:solidFill>
                    <a:schemeClr val="lt1"/>
                  </a:solidFill>
                  <a:latin typeface="Calibri"/>
                  <a:ea typeface="Calibri"/>
                  <a:cs typeface="Calibri"/>
                  <a:sym typeface="Calibri"/>
                </a:rPr>
                <a:t>A</a:t>
              </a:r>
              <a:endParaRPr sz="1000">
                <a:solidFill>
                  <a:schemeClr val="lt1"/>
                </a:solidFill>
                <a:latin typeface="Calibri"/>
                <a:ea typeface="Calibri"/>
                <a:cs typeface="Calibri"/>
                <a:sym typeface="Calibri"/>
              </a:endParaRPr>
            </a:p>
            <a:p>
              <a:pPr indent="0" lvl="0" marL="0" rtl="0" algn="ctr">
                <a:lnSpc>
                  <a:spcPct val="90000"/>
                </a:lnSpc>
                <a:spcBef>
                  <a:spcPts val="0"/>
                </a:spcBef>
                <a:spcAft>
                  <a:spcPts val="0"/>
                </a:spcAft>
                <a:buNone/>
              </a:pPr>
              <a:r>
                <a:rPr lang="es-ES" sz="1000">
                  <a:solidFill>
                    <a:schemeClr val="lt1"/>
                  </a:solidFill>
                  <a:latin typeface="Calibri"/>
                  <a:ea typeface="Calibri"/>
                  <a:cs typeface="Calibri"/>
                  <a:sym typeface="Calibri"/>
                </a:rPr>
                <a:t>Aprobador</a:t>
              </a:r>
              <a:endParaRPr sz="1000"/>
            </a:p>
          </p:txBody>
        </p:sp>
        <p:sp>
          <p:nvSpPr>
            <p:cNvPr id="370" name="Google Shape;370;g3f8bb8eb9a8_0_2420"/>
            <p:cNvSpPr/>
            <p:nvPr/>
          </p:nvSpPr>
          <p:spPr>
            <a:xfrm rot="5400000">
              <a:off x="7654848" y="-48768"/>
              <a:ext cx="1379400" cy="9070800"/>
            </a:xfrm>
            <a:prstGeom prst="round2SameRect">
              <a:avLst>
                <a:gd fmla="val 16667" name="adj1"/>
                <a:gd fmla="val 0" name="adj2"/>
              </a:avLst>
            </a:prstGeom>
            <a:solidFill>
              <a:srgbClr val="CED6E5">
                <a:alpha val="90200"/>
              </a:srgbClr>
            </a:solidFill>
            <a:ln cap="flat" cmpd="sng" w="12175">
              <a:solidFill>
                <a:srgbClr val="CED6E5">
                  <a:alpha val="90200"/>
                </a:srgbClr>
              </a:solidFill>
              <a:prstDash val="solid"/>
              <a:round/>
              <a:headEnd len="sm" w="sm" type="none"/>
              <a:tailEnd len="sm" w="sm" type="none"/>
            </a:ln>
          </p:spPr>
          <p:txBody>
            <a:bodyPr anchorCtr="0" anchor="ctr" bIns="43800" lIns="43800" spcFirstLastPara="1" rIns="43800" wrap="square" tIns="43800">
              <a:noAutofit/>
            </a:bodyPr>
            <a:lstStyle/>
            <a:p>
              <a:pPr indent="0" lvl="0" marL="0" rtl="0" algn="l">
                <a:spcBef>
                  <a:spcPts val="0"/>
                </a:spcBef>
                <a:spcAft>
                  <a:spcPts val="0"/>
                </a:spcAft>
                <a:buNone/>
              </a:pPr>
              <a:r>
                <a:t/>
              </a:r>
              <a:endParaRPr sz="500"/>
            </a:p>
          </p:txBody>
        </p:sp>
        <p:sp>
          <p:nvSpPr>
            <p:cNvPr id="371" name="Google Shape;371;g3f8bb8eb9a8_0_2420"/>
            <p:cNvSpPr txBox="1"/>
            <p:nvPr/>
          </p:nvSpPr>
          <p:spPr>
            <a:xfrm>
              <a:off x="3841790" y="3864268"/>
              <a:ext cx="9003600" cy="1244700"/>
            </a:xfrm>
            <a:prstGeom prst="rect">
              <a:avLst/>
            </a:prstGeom>
            <a:noFill/>
            <a:ln>
              <a:noFill/>
            </a:ln>
          </p:spPr>
          <p:txBody>
            <a:bodyPr anchorCtr="0" anchor="ctr" bIns="27375" lIns="54750" spcFirstLastPara="1" rIns="54750" wrap="square" tIns="27375">
              <a:noAutofit/>
            </a:bodyPr>
            <a:lstStyle/>
            <a:p>
              <a:pPr indent="-120650" lvl="1" marL="139700" marR="0" rtl="0" algn="l">
                <a:lnSpc>
                  <a:spcPct val="90000"/>
                </a:lnSpc>
                <a:spcBef>
                  <a:spcPts val="0"/>
                </a:spcBef>
                <a:spcAft>
                  <a:spcPts val="0"/>
                </a:spcAft>
                <a:buClr>
                  <a:schemeClr val="dk1"/>
                </a:buClr>
                <a:buSzPts val="1100"/>
                <a:buFont typeface="Calibri"/>
                <a:buChar char="•"/>
              </a:pPr>
              <a:r>
                <a:rPr b="0" i="0" lang="es-ES" sz="1100" u="none" cap="none" strike="noStrike">
                  <a:solidFill>
                    <a:schemeClr val="dk1"/>
                  </a:solidFill>
                  <a:latin typeface="Calibri"/>
                  <a:ea typeface="Calibri"/>
                  <a:cs typeface="Calibri"/>
                  <a:sym typeface="Calibri"/>
                </a:rPr>
                <a:t>Se le realizan preguntas debido a que puede poseer un mayor nivel de experiencia en el desarrollo de la tarea</a:t>
              </a:r>
              <a:endParaRPr b="0" i="0" sz="1100" u="none" cap="none" strike="noStrike">
                <a:solidFill>
                  <a:schemeClr val="dk1"/>
                </a:solidFill>
                <a:latin typeface="Calibri"/>
                <a:ea typeface="Calibri"/>
                <a:cs typeface="Calibri"/>
                <a:sym typeface="Calibri"/>
              </a:endParaRPr>
            </a:p>
          </p:txBody>
        </p:sp>
        <p:sp>
          <p:nvSpPr>
            <p:cNvPr id="372" name="Google Shape;372;g3f8bb8eb9a8_0_2420"/>
            <p:cNvSpPr/>
            <p:nvPr/>
          </p:nvSpPr>
          <p:spPr>
            <a:xfrm>
              <a:off x="377943" y="3624509"/>
              <a:ext cx="3314700" cy="1724100"/>
            </a:xfrm>
            <a:prstGeom prst="roundRect">
              <a:avLst>
                <a:gd fmla="val 16667" name="adj"/>
              </a:avLst>
            </a:prstGeom>
            <a:solidFill>
              <a:srgbClr val="5279BA"/>
            </a:solidFill>
            <a:ln cap="flat" cmpd="sng" w="12175">
              <a:solidFill>
                <a:schemeClr val="lt1"/>
              </a:solidFill>
              <a:prstDash val="solid"/>
              <a:round/>
              <a:headEnd len="sm" w="sm" type="none"/>
              <a:tailEnd len="sm" w="sm" type="none"/>
            </a:ln>
          </p:spPr>
          <p:txBody>
            <a:bodyPr anchorCtr="0" anchor="ctr" bIns="43800" lIns="43800" spcFirstLastPara="1" rIns="43800" wrap="square" tIns="43800">
              <a:noAutofit/>
            </a:bodyPr>
            <a:lstStyle/>
            <a:p>
              <a:pPr indent="0" lvl="0" marL="0" rtl="0" algn="ctr">
                <a:lnSpc>
                  <a:spcPct val="90000"/>
                </a:lnSpc>
                <a:spcBef>
                  <a:spcPts val="0"/>
                </a:spcBef>
                <a:spcAft>
                  <a:spcPts val="0"/>
                </a:spcAft>
                <a:buNone/>
              </a:pPr>
              <a:r>
                <a:rPr lang="es-ES" sz="1000">
                  <a:solidFill>
                    <a:schemeClr val="lt1"/>
                  </a:solidFill>
                  <a:latin typeface="Calibri"/>
                  <a:ea typeface="Calibri"/>
                  <a:cs typeface="Calibri"/>
                  <a:sym typeface="Calibri"/>
                </a:rPr>
                <a:t>C</a:t>
              </a:r>
              <a:endParaRPr sz="1000">
                <a:solidFill>
                  <a:schemeClr val="lt1"/>
                </a:solidFill>
                <a:latin typeface="Calibri"/>
                <a:ea typeface="Calibri"/>
                <a:cs typeface="Calibri"/>
                <a:sym typeface="Calibri"/>
              </a:endParaRPr>
            </a:p>
            <a:p>
              <a:pPr indent="0" lvl="0" marL="0" rtl="0" algn="ctr">
                <a:lnSpc>
                  <a:spcPct val="90000"/>
                </a:lnSpc>
                <a:spcBef>
                  <a:spcPts val="0"/>
                </a:spcBef>
                <a:spcAft>
                  <a:spcPts val="0"/>
                </a:spcAft>
                <a:buNone/>
              </a:pPr>
              <a:r>
                <a:rPr lang="es-ES" sz="1000">
                  <a:solidFill>
                    <a:schemeClr val="lt1"/>
                  </a:solidFill>
                  <a:latin typeface="Calibri"/>
                  <a:ea typeface="Calibri"/>
                  <a:cs typeface="Calibri"/>
                  <a:sym typeface="Calibri"/>
                </a:rPr>
                <a:t>Consultores</a:t>
              </a:r>
              <a:endParaRPr sz="1000"/>
            </a:p>
          </p:txBody>
        </p:sp>
        <p:sp>
          <p:nvSpPr>
            <p:cNvPr id="373" name="Google Shape;373;g3f8bb8eb9a8_0_2420"/>
            <p:cNvSpPr/>
            <p:nvPr/>
          </p:nvSpPr>
          <p:spPr>
            <a:xfrm rot="5400000">
              <a:off x="7654848" y="1761691"/>
              <a:ext cx="1379400" cy="9070800"/>
            </a:xfrm>
            <a:prstGeom prst="round2SameRect">
              <a:avLst>
                <a:gd fmla="val 16667" name="adj1"/>
                <a:gd fmla="val 0" name="adj2"/>
              </a:avLst>
            </a:prstGeom>
            <a:solidFill>
              <a:srgbClr val="CCE0E9">
                <a:alpha val="90200"/>
              </a:srgbClr>
            </a:solidFill>
            <a:ln cap="flat" cmpd="sng" w="12175">
              <a:solidFill>
                <a:srgbClr val="CCE0E9">
                  <a:alpha val="90200"/>
                </a:srgbClr>
              </a:solidFill>
              <a:prstDash val="solid"/>
              <a:round/>
              <a:headEnd len="sm" w="sm" type="none"/>
              <a:tailEnd len="sm" w="sm" type="none"/>
            </a:ln>
          </p:spPr>
          <p:txBody>
            <a:bodyPr anchorCtr="0" anchor="ctr" bIns="43800" lIns="43800" spcFirstLastPara="1" rIns="43800" wrap="square" tIns="43800">
              <a:noAutofit/>
            </a:bodyPr>
            <a:lstStyle/>
            <a:p>
              <a:pPr indent="0" lvl="0" marL="0" rtl="0" algn="l">
                <a:spcBef>
                  <a:spcPts val="0"/>
                </a:spcBef>
                <a:spcAft>
                  <a:spcPts val="0"/>
                </a:spcAft>
                <a:buNone/>
              </a:pPr>
              <a:r>
                <a:t/>
              </a:r>
              <a:endParaRPr sz="500"/>
            </a:p>
          </p:txBody>
        </p:sp>
        <p:sp>
          <p:nvSpPr>
            <p:cNvPr id="374" name="Google Shape;374;g3f8bb8eb9a8_0_2420"/>
            <p:cNvSpPr txBox="1"/>
            <p:nvPr/>
          </p:nvSpPr>
          <p:spPr>
            <a:xfrm>
              <a:off x="3841790" y="5674728"/>
              <a:ext cx="9003600" cy="1244700"/>
            </a:xfrm>
            <a:prstGeom prst="rect">
              <a:avLst/>
            </a:prstGeom>
            <a:noFill/>
            <a:ln>
              <a:noFill/>
            </a:ln>
          </p:spPr>
          <p:txBody>
            <a:bodyPr anchorCtr="0" anchor="ctr" bIns="27375" lIns="54750" spcFirstLastPara="1" rIns="54750" wrap="square" tIns="27375">
              <a:noAutofit/>
            </a:bodyPr>
            <a:lstStyle/>
            <a:p>
              <a:pPr indent="-120650" lvl="1" marL="139700" marR="0" rtl="0" algn="l">
                <a:lnSpc>
                  <a:spcPct val="90000"/>
                </a:lnSpc>
                <a:spcBef>
                  <a:spcPts val="0"/>
                </a:spcBef>
                <a:spcAft>
                  <a:spcPts val="0"/>
                </a:spcAft>
                <a:buClr>
                  <a:schemeClr val="dk1"/>
                </a:buClr>
                <a:buSzPts val="1100"/>
                <a:buFont typeface="Calibri"/>
                <a:buChar char="•"/>
              </a:pPr>
              <a:r>
                <a:rPr b="0" i="0" lang="es-ES" sz="1100" u="none" cap="none" strike="noStrike">
                  <a:solidFill>
                    <a:schemeClr val="dk1"/>
                  </a:solidFill>
                  <a:latin typeface="Calibri"/>
                  <a:ea typeface="Calibri"/>
                  <a:cs typeface="Calibri"/>
                  <a:sym typeface="Calibri"/>
                </a:rPr>
                <a:t>Quien recibe la información de avance de la tareas y los resultados obtenidos</a:t>
              </a:r>
              <a:endParaRPr b="0" i="0" sz="1100" u="none" cap="none" strike="noStrike">
                <a:solidFill>
                  <a:schemeClr val="dk1"/>
                </a:solidFill>
                <a:latin typeface="Calibri"/>
                <a:ea typeface="Calibri"/>
                <a:cs typeface="Calibri"/>
                <a:sym typeface="Calibri"/>
              </a:endParaRPr>
            </a:p>
          </p:txBody>
        </p:sp>
        <p:sp>
          <p:nvSpPr>
            <p:cNvPr id="375" name="Google Shape;375;g3f8bb8eb9a8_0_2420"/>
            <p:cNvSpPr/>
            <p:nvPr/>
          </p:nvSpPr>
          <p:spPr>
            <a:xfrm>
              <a:off x="377943" y="5434970"/>
              <a:ext cx="3314700" cy="1724100"/>
            </a:xfrm>
            <a:prstGeom prst="roundRect">
              <a:avLst>
                <a:gd fmla="val 16667" name="adj"/>
              </a:avLst>
            </a:prstGeom>
            <a:solidFill>
              <a:srgbClr val="4AA9C5"/>
            </a:solidFill>
            <a:ln cap="flat" cmpd="sng" w="12175">
              <a:solidFill>
                <a:schemeClr val="lt1"/>
              </a:solidFill>
              <a:prstDash val="solid"/>
              <a:round/>
              <a:headEnd len="sm" w="sm" type="none"/>
              <a:tailEnd len="sm" w="sm" type="none"/>
            </a:ln>
          </p:spPr>
          <p:txBody>
            <a:bodyPr anchorCtr="0" anchor="ctr" bIns="43800" lIns="43800" spcFirstLastPara="1" rIns="43800" wrap="square" tIns="43800">
              <a:noAutofit/>
            </a:bodyPr>
            <a:lstStyle/>
            <a:p>
              <a:pPr indent="0" lvl="0" marL="0" rtl="0" algn="ctr">
                <a:lnSpc>
                  <a:spcPct val="90000"/>
                </a:lnSpc>
                <a:spcBef>
                  <a:spcPts val="0"/>
                </a:spcBef>
                <a:spcAft>
                  <a:spcPts val="0"/>
                </a:spcAft>
                <a:buNone/>
              </a:pPr>
              <a:r>
                <a:rPr lang="es-ES" sz="1000">
                  <a:solidFill>
                    <a:schemeClr val="lt1"/>
                  </a:solidFill>
                  <a:latin typeface="Calibri"/>
                  <a:ea typeface="Calibri"/>
                  <a:cs typeface="Calibri"/>
                  <a:sym typeface="Calibri"/>
                </a:rPr>
                <a:t>I</a:t>
              </a:r>
              <a:endParaRPr sz="1000">
                <a:solidFill>
                  <a:schemeClr val="lt1"/>
                </a:solidFill>
                <a:latin typeface="Calibri"/>
                <a:ea typeface="Calibri"/>
                <a:cs typeface="Calibri"/>
                <a:sym typeface="Calibri"/>
              </a:endParaRPr>
            </a:p>
            <a:p>
              <a:pPr indent="0" lvl="0" marL="0" rtl="0" algn="ctr">
                <a:lnSpc>
                  <a:spcPct val="90000"/>
                </a:lnSpc>
                <a:spcBef>
                  <a:spcPts val="0"/>
                </a:spcBef>
                <a:spcAft>
                  <a:spcPts val="0"/>
                </a:spcAft>
                <a:buNone/>
              </a:pPr>
              <a:r>
                <a:rPr lang="es-ES" sz="1000">
                  <a:solidFill>
                    <a:schemeClr val="lt1"/>
                  </a:solidFill>
                  <a:latin typeface="Calibri"/>
                  <a:ea typeface="Calibri"/>
                  <a:cs typeface="Calibri"/>
                  <a:sym typeface="Calibri"/>
                </a:rPr>
                <a:t>Informado</a:t>
              </a:r>
              <a:endParaRPr sz="1000"/>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p51"/>
          <p:cNvSpPr txBox="1"/>
          <p:nvPr/>
        </p:nvSpPr>
        <p:spPr>
          <a:xfrm>
            <a:off x="302000" y="6364800"/>
            <a:ext cx="1406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ES" u="sng">
                <a:solidFill>
                  <a:schemeClr val="hlink"/>
                </a:solidFill>
                <a:hlinkClick r:id="rId3"/>
              </a:rPr>
              <a:t>Enlace Jira</a:t>
            </a:r>
            <a:endParaRPr/>
          </a:p>
        </p:txBody>
      </p:sp>
      <p:pic>
        <p:nvPicPr>
          <p:cNvPr id="381" name="Google Shape;381;p51"/>
          <p:cNvPicPr preferRelativeResize="0"/>
          <p:nvPr/>
        </p:nvPicPr>
        <p:blipFill>
          <a:blip r:embed="rId4">
            <a:alphaModFix/>
          </a:blip>
          <a:stretch>
            <a:fillRect/>
          </a:stretch>
        </p:blipFill>
        <p:spPr>
          <a:xfrm>
            <a:off x="301988" y="2664342"/>
            <a:ext cx="1406274" cy="953920"/>
          </a:xfrm>
          <a:prstGeom prst="rect">
            <a:avLst/>
          </a:prstGeom>
          <a:noFill/>
          <a:ln>
            <a:noFill/>
          </a:ln>
        </p:spPr>
      </p:pic>
      <p:pic>
        <p:nvPicPr>
          <p:cNvPr id="382" name="Google Shape;382;p51"/>
          <p:cNvPicPr preferRelativeResize="0"/>
          <p:nvPr/>
        </p:nvPicPr>
        <p:blipFill>
          <a:blip r:embed="rId5">
            <a:alphaModFix/>
          </a:blip>
          <a:stretch>
            <a:fillRect/>
          </a:stretch>
        </p:blipFill>
        <p:spPr>
          <a:xfrm>
            <a:off x="1302369" y="4514562"/>
            <a:ext cx="953925" cy="953925"/>
          </a:xfrm>
          <a:prstGeom prst="rect">
            <a:avLst/>
          </a:prstGeom>
          <a:noFill/>
          <a:ln>
            <a:noFill/>
          </a:ln>
        </p:spPr>
      </p:pic>
      <p:pic>
        <p:nvPicPr>
          <p:cNvPr id="383" name="Google Shape;383;p51"/>
          <p:cNvPicPr preferRelativeResize="0"/>
          <p:nvPr/>
        </p:nvPicPr>
        <p:blipFill>
          <a:blip r:embed="rId6">
            <a:alphaModFix/>
          </a:blip>
          <a:stretch>
            <a:fillRect/>
          </a:stretch>
        </p:blipFill>
        <p:spPr>
          <a:xfrm>
            <a:off x="1798825" y="2664342"/>
            <a:ext cx="1406249" cy="831326"/>
          </a:xfrm>
          <a:prstGeom prst="rect">
            <a:avLst/>
          </a:prstGeom>
          <a:noFill/>
          <a:ln>
            <a:noFill/>
          </a:ln>
        </p:spPr>
      </p:pic>
      <p:pic>
        <p:nvPicPr>
          <p:cNvPr id="384" name="Google Shape;384;p51"/>
          <p:cNvPicPr preferRelativeResize="0"/>
          <p:nvPr/>
        </p:nvPicPr>
        <p:blipFill>
          <a:blip r:embed="rId7">
            <a:alphaModFix/>
          </a:blip>
          <a:stretch>
            <a:fillRect/>
          </a:stretch>
        </p:blipFill>
        <p:spPr>
          <a:xfrm>
            <a:off x="164813" y="4463663"/>
            <a:ext cx="1055725" cy="1055725"/>
          </a:xfrm>
          <a:prstGeom prst="rect">
            <a:avLst/>
          </a:prstGeom>
          <a:noFill/>
          <a:ln>
            <a:noFill/>
          </a:ln>
        </p:spPr>
      </p:pic>
      <p:pic>
        <p:nvPicPr>
          <p:cNvPr id="385" name="Google Shape;385;p51"/>
          <p:cNvPicPr preferRelativeResize="0"/>
          <p:nvPr/>
        </p:nvPicPr>
        <p:blipFill>
          <a:blip r:embed="rId8">
            <a:alphaModFix/>
          </a:blip>
          <a:stretch>
            <a:fillRect/>
          </a:stretch>
        </p:blipFill>
        <p:spPr>
          <a:xfrm>
            <a:off x="2338125" y="4575875"/>
            <a:ext cx="831301" cy="831301"/>
          </a:xfrm>
          <a:prstGeom prst="rect">
            <a:avLst/>
          </a:prstGeom>
          <a:noFill/>
          <a:ln>
            <a:noFill/>
          </a:ln>
        </p:spPr>
      </p:pic>
      <p:sp>
        <p:nvSpPr>
          <p:cNvPr id="386" name="Google Shape;386;p51"/>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ES" sz="2800">
                <a:solidFill>
                  <a:srgbClr val="000000"/>
                </a:solidFill>
                <a:latin typeface="Arial"/>
                <a:ea typeface="Arial"/>
                <a:cs typeface="Arial"/>
                <a:sym typeface="Arial"/>
              </a:rPr>
              <a:t>Planificación del proyecto</a:t>
            </a:r>
            <a:endParaRPr/>
          </a:p>
        </p:txBody>
      </p:sp>
      <p:sp>
        <p:nvSpPr>
          <p:cNvPr id="387" name="Google Shape;387;p51"/>
          <p:cNvSpPr txBox="1"/>
          <p:nvPr/>
        </p:nvSpPr>
        <p:spPr>
          <a:xfrm>
            <a:off x="0" y="1997950"/>
            <a:ext cx="3557400" cy="434100"/>
          </a:xfrm>
          <a:prstGeom prst="rect">
            <a:avLst/>
          </a:prstGeom>
          <a:noFill/>
          <a:ln>
            <a:noFill/>
          </a:ln>
        </p:spPr>
        <p:txBody>
          <a:bodyPr anchorCtr="0" anchor="t" bIns="91425" lIns="91425" spcFirstLastPara="1" rIns="91425" wrap="square" tIns="91425">
            <a:spAutoFit/>
          </a:bodyPr>
          <a:lstStyle/>
          <a:p>
            <a:pPr indent="0" lvl="0" marL="0" marR="0" rtl="0" algn="ctr">
              <a:lnSpc>
                <a:spcPct val="90000"/>
              </a:lnSpc>
              <a:spcBef>
                <a:spcPts val="0"/>
              </a:spcBef>
              <a:spcAft>
                <a:spcPts val="0"/>
              </a:spcAft>
              <a:buNone/>
            </a:pPr>
            <a:r>
              <a:rPr b="1" lang="es-ES" sz="1800">
                <a:solidFill>
                  <a:srgbClr val="002060"/>
                </a:solidFill>
              </a:rPr>
              <a:t>H</a:t>
            </a:r>
            <a:r>
              <a:rPr b="1" lang="es-ES" sz="1800">
                <a:solidFill>
                  <a:srgbClr val="002060"/>
                </a:solidFill>
              </a:rPr>
              <a:t>erramientas</a:t>
            </a:r>
            <a:r>
              <a:rPr b="1" lang="es-ES" sz="1800">
                <a:solidFill>
                  <a:srgbClr val="002060"/>
                </a:solidFill>
              </a:rPr>
              <a:t> de Planificación:</a:t>
            </a:r>
            <a:endParaRPr b="1" sz="1800"/>
          </a:p>
        </p:txBody>
      </p:sp>
      <p:sp>
        <p:nvSpPr>
          <p:cNvPr id="388" name="Google Shape;388;p51"/>
          <p:cNvSpPr txBox="1"/>
          <p:nvPr/>
        </p:nvSpPr>
        <p:spPr>
          <a:xfrm>
            <a:off x="0" y="3850550"/>
            <a:ext cx="3167100" cy="4341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s-ES" sz="1800">
                <a:solidFill>
                  <a:srgbClr val="002060"/>
                </a:solidFill>
              </a:rPr>
              <a:t>Herramientas de Respaldo:</a:t>
            </a:r>
            <a:endParaRPr b="1" sz="1800"/>
          </a:p>
        </p:txBody>
      </p:sp>
      <p:sp>
        <p:nvSpPr>
          <p:cNvPr id="389" name="Google Shape;389;p51"/>
          <p:cNvSpPr/>
          <p:nvPr/>
        </p:nvSpPr>
        <p:spPr>
          <a:xfrm>
            <a:off x="3324407" y="1869800"/>
            <a:ext cx="349200" cy="3991200"/>
          </a:xfrm>
          <a:prstGeom prst="rightBrace">
            <a:avLst>
              <a:gd fmla="val 9407" name="adj1"/>
              <a:gd fmla="val 48681"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Franklin Gothic"/>
              <a:ea typeface="Franklin Gothic"/>
              <a:cs typeface="Franklin Gothic"/>
              <a:sym typeface="Franklin Gothic"/>
            </a:endParaRPr>
          </a:p>
        </p:txBody>
      </p:sp>
      <p:sp>
        <p:nvSpPr>
          <p:cNvPr id="390" name="Google Shape;390;p51"/>
          <p:cNvSpPr txBox="1"/>
          <p:nvPr/>
        </p:nvSpPr>
        <p:spPr>
          <a:xfrm rot="-5398972">
            <a:off x="3213465" y="3708039"/>
            <a:ext cx="1002900" cy="314700"/>
          </a:xfrm>
          <a:prstGeom prst="rect">
            <a:avLst/>
          </a:prstGeom>
          <a:noFill/>
          <a:ln>
            <a:noFill/>
          </a:ln>
        </p:spPr>
        <p:txBody>
          <a:bodyPr anchorCtr="0" anchor="t" bIns="62325" lIns="62325" spcFirstLastPara="1" rIns="62325" wrap="square" tIns="62325">
            <a:spAutoFit/>
          </a:bodyPr>
          <a:lstStyle/>
          <a:p>
            <a:pPr indent="0" lvl="0" marL="0" rtl="0" algn="l">
              <a:spcBef>
                <a:spcPts val="0"/>
              </a:spcBef>
              <a:spcAft>
                <a:spcPts val="0"/>
              </a:spcAft>
              <a:buNone/>
            </a:pPr>
            <a:r>
              <a:rPr b="1" lang="es-ES" sz="1227">
                <a:solidFill>
                  <a:srgbClr val="000000"/>
                </a:solidFill>
              </a:rPr>
              <a:t>Detalle Jira</a:t>
            </a:r>
            <a:endParaRPr b="1" sz="1227">
              <a:latin typeface="Calibri"/>
              <a:ea typeface="Calibri"/>
              <a:cs typeface="Calibri"/>
              <a:sym typeface="Calibri"/>
            </a:endParaRPr>
          </a:p>
        </p:txBody>
      </p:sp>
      <p:sp>
        <p:nvSpPr>
          <p:cNvPr id="391" name="Google Shape;391;p51"/>
          <p:cNvSpPr/>
          <p:nvPr/>
        </p:nvSpPr>
        <p:spPr>
          <a:xfrm>
            <a:off x="9460500" y="1925625"/>
            <a:ext cx="2519100" cy="3813300"/>
          </a:xfrm>
          <a:prstGeom prst="roundRect">
            <a:avLst>
              <a:gd fmla="val 5091" name="adj"/>
            </a:avLst>
          </a:prstGeom>
          <a:noFill/>
          <a:ln cap="flat" cmpd="sng" w="19050">
            <a:solidFill>
              <a:srgbClr val="FF9900"/>
            </a:solidFill>
            <a:prstDash val="dash"/>
            <a:round/>
            <a:headEnd len="sm" w="sm" type="none"/>
            <a:tailEnd len="sm" w="sm" type="none"/>
          </a:ln>
        </p:spPr>
        <p:txBody>
          <a:bodyPr anchorCtr="0" anchor="ctr" bIns="62325" lIns="62325" spcFirstLastPara="1" rIns="62325" wrap="square" tIns="62325">
            <a:noAutofit/>
          </a:bodyPr>
          <a:lstStyle/>
          <a:p>
            <a:pPr indent="0" lvl="0" marL="0" rtl="0" algn="l">
              <a:spcBef>
                <a:spcPts val="0"/>
              </a:spcBef>
              <a:spcAft>
                <a:spcPts val="0"/>
              </a:spcAft>
              <a:buNone/>
            </a:pPr>
            <a:r>
              <a:rPr b="1" lang="es-ES" sz="1800">
                <a:latin typeface="Roboto"/>
                <a:ea typeface="Roboto"/>
                <a:cs typeface="Roboto"/>
                <a:sym typeface="Roboto"/>
              </a:rPr>
              <a:t>Capstone_RPA</a:t>
            </a:r>
            <a:endParaRPr b="1" sz="1800">
              <a:latin typeface="Roboto"/>
              <a:ea typeface="Roboto"/>
              <a:cs typeface="Roboto"/>
              <a:sym typeface="Roboto"/>
            </a:endParaRPr>
          </a:p>
          <a:p>
            <a:pPr indent="0" lvl="0" marL="0" rtl="0" algn="l">
              <a:spcBef>
                <a:spcPts val="0"/>
              </a:spcBef>
              <a:spcAft>
                <a:spcPts val="0"/>
              </a:spcAft>
              <a:buNone/>
            </a:pPr>
            <a:r>
              <a:t/>
            </a:r>
            <a:endParaRPr b="1" sz="1800">
              <a:latin typeface="Roboto"/>
              <a:ea typeface="Roboto"/>
              <a:cs typeface="Roboto"/>
              <a:sym typeface="Roboto"/>
            </a:endParaRPr>
          </a:p>
          <a:p>
            <a:pPr indent="0" lvl="0" marL="0" rtl="0" algn="l">
              <a:spcBef>
                <a:spcPts val="0"/>
              </a:spcBef>
              <a:spcAft>
                <a:spcPts val="0"/>
              </a:spcAft>
              <a:buNone/>
            </a:pPr>
            <a:r>
              <a:t/>
            </a:r>
            <a:endParaRPr b="1" sz="1800">
              <a:latin typeface="Roboto"/>
              <a:ea typeface="Roboto"/>
              <a:cs typeface="Roboto"/>
              <a:sym typeface="Roboto"/>
            </a:endParaRPr>
          </a:p>
          <a:p>
            <a:pPr indent="-189053" lvl="0" marL="180000" rtl="0" algn="l">
              <a:spcBef>
                <a:spcPts val="0"/>
              </a:spcBef>
              <a:spcAft>
                <a:spcPts val="0"/>
              </a:spcAft>
              <a:buClr>
                <a:srgbClr val="1F497D"/>
              </a:buClr>
              <a:buSzPts val="1627"/>
              <a:buFont typeface="Roboto"/>
              <a:buChar char="●"/>
            </a:pPr>
            <a:r>
              <a:rPr lang="es-ES" sz="1627">
                <a:solidFill>
                  <a:srgbClr val="000000"/>
                </a:solidFill>
                <a:latin typeface="Roboto"/>
                <a:ea typeface="Roboto"/>
                <a:cs typeface="Roboto"/>
                <a:sym typeface="Roboto"/>
              </a:rPr>
              <a:t>1 Tablero</a:t>
            </a:r>
            <a:endParaRPr sz="1627">
              <a:solidFill>
                <a:srgbClr val="000000"/>
              </a:solidFill>
              <a:latin typeface="Roboto"/>
              <a:ea typeface="Roboto"/>
              <a:cs typeface="Roboto"/>
              <a:sym typeface="Roboto"/>
            </a:endParaRPr>
          </a:p>
          <a:p>
            <a:pPr indent="-189053" lvl="0" marL="180000" rtl="0" algn="l">
              <a:spcBef>
                <a:spcPts val="0"/>
              </a:spcBef>
              <a:spcAft>
                <a:spcPts val="0"/>
              </a:spcAft>
              <a:buClr>
                <a:srgbClr val="1F497D"/>
              </a:buClr>
              <a:buSzPts val="1627"/>
              <a:buFont typeface="Roboto"/>
              <a:buChar char="●"/>
            </a:pPr>
            <a:r>
              <a:rPr lang="es-ES" sz="1627">
                <a:latin typeface="Roboto"/>
                <a:ea typeface="Roboto"/>
                <a:cs typeface="Roboto"/>
                <a:sym typeface="Roboto"/>
              </a:rPr>
              <a:t>3</a:t>
            </a:r>
            <a:r>
              <a:rPr lang="es-ES" sz="1627">
                <a:solidFill>
                  <a:srgbClr val="000000"/>
                </a:solidFill>
                <a:latin typeface="Roboto"/>
                <a:ea typeface="Roboto"/>
                <a:cs typeface="Roboto"/>
                <a:sym typeface="Roboto"/>
              </a:rPr>
              <a:t> Épicas</a:t>
            </a:r>
            <a:endParaRPr sz="1627">
              <a:solidFill>
                <a:srgbClr val="000000"/>
              </a:solidFill>
              <a:latin typeface="Roboto"/>
              <a:ea typeface="Roboto"/>
              <a:cs typeface="Roboto"/>
              <a:sym typeface="Roboto"/>
            </a:endParaRPr>
          </a:p>
          <a:p>
            <a:pPr indent="-189053" lvl="1" marL="360001" rtl="0" algn="l">
              <a:spcBef>
                <a:spcPts val="0"/>
              </a:spcBef>
              <a:spcAft>
                <a:spcPts val="0"/>
              </a:spcAft>
              <a:buClr>
                <a:srgbClr val="1F497D"/>
              </a:buClr>
              <a:buSzPts val="1627"/>
              <a:buFont typeface="Roboto"/>
              <a:buChar char="○"/>
            </a:pPr>
            <a:r>
              <a:rPr lang="es-ES" sz="1627">
                <a:solidFill>
                  <a:srgbClr val="000000"/>
                </a:solidFill>
                <a:latin typeface="Roboto"/>
                <a:ea typeface="Roboto"/>
                <a:cs typeface="Roboto"/>
                <a:sym typeface="Roboto"/>
              </a:rPr>
              <a:t>Fase 1 </a:t>
            </a:r>
            <a:r>
              <a:rPr lang="es-ES" sz="1627">
                <a:latin typeface="Roboto"/>
                <a:ea typeface="Roboto"/>
                <a:cs typeface="Roboto"/>
                <a:sym typeface="Roboto"/>
              </a:rPr>
              <a:t>Definición del Proyecto</a:t>
            </a:r>
            <a:endParaRPr sz="1627">
              <a:solidFill>
                <a:srgbClr val="000000"/>
              </a:solidFill>
              <a:latin typeface="Roboto"/>
              <a:ea typeface="Roboto"/>
              <a:cs typeface="Roboto"/>
              <a:sym typeface="Roboto"/>
            </a:endParaRPr>
          </a:p>
          <a:p>
            <a:pPr indent="-189053" lvl="1" marL="360001" rtl="0" algn="l">
              <a:spcBef>
                <a:spcPts val="0"/>
              </a:spcBef>
              <a:spcAft>
                <a:spcPts val="0"/>
              </a:spcAft>
              <a:buClr>
                <a:srgbClr val="1F497D"/>
              </a:buClr>
              <a:buSzPts val="1627"/>
              <a:buFont typeface="Roboto"/>
              <a:buChar char="○"/>
            </a:pPr>
            <a:r>
              <a:rPr lang="es-ES" sz="1627">
                <a:solidFill>
                  <a:srgbClr val="000000"/>
                </a:solidFill>
                <a:latin typeface="Roboto"/>
                <a:ea typeface="Roboto"/>
                <a:cs typeface="Roboto"/>
                <a:sym typeface="Roboto"/>
              </a:rPr>
              <a:t>Fase 2 Desarrollo</a:t>
            </a:r>
            <a:endParaRPr sz="1627">
              <a:solidFill>
                <a:srgbClr val="000000"/>
              </a:solidFill>
              <a:latin typeface="Roboto"/>
              <a:ea typeface="Roboto"/>
              <a:cs typeface="Roboto"/>
              <a:sym typeface="Roboto"/>
            </a:endParaRPr>
          </a:p>
          <a:p>
            <a:pPr indent="-189053" lvl="1" marL="360001" rtl="0" algn="l">
              <a:spcBef>
                <a:spcPts val="0"/>
              </a:spcBef>
              <a:spcAft>
                <a:spcPts val="0"/>
              </a:spcAft>
              <a:buClr>
                <a:srgbClr val="1F497D"/>
              </a:buClr>
              <a:buSzPts val="1627"/>
              <a:buFont typeface="Roboto"/>
              <a:buChar char="○"/>
            </a:pPr>
            <a:r>
              <a:rPr lang="es-ES" sz="1627">
                <a:solidFill>
                  <a:srgbClr val="000000"/>
                </a:solidFill>
                <a:latin typeface="Roboto"/>
                <a:ea typeface="Roboto"/>
                <a:cs typeface="Roboto"/>
                <a:sym typeface="Roboto"/>
              </a:rPr>
              <a:t>Fase 3 P</a:t>
            </a:r>
            <a:r>
              <a:rPr lang="es-ES" sz="1627">
                <a:solidFill>
                  <a:srgbClr val="000000"/>
                </a:solidFill>
                <a:latin typeface="Roboto"/>
                <a:ea typeface="Roboto"/>
                <a:cs typeface="Roboto"/>
                <a:sym typeface="Roboto"/>
              </a:rPr>
              <a:t>r</a:t>
            </a:r>
            <a:r>
              <a:rPr lang="es-ES" sz="1627">
                <a:latin typeface="Roboto"/>
                <a:ea typeface="Roboto"/>
                <a:cs typeface="Roboto"/>
                <a:sym typeface="Roboto"/>
              </a:rPr>
              <a:t>esentación</a:t>
            </a:r>
            <a:endParaRPr sz="1627">
              <a:solidFill>
                <a:srgbClr val="000000"/>
              </a:solidFill>
              <a:latin typeface="Roboto"/>
              <a:ea typeface="Roboto"/>
              <a:cs typeface="Roboto"/>
              <a:sym typeface="Roboto"/>
            </a:endParaRPr>
          </a:p>
          <a:p>
            <a:pPr indent="-189053" lvl="0" marL="180000" rtl="0" algn="l">
              <a:spcBef>
                <a:spcPts val="0"/>
              </a:spcBef>
              <a:spcAft>
                <a:spcPts val="0"/>
              </a:spcAft>
              <a:buClr>
                <a:srgbClr val="1F497D"/>
              </a:buClr>
              <a:buSzPts val="1627"/>
              <a:buFont typeface="Roboto"/>
              <a:buChar char="●"/>
            </a:pPr>
            <a:r>
              <a:rPr lang="es-ES" sz="1627">
                <a:latin typeface="Roboto"/>
                <a:ea typeface="Roboto"/>
                <a:cs typeface="Roboto"/>
                <a:sym typeface="Roboto"/>
              </a:rPr>
              <a:t>30</a:t>
            </a:r>
            <a:r>
              <a:rPr lang="es-ES" sz="1627">
                <a:solidFill>
                  <a:srgbClr val="000000"/>
                </a:solidFill>
                <a:latin typeface="Roboto"/>
                <a:ea typeface="Roboto"/>
                <a:cs typeface="Roboto"/>
                <a:sym typeface="Roboto"/>
              </a:rPr>
              <a:t> Tareas + Subtareas </a:t>
            </a:r>
            <a:endParaRPr sz="1627">
              <a:solidFill>
                <a:srgbClr val="000000"/>
              </a:solidFill>
              <a:latin typeface="Roboto"/>
              <a:ea typeface="Roboto"/>
              <a:cs typeface="Roboto"/>
              <a:sym typeface="Roboto"/>
            </a:endParaRPr>
          </a:p>
          <a:p>
            <a:pPr indent="-189053" lvl="0" marL="180000" rtl="0" algn="l">
              <a:spcBef>
                <a:spcPts val="0"/>
              </a:spcBef>
              <a:spcAft>
                <a:spcPts val="0"/>
              </a:spcAft>
              <a:buClr>
                <a:srgbClr val="1F497D"/>
              </a:buClr>
              <a:buSzPts val="1627"/>
              <a:buFont typeface="Roboto"/>
              <a:buChar char="●"/>
            </a:pPr>
            <a:r>
              <a:rPr lang="es-ES" sz="1627">
                <a:latin typeface="Roboto"/>
                <a:ea typeface="Roboto"/>
                <a:cs typeface="Roboto"/>
                <a:sym typeface="Roboto"/>
              </a:rPr>
              <a:t>3</a:t>
            </a:r>
            <a:r>
              <a:rPr lang="es-ES" sz="1627">
                <a:solidFill>
                  <a:srgbClr val="000000"/>
                </a:solidFill>
                <a:latin typeface="Roboto"/>
                <a:ea typeface="Roboto"/>
                <a:cs typeface="Roboto"/>
                <a:sym typeface="Roboto"/>
              </a:rPr>
              <a:t> Etiquetas</a:t>
            </a:r>
            <a:endParaRPr sz="1627">
              <a:solidFill>
                <a:srgbClr val="000000"/>
              </a:solidFill>
              <a:latin typeface="Roboto"/>
              <a:ea typeface="Roboto"/>
              <a:cs typeface="Roboto"/>
              <a:sym typeface="Roboto"/>
            </a:endParaRPr>
          </a:p>
        </p:txBody>
      </p:sp>
      <p:pic>
        <p:nvPicPr>
          <p:cNvPr id="392" name="Google Shape;392;p51"/>
          <p:cNvPicPr preferRelativeResize="0"/>
          <p:nvPr/>
        </p:nvPicPr>
        <p:blipFill>
          <a:blip r:embed="rId9">
            <a:alphaModFix/>
          </a:blip>
          <a:stretch>
            <a:fillRect/>
          </a:stretch>
        </p:blipFill>
        <p:spPr>
          <a:xfrm>
            <a:off x="3872426" y="1925675"/>
            <a:ext cx="5470375" cy="38133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96" name="Shape 396"/>
        <p:cNvGrpSpPr/>
        <p:nvPr/>
      </p:nvGrpSpPr>
      <p:grpSpPr>
        <a:xfrm>
          <a:off x="0" y="0"/>
          <a:ext cx="0" cy="0"/>
          <a:chOff x="0" y="0"/>
          <a:chExt cx="0" cy="0"/>
        </a:xfrm>
      </p:grpSpPr>
      <p:sp>
        <p:nvSpPr>
          <p:cNvPr id="397" name="Google Shape;397;g3f8bb8eb9a8_0_489"/>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ES" sz="2800">
                <a:solidFill>
                  <a:srgbClr val="000000"/>
                </a:solidFill>
                <a:latin typeface="Arial"/>
                <a:ea typeface="Arial"/>
                <a:cs typeface="Arial"/>
                <a:sym typeface="Arial"/>
              </a:rPr>
              <a:t>Recursos y Análisis del Entorno</a:t>
            </a:r>
            <a:endParaRPr/>
          </a:p>
        </p:txBody>
      </p:sp>
      <p:sp>
        <p:nvSpPr>
          <p:cNvPr id="398" name="Google Shape;398;g3f8bb8eb9a8_0_489"/>
          <p:cNvSpPr txBox="1"/>
          <p:nvPr/>
        </p:nvSpPr>
        <p:spPr>
          <a:xfrm>
            <a:off x="3509550" y="2704075"/>
            <a:ext cx="3000000" cy="1132800"/>
          </a:xfrm>
          <a:prstGeom prst="rect">
            <a:avLst/>
          </a:prstGeom>
          <a:noFill/>
          <a:ln>
            <a:noFill/>
          </a:ln>
        </p:spPr>
        <p:txBody>
          <a:bodyPr anchorCtr="0" anchor="t" bIns="91425" lIns="91425" spcFirstLastPara="1" rIns="91425" wrap="square" tIns="91425">
            <a:spAutoFit/>
          </a:bodyPr>
          <a:lstStyle/>
          <a:p>
            <a:pPr indent="-298450" lvl="0" marL="457200" rtl="0" algn="l">
              <a:lnSpc>
                <a:spcPct val="115000"/>
              </a:lnSpc>
              <a:spcBef>
                <a:spcPts val="1200"/>
              </a:spcBef>
              <a:spcAft>
                <a:spcPts val="0"/>
              </a:spcAft>
              <a:buSzPts val="1100"/>
              <a:buChar char="●"/>
            </a:pPr>
            <a:r>
              <a:rPr b="1" lang="es-ES" sz="1100">
                <a:highlight>
                  <a:srgbClr val="FFF2CC"/>
                </a:highlight>
              </a:rPr>
              <a:t>Recursos:</a:t>
            </a:r>
            <a:r>
              <a:rPr lang="es-ES" sz="1100">
                <a:highlight>
                  <a:srgbClr val="FFF2CC"/>
                </a:highlight>
              </a:rPr>
              <a:t> Elementos humanos, técnicos o materiales necesarios.</a:t>
            </a:r>
            <a:endParaRPr sz="1100">
              <a:highlight>
                <a:srgbClr val="FFF2CC"/>
              </a:highlight>
            </a:endParaRPr>
          </a:p>
          <a:p>
            <a:pPr indent="-298450" lvl="0" marL="457200" rtl="0" algn="l">
              <a:lnSpc>
                <a:spcPct val="115000"/>
              </a:lnSpc>
              <a:spcBef>
                <a:spcPts val="0"/>
              </a:spcBef>
              <a:spcAft>
                <a:spcPts val="0"/>
              </a:spcAft>
              <a:buSzPts val="1100"/>
              <a:buChar char="●"/>
            </a:pPr>
            <a:r>
              <a:rPr b="1" lang="es-ES" sz="1100">
                <a:highlight>
                  <a:srgbClr val="FFF2CC"/>
                </a:highlight>
              </a:rPr>
              <a:t>Análisis del entorno:</a:t>
            </a:r>
            <a:r>
              <a:rPr lang="es-ES" sz="1100">
                <a:highlight>
                  <a:srgbClr val="FFF2CC"/>
                </a:highlight>
              </a:rPr>
              <a:t> Principales facilitadores y posibles obstaculizadores (y cómo mitigarlos).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02" name="Shape 402"/>
        <p:cNvGrpSpPr/>
        <p:nvPr/>
      </p:nvGrpSpPr>
      <p:grpSpPr>
        <a:xfrm>
          <a:off x="0" y="0"/>
          <a:ext cx="0" cy="0"/>
          <a:chOff x="0" y="0"/>
          <a:chExt cx="0" cy="0"/>
        </a:xfrm>
      </p:grpSpPr>
      <p:sp>
        <p:nvSpPr>
          <p:cNvPr id="403" name="Google Shape;403;p52"/>
          <p:cNvSpPr txBox="1"/>
          <p:nvPr>
            <p:ph type="title"/>
          </p:nvPr>
        </p:nvSpPr>
        <p:spPr>
          <a:xfrm>
            <a:off x="4783383" y="4972050"/>
            <a:ext cx="5470133" cy="8915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b="1" lang="es-ES" sz="4000">
                <a:solidFill>
                  <a:schemeClr val="lt1"/>
                </a:solidFill>
              </a:rPr>
              <a:t>Propuesta de solución</a:t>
            </a:r>
            <a:endParaRPr sz="40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07" name="Shape 407"/>
        <p:cNvGrpSpPr/>
        <p:nvPr/>
      </p:nvGrpSpPr>
      <p:grpSpPr>
        <a:xfrm>
          <a:off x="0" y="0"/>
          <a:ext cx="0" cy="0"/>
          <a:chOff x="0" y="0"/>
          <a:chExt cx="0" cy="0"/>
        </a:xfrm>
      </p:grpSpPr>
      <p:sp>
        <p:nvSpPr>
          <p:cNvPr id="408" name="Google Shape;408;p53"/>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lang="es-ES" sz="4800">
                <a:solidFill>
                  <a:srgbClr val="002060"/>
                </a:solidFill>
                <a:latin typeface="Arial"/>
                <a:ea typeface="Arial"/>
                <a:cs typeface="Arial"/>
                <a:sym typeface="Arial"/>
              </a:rPr>
              <a:t>Propuesta de Solución</a:t>
            </a:r>
            <a:endParaRPr sz="4400">
              <a:solidFill>
                <a:srgbClr val="002060"/>
              </a:solidFill>
            </a:endParaRPr>
          </a:p>
        </p:txBody>
      </p:sp>
      <p:sp>
        <p:nvSpPr>
          <p:cNvPr id="409" name="Google Shape;409;p53"/>
          <p:cNvSpPr txBox="1"/>
          <p:nvPr/>
        </p:nvSpPr>
        <p:spPr>
          <a:xfrm>
            <a:off x="511984" y="2305331"/>
            <a:ext cx="6294783" cy="27985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0" i="0" lang="es-ES" sz="2200" u="none" cap="none" strike="noStrike">
                <a:solidFill>
                  <a:srgbClr val="002060"/>
                </a:solidFill>
                <a:latin typeface="Arial"/>
                <a:ea typeface="Arial"/>
                <a:cs typeface="Arial"/>
                <a:sym typeface="Arial"/>
              </a:rPr>
              <a:t>Se describe la propuesta de solución del proyecto. </a:t>
            </a:r>
            <a:endParaRPr/>
          </a:p>
          <a:p>
            <a:pPr indent="0" lvl="0" marL="0" marR="0" rtl="0" algn="l">
              <a:lnSpc>
                <a:spcPct val="100000"/>
              </a:lnSpc>
              <a:spcBef>
                <a:spcPts val="0"/>
              </a:spcBef>
              <a:spcAft>
                <a:spcPts val="0"/>
              </a:spcAft>
              <a:buNone/>
            </a:pPr>
            <a:r>
              <a:t/>
            </a:r>
            <a:endParaRPr b="0" i="0" sz="2200" u="none" cap="none" strike="noStrike">
              <a:solidFill>
                <a:srgbClr val="002060"/>
              </a:solidFill>
              <a:latin typeface="Arial"/>
              <a:ea typeface="Arial"/>
              <a:cs typeface="Arial"/>
              <a:sym typeface="Arial"/>
            </a:endParaRPr>
          </a:p>
          <a:p>
            <a:pPr indent="0" lvl="0" marL="0" marR="0" rtl="0" algn="l">
              <a:lnSpc>
                <a:spcPct val="100000"/>
              </a:lnSpc>
              <a:spcBef>
                <a:spcPts val="0"/>
              </a:spcBef>
              <a:spcAft>
                <a:spcPts val="0"/>
              </a:spcAft>
              <a:buNone/>
            </a:pPr>
            <a:r>
              <a:rPr b="0" i="0" lang="es-ES" sz="2200" u="none" cap="none" strike="noStrike">
                <a:solidFill>
                  <a:srgbClr val="002060"/>
                </a:solidFill>
                <a:latin typeface="Arial"/>
                <a:ea typeface="Arial"/>
                <a:cs typeface="Arial"/>
                <a:sym typeface="Arial"/>
              </a:rPr>
              <a:t>Puede usar mas diapositivas para hablar se sus componentes  </a:t>
            </a:r>
            <a:endParaRPr b="0" i="0" sz="900" u="none" cap="none" strike="noStrike">
              <a:solidFill>
                <a:srgbClr val="002060"/>
              </a:solidFill>
              <a:latin typeface="Arial"/>
              <a:ea typeface="Arial"/>
              <a:cs typeface="Arial"/>
              <a:sym typeface="Arial"/>
            </a:endParaRPr>
          </a:p>
        </p:txBody>
      </p:sp>
      <p:pic>
        <p:nvPicPr>
          <p:cNvPr id="410" name="Google Shape;410;p53"/>
          <p:cNvPicPr preferRelativeResize="0"/>
          <p:nvPr/>
        </p:nvPicPr>
        <p:blipFill rotWithShape="1">
          <a:blip r:embed="rId3">
            <a:alphaModFix/>
          </a:blip>
          <a:srcRect b="0" l="0" r="0" t="0"/>
          <a:stretch/>
        </p:blipFill>
        <p:spPr>
          <a:xfrm>
            <a:off x="7051523" y="2590558"/>
            <a:ext cx="4530401" cy="2228066"/>
          </a:xfrm>
          <a:prstGeom prst="rect">
            <a:avLst/>
          </a:prstGeom>
          <a:noFill/>
          <a:ln cap="flat" cmpd="sng" w="9525">
            <a:solidFill>
              <a:schemeClr val="dk1"/>
            </a:solidFill>
            <a:prstDash val="solid"/>
            <a:round/>
            <a:headEnd len="sm" w="sm" type="none"/>
            <a:tailEnd len="sm" w="sm" type="none"/>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14" name="Shape 414"/>
        <p:cNvGrpSpPr/>
        <p:nvPr/>
      </p:nvGrpSpPr>
      <p:grpSpPr>
        <a:xfrm>
          <a:off x="0" y="0"/>
          <a:ext cx="0" cy="0"/>
          <a:chOff x="0" y="0"/>
          <a:chExt cx="0" cy="0"/>
        </a:xfrm>
      </p:grpSpPr>
      <p:sp>
        <p:nvSpPr>
          <p:cNvPr id="415" name="Google Shape;415;p54"/>
          <p:cNvSpPr txBox="1"/>
          <p:nvPr>
            <p:ph type="title"/>
          </p:nvPr>
        </p:nvSpPr>
        <p:spPr>
          <a:xfrm>
            <a:off x="1474901" y="433331"/>
            <a:ext cx="10302300" cy="4479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lang="es-ES" sz="4800">
                <a:solidFill>
                  <a:srgbClr val="002060"/>
                </a:solidFill>
                <a:latin typeface="Arial"/>
                <a:ea typeface="Arial"/>
                <a:cs typeface="Arial"/>
                <a:sym typeface="Arial"/>
              </a:rPr>
              <a:t>Propuesta de Solución: Componentes</a:t>
            </a:r>
            <a:endParaRPr sz="4400">
              <a:solidFill>
                <a:srgbClr val="002060"/>
              </a:solidFill>
            </a:endParaRPr>
          </a:p>
        </p:txBody>
      </p:sp>
      <p:sp>
        <p:nvSpPr>
          <p:cNvPr id="416" name="Google Shape;416;p54"/>
          <p:cNvSpPr txBox="1"/>
          <p:nvPr/>
        </p:nvSpPr>
        <p:spPr>
          <a:xfrm>
            <a:off x="622851" y="1206203"/>
            <a:ext cx="7391595" cy="1224501"/>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rgbClr val="000000"/>
              </a:buClr>
              <a:buSzPts val="2000"/>
              <a:buFont typeface="Arial"/>
              <a:buNone/>
            </a:pPr>
            <a:r>
              <a:t/>
            </a:r>
            <a:endParaRPr b="0" i="0" sz="2000" u="none" cap="none" strike="noStrike">
              <a:solidFill>
                <a:schemeClr val="accent1"/>
              </a:solidFill>
              <a:latin typeface="Arial"/>
              <a:ea typeface="Arial"/>
              <a:cs typeface="Arial"/>
              <a:sym typeface="Arial"/>
            </a:endParaRPr>
          </a:p>
        </p:txBody>
      </p:sp>
      <p:sp>
        <p:nvSpPr>
          <p:cNvPr id="417" name="Google Shape;417;p54"/>
          <p:cNvSpPr txBox="1"/>
          <p:nvPr/>
        </p:nvSpPr>
        <p:spPr>
          <a:xfrm>
            <a:off x="596347" y="2763825"/>
            <a:ext cx="6001677" cy="2887972"/>
          </a:xfrm>
          <a:prstGeom prst="rect">
            <a:avLst/>
          </a:prstGeom>
          <a:noFill/>
          <a:ln>
            <a:noFill/>
          </a:ln>
        </p:spPr>
        <p:txBody>
          <a:bodyPr anchorCtr="0" anchor="t" bIns="45700" lIns="91425" spcFirstLastPara="1" rIns="91425" wrap="square" tIns="45700">
            <a:normAutofit fontScale="92500"/>
          </a:bodyPr>
          <a:lstStyle/>
          <a:p>
            <a:pPr indent="0" lvl="0" marL="0" marR="0" rtl="0" algn="l">
              <a:lnSpc>
                <a:spcPct val="90000"/>
              </a:lnSpc>
              <a:spcBef>
                <a:spcPts val="0"/>
              </a:spcBef>
              <a:spcAft>
                <a:spcPts val="0"/>
              </a:spcAft>
              <a:buClr>
                <a:srgbClr val="000000"/>
              </a:buClr>
              <a:buSzPct val="100000"/>
              <a:buFont typeface="Noto Sans Symbols"/>
              <a:buNone/>
            </a:pPr>
            <a:r>
              <a:rPr b="0" i="0" lang="es-ES" sz="2400" u="none" cap="none" strike="noStrike">
                <a:solidFill>
                  <a:srgbClr val="002060"/>
                </a:solidFill>
                <a:latin typeface="Arial"/>
                <a:ea typeface="Arial"/>
                <a:cs typeface="Arial"/>
                <a:sym typeface="Arial"/>
              </a:rPr>
              <a:t>Componentes </a:t>
            </a:r>
            <a:endParaRPr/>
          </a:p>
          <a:p>
            <a:pPr indent="0" lvl="0" marL="0" marR="0" rtl="0" algn="l">
              <a:lnSpc>
                <a:spcPct val="90000"/>
              </a:lnSpc>
              <a:spcBef>
                <a:spcPts val="1000"/>
              </a:spcBef>
              <a:spcAft>
                <a:spcPts val="0"/>
              </a:spcAft>
              <a:buClr>
                <a:srgbClr val="000000"/>
              </a:buClr>
              <a:buSzPct val="100000"/>
              <a:buFont typeface="Noto Sans Symbols"/>
              <a:buNone/>
            </a:pPr>
            <a:r>
              <a:rPr b="0" i="0" lang="es-ES" sz="2400" u="none" cap="none" strike="noStrike">
                <a:solidFill>
                  <a:srgbClr val="002060"/>
                </a:solidFill>
                <a:latin typeface="Arial"/>
                <a:ea typeface="Arial"/>
                <a:cs typeface="Arial"/>
                <a:sym typeface="Arial"/>
              </a:rPr>
              <a:t>Es decir, el resumen de aspectos relevantes . </a:t>
            </a:r>
            <a:endParaRPr/>
          </a:p>
          <a:p>
            <a:pPr indent="0" lvl="0" marL="0" marR="0" rtl="0" algn="l">
              <a:lnSpc>
                <a:spcPct val="90000"/>
              </a:lnSpc>
              <a:spcBef>
                <a:spcPts val="1000"/>
              </a:spcBef>
              <a:spcAft>
                <a:spcPts val="0"/>
              </a:spcAft>
              <a:buClr>
                <a:srgbClr val="000000"/>
              </a:buClr>
              <a:buSzPct val="100000"/>
              <a:buFont typeface="Noto Sans Symbols"/>
              <a:buNone/>
            </a:pPr>
            <a:r>
              <a:t/>
            </a:r>
            <a:endParaRPr b="0" i="0" sz="2400" u="none" cap="none" strike="noStrike">
              <a:solidFill>
                <a:srgbClr val="002060"/>
              </a:solidFill>
              <a:latin typeface="Arial"/>
              <a:ea typeface="Arial"/>
              <a:cs typeface="Arial"/>
              <a:sym typeface="Arial"/>
            </a:endParaRPr>
          </a:p>
          <a:p>
            <a:pPr indent="0" lvl="0" marL="0" marR="0" rtl="0" algn="l">
              <a:lnSpc>
                <a:spcPct val="90000"/>
              </a:lnSpc>
              <a:spcBef>
                <a:spcPts val="1000"/>
              </a:spcBef>
              <a:spcAft>
                <a:spcPts val="0"/>
              </a:spcAft>
              <a:buClr>
                <a:srgbClr val="000000"/>
              </a:buClr>
              <a:buSzPct val="100000"/>
              <a:buFont typeface="Noto Sans Symbols"/>
              <a:buNone/>
            </a:pPr>
            <a:r>
              <a:rPr b="0" i="0" lang="es-ES" sz="2400" u="none" cap="none" strike="noStrike">
                <a:solidFill>
                  <a:srgbClr val="002060"/>
                </a:solidFill>
                <a:latin typeface="Arial"/>
                <a:ea typeface="Arial"/>
                <a:cs typeface="Arial"/>
                <a:sym typeface="Arial"/>
              </a:rPr>
              <a:t>Esto implica “LISTAR”</a:t>
            </a:r>
            <a:endParaRPr/>
          </a:p>
          <a:p>
            <a:pPr indent="0" lvl="0" marL="0" marR="0" rtl="0" algn="l">
              <a:lnSpc>
                <a:spcPct val="90000"/>
              </a:lnSpc>
              <a:spcBef>
                <a:spcPts val="1000"/>
              </a:spcBef>
              <a:spcAft>
                <a:spcPts val="0"/>
              </a:spcAft>
              <a:buClr>
                <a:srgbClr val="000000"/>
              </a:buClr>
              <a:buSzPct val="100000"/>
              <a:buFont typeface="Noto Sans Symbols"/>
              <a:buNone/>
            </a:pPr>
            <a:r>
              <a:rPr b="0" i="0" lang="es-ES" sz="2400" u="none" cap="none" strike="noStrike">
                <a:solidFill>
                  <a:srgbClr val="002060"/>
                </a:solidFill>
                <a:latin typeface="Arial"/>
                <a:ea typeface="Arial"/>
                <a:cs typeface="Arial"/>
                <a:sym typeface="Arial"/>
              </a:rPr>
              <a:t>Arquitectura, Componentes, Estimaciones de Costo, estudios y otros usado en el estudio, panificación y diseño del proyecto </a:t>
            </a:r>
            <a:endParaRPr/>
          </a:p>
          <a:p>
            <a:pPr indent="0" lvl="0" marL="0" marR="0" rtl="0" algn="l">
              <a:lnSpc>
                <a:spcPct val="90000"/>
              </a:lnSpc>
              <a:spcBef>
                <a:spcPts val="1000"/>
              </a:spcBef>
              <a:spcAft>
                <a:spcPts val="0"/>
              </a:spcAft>
              <a:buClr>
                <a:srgbClr val="000000"/>
              </a:buClr>
              <a:buSzPct val="100000"/>
              <a:buFont typeface="Noto Sans Symbols"/>
              <a:buNone/>
            </a:pPr>
            <a:r>
              <a:t/>
            </a:r>
            <a:endParaRPr b="0" i="0" sz="2400" u="none" cap="none" strike="noStrike">
              <a:solidFill>
                <a:srgbClr val="002060"/>
              </a:solidFill>
              <a:latin typeface="Arial"/>
              <a:ea typeface="Arial"/>
              <a:cs typeface="Arial"/>
              <a:sym typeface="Arial"/>
            </a:endParaRPr>
          </a:p>
        </p:txBody>
      </p:sp>
      <p:pic>
        <p:nvPicPr>
          <p:cNvPr id="418" name="Google Shape;418;p54"/>
          <p:cNvPicPr preferRelativeResize="0"/>
          <p:nvPr/>
        </p:nvPicPr>
        <p:blipFill rotWithShape="1">
          <a:blip r:embed="rId3">
            <a:alphaModFix/>
          </a:blip>
          <a:srcRect b="0" l="0" r="0" t="0"/>
          <a:stretch/>
        </p:blipFill>
        <p:spPr>
          <a:xfrm>
            <a:off x="7404502" y="2940331"/>
            <a:ext cx="4530401" cy="2228066"/>
          </a:xfrm>
          <a:prstGeom prst="rect">
            <a:avLst/>
          </a:prstGeom>
          <a:noFill/>
          <a:ln cap="flat" cmpd="sng" w="9525">
            <a:solidFill>
              <a:schemeClr val="dk1"/>
            </a:solidFill>
            <a:prstDash val="solid"/>
            <a:round/>
            <a:headEnd len="sm" w="sm" type="none"/>
            <a:tailEnd len="sm" w="sm" type="none"/>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22" name="Shape 422"/>
        <p:cNvGrpSpPr/>
        <p:nvPr/>
      </p:nvGrpSpPr>
      <p:grpSpPr>
        <a:xfrm>
          <a:off x="0" y="0"/>
          <a:ext cx="0" cy="0"/>
          <a:chOff x="0" y="0"/>
          <a:chExt cx="0" cy="0"/>
        </a:xfrm>
      </p:grpSpPr>
      <p:sp>
        <p:nvSpPr>
          <p:cNvPr id="423" name="Google Shape;423;p55"/>
          <p:cNvSpPr txBox="1"/>
          <p:nvPr>
            <p:ph type="title"/>
          </p:nvPr>
        </p:nvSpPr>
        <p:spPr>
          <a:xfrm>
            <a:off x="2936416" y="2749423"/>
            <a:ext cx="5470133" cy="93318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lang="es-ES" sz="4000">
                <a:solidFill>
                  <a:schemeClr val="lt1"/>
                </a:solidFill>
              </a:rPr>
              <a:t>Resultados del proyecto</a:t>
            </a:r>
            <a:endParaRPr sz="4000">
              <a:solidFill>
                <a:schemeClr val="lt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27" name="Shape 427"/>
        <p:cNvGrpSpPr/>
        <p:nvPr/>
      </p:nvGrpSpPr>
      <p:grpSpPr>
        <a:xfrm>
          <a:off x="0" y="0"/>
          <a:ext cx="0" cy="0"/>
          <a:chOff x="0" y="0"/>
          <a:chExt cx="0" cy="0"/>
        </a:xfrm>
      </p:grpSpPr>
      <p:sp>
        <p:nvSpPr>
          <p:cNvPr id="428" name="Google Shape;428;p56"/>
          <p:cNvSpPr txBox="1"/>
          <p:nvPr>
            <p:ph type="title"/>
          </p:nvPr>
        </p:nvSpPr>
        <p:spPr>
          <a:xfrm>
            <a:off x="1474901" y="433331"/>
            <a:ext cx="10302421" cy="4479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lang="es-ES" sz="5400">
                <a:solidFill>
                  <a:srgbClr val="002060"/>
                </a:solidFill>
                <a:latin typeface="Arial"/>
                <a:ea typeface="Arial"/>
                <a:cs typeface="Arial"/>
                <a:sym typeface="Arial"/>
              </a:rPr>
              <a:t>Resultados del Proyecto</a:t>
            </a:r>
            <a:endParaRPr sz="4800">
              <a:solidFill>
                <a:srgbClr val="002060"/>
              </a:solidFill>
            </a:endParaRPr>
          </a:p>
        </p:txBody>
      </p:sp>
      <p:sp>
        <p:nvSpPr>
          <p:cNvPr id="429" name="Google Shape;429;p56"/>
          <p:cNvSpPr txBox="1"/>
          <p:nvPr/>
        </p:nvSpPr>
        <p:spPr>
          <a:xfrm>
            <a:off x="622852" y="1423506"/>
            <a:ext cx="4071384" cy="915055"/>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rgbClr val="000000"/>
              </a:buClr>
              <a:buSzPts val="3600"/>
              <a:buFont typeface="Arial"/>
              <a:buNone/>
            </a:pPr>
            <a:r>
              <a:rPr b="0" i="0" lang="es-ES" sz="3600" u="none" cap="none" strike="noStrike">
                <a:solidFill>
                  <a:schemeClr val="dk1"/>
                </a:solidFill>
                <a:latin typeface="Arial"/>
                <a:ea typeface="Arial"/>
                <a:cs typeface="Arial"/>
                <a:sym typeface="Arial"/>
              </a:rPr>
              <a:t>Resultado 1</a:t>
            </a:r>
            <a:endParaRPr/>
          </a:p>
        </p:txBody>
      </p:sp>
      <p:sp>
        <p:nvSpPr>
          <p:cNvPr id="430" name="Google Shape;430;p56"/>
          <p:cNvSpPr txBox="1"/>
          <p:nvPr/>
        </p:nvSpPr>
        <p:spPr>
          <a:xfrm>
            <a:off x="622852" y="2522866"/>
            <a:ext cx="5499653" cy="1663472"/>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000000"/>
              </a:buClr>
              <a:buSzPts val="2000"/>
              <a:buFont typeface="Noto Sans Symbols"/>
              <a:buNone/>
            </a:pPr>
            <a:r>
              <a:rPr b="0" i="0" lang="es-ES" sz="2000" u="none" cap="none" strike="noStrike">
                <a:solidFill>
                  <a:srgbClr val="002060"/>
                </a:solidFill>
                <a:latin typeface="Arial"/>
                <a:ea typeface="Arial"/>
                <a:cs typeface="Arial"/>
                <a:sym typeface="Arial"/>
              </a:rPr>
              <a:t>Comprende los productos generados para el resultado final del proyecto. Por ejemplo: Diagramas de clase, modelos de datos, casos de uso, cifras de rendimiento post implementación, entre otros. </a:t>
            </a:r>
            <a:endParaRPr/>
          </a:p>
          <a:p>
            <a:pPr indent="0" lvl="0" marL="0" marR="0" rtl="0" algn="l">
              <a:lnSpc>
                <a:spcPct val="90000"/>
              </a:lnSpc>
              <a:spcBef>
                <a:spcPts val="1000"/>
              </a:spcBef>
              <a:spcAft>
                <a:spcPts val="0"/>
              </a:spcAft>
              <a:buClr>
                <a:srgbClr val="000000"/>
              </a:buClr>
              <a:buSzPts val="2000"/>
              <a:buFont typeface="Noto Sans Symbols"/>
              <a:buNone/>
            </a:pPr>
            <a:r>
              <a:t/>
            </a:r>
            <a:endParaRPr b="0" i="0" sz="2000" u="none" cap="none" strike="noStrike">
              <a:solidFill>
                <a:srgbClr val="002060"/>
              </a:solidFill>
              <a:latin typeface="Arial"/>
              <a:ea typeface="Arial"/>
              <a:cs typeface="Arial"/>
              <a:sym typeface="Arial"/>
            </a:endParaRPr>
          </a:p>
          <a:p>
            <a:pPr indent="0" lvl="0" marL="0" marR="0" rtl="0" algn="l">
              <a:lnSpc>
                <a:spcPct val="90000"/>
              </a:lnSpc>
              <a:spcBef>
                <a:spcPts val="1000"/>
              </a:spcBef>
              <a:spcAft>
                <a:spcPts val="0"/>
              </a:spcAft>
              <a:buClr>
                <a:srgbClr val="000000"/>
              </a:buClr>
              <a:buSzPts val="2000"/>
              <a:buFont typeface="Noto Sans Symbols"/>
              <a:buNone/>
            </a:pPr>
            <a:r>
              <a:rPr b="1" i="0" lang="es-ES" sz="2000" u="sng" cap="none" strike="noStrike">
                <a:solidFill>
                  <a:srgbClr val="002060"/>
                </a:solidFill>
                <a:latin typeface="Arial"/>
                <a:ea typeface="Arial"/>
                <a:cs typeface="Arial"/>
                <a:sym typeface="Arial"/>
              </a:rPr>
              <a:t>Puede ser agregar todas las diapositivas que  considere necesarias </a:t>
            </a:r>
            <a:endParaRPr/>
          </a:p>
        </p:txBody>
      </p:sp>
      <p:pic>
        <p:nvPicPr>
          <p:cNvPr id="431" name="Google Shape;431;p56"/>
          <p:cNvPicPr preferRelativeResize="0"/>
          <p:nvPr/>
        </p:nvPicPr>
        <p:blipFill rotWithShape="1">
          <a:blip r:embed="rId3">
            <a:alphaModFix/>
          </a:blip>
          <a:srcRect b="0" l="0" r="0" t="0"/>
          <a:stretch/>
        </p:blipFill>
        <p:spPr>
          <a:xfrm>
            <a:off x="6960002" y="2305331"/>
            <a:ext cx="4530401" cy="2228066"/>
          </a:xfrm>
          <a:prstGeom prst="rect">
            <a:avLst/>
          </a:prstGeom>
          <a:noFill/>
          <a:ln cap="flat" cmpd="sng" w="9525">
            <a:solidFill>
              <a:schemeClr val="dk1"/>
            </a:solidFill>
            <a:prstDash val="solid"/>
            <a:round/>
            <a:headEnd len="sm" w="sm" type="none"/>
            <a:tailEnd len="sm" w="sm" type="none"/>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35" name="Shape 435"/>
        <p:cNvGrpSpPr/>
        <p:nvPr/>
      </p:nvGrpSpPr>
      <p:grpSpPr>
        <a:xfrm>
          <a:off x="0" y="0"/>
          <a:ext cx="0" cy="0"/>
          <a:chOff x="0" y="0"/>
          <a:chExt cx="0" cy="0"/>
        </a:xfrm>
      </p:grpSpPr>
      <p:sp>
        <p:nvSpPr>
          <p:cNvPr id="436" name="Google Shape;436;p57"/>
          <p:cNvSpPr txBox="1"/>
          <p:nvPr>
            <p:ph type="title"/>
          </p:nvPr>
        </p:nvSpPr>
        <p:spPr>
          <a:xfrm>
            <a:off x="1474901" y="433331"/>
            <a:ext cx="10302421" cy="4479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lang="es-ES" sz="4400">
                <a:solidFill>
                  <a:srgbClr val="002060"/>
                </a:solidFill>
                <a:latin typeface="Arial"/>
                <a:ea typeface="Arial"/>
                <a:cs typeface="Arial"/>
                <a:sym typeface="Arial"/>
              </a:rPr>
              <a:t>Desarrollo de Actividades /Hito</a:t>
            </a:r>
            <a:endParaRPr sz="4000">
              <a:solidFill>
                <a:srgbClr val="002060"/>
              </a:solidFill>
            </a:endParaRPr>
          </a:p>
        </p:txBody>
      </p:sp>
      <p:sp>
        <p:nvSpPr>
          <p:cNvPr id="437" name="Google Shape;437;p57"/>
          <p:cNvSpPr txBox="1"/>
          <p:nvPr/>
        </p:nvSpPr>
        <p:spPr>
          <a:xfrm>
            <a:off x="622852" y="1423506"/>
            <a:ext cx="8635448" cy="915055"/>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dk1"/>
              </a:buClr>
              <a:buSzPts val="3600"/>
              <a:buFont typeface="Arial"/>
              <a:buNone/>
            </a:pPr>
            <a:r>
              <a:rPr b="0" i="0" lang="es-ES" sz="3600" u="none" cap="none" strike="noStrike">
                <a:solidFill>
                  <a:schemeClr val="dk1"/>
                </a:solidFill>
                <a:latin typeface="Arial"/>
                <a:ea typeface="Arial"/>
                <a:cs typeface="Arial"/>
                <a:sym typeface="Arial"/>
              </a:rPr>
              <a:t>Hito N°1 Nombre del hito o Fase</a:t>
            </a:r>
            <a:endParaRPr b="0" i="0" sz="3600" u="none" cap="none" strike="noStrike">
              <a:solidFill>
                <a:schemeClr val="dk1"/>
              </a:solidFill>
              <a:latin typeface="Arial"/>
              <a:ea typeface="Arial"/>
              <a:cs typeface="Arial"/>
              <a:sym typeface="Arial"/>
            </a:endParaRPr>
          </a:p>
        </p:txBody>
      </p:sp>
      <p:sp>
        <p:nvSpPr>
          <p:cNvPr id="438" name="Google Shape;438;p57"/>
          <p:cNvSpPr txBox="1"/>
          <p:nvPr/>
        </p:nvSpPr>
        <p:spPr>
          <a:xfrm>
            <a:off x="622850" y="2522875"/>
            <a:ext cx="10302420" cy="1283581"/>
          </a:xfrm>
          <a:prstGeom prst="rect">
            <a:avLst/>
          </a:prstGeom>
          <a:noFill/>
          <a:ln>
            <a:noFill/>
          </a:ln>
        </p:spPr>
        <p:txBody>
          <a:bodyPr anchorCtr="0" anchor="t" bIns="45700" lIns="91425" spcFirstLastPara="1" rIns="91425" wrap="square" tIns="45700">
            <a:noAutofit/>
          </a:bodyPr>
          <a:lstStyle/>
          <a:p>
            <a:pPr indent="0" lvl="0" marL="44450" marR="0" rtl="0" algn="just">
              <a:lnSpc>
                <a:spcPct val="90000"/>
              </a:lnSpc>
              <a:spcBef>
                <a:spcPts val="0"/>
              </a:spcBef>
              <a:spcAft>
                <a:spcPts val="0"/>
              </a:spcAft>
              <a:buNone/>
            </a:pPr>
            <a:r>
              <a:rPr b="0" i="0" lang="es-ES" sz="2900" u="none" cap="none" strike="noStrike">
                <a:solidFill>
                  <a:srgbClr val="002060"/>
                </a:solidFill>
                <a:latin typeface="Arial"/>
                <a:ea typeface="Arial"/>
                <a:cs typeface="Arial"/>
                <a:sym typeface="Arial"/>
              </a:rPr>
              <a:t>Nombrar las tareas relevantes de hito o fase </a:t>
            </a:r>
            <a:endParaRPr/>
          </a:p>
          <a:p>
            <a:pPr indent="-412750" lvl="0" marL="457200" marR="0" rtl="0" algn="just">
              <a:lnSpc>
                <a:spcPct val="90000"/>
              </a:lnSpc>
              <a:spcBef>
                <a:spcPts val="0"/>
              </a:spcBef>
              <a:spcAft>
                <a:spcPts val="0"/>
              </a:spcAft>
              <a:buClr>
                <a:srgbClr val="002060"/>
              </a:buClr>
              <a:buSzPts val="2900"/>
              <a:buFont typeface="Arial"/>
              <a:buChar char="●"/>
            </a:pPr>
            <a:r>
              <a:rPr b="0" i="0" lang="es-ES" sz="2900" u="none" cap="none" strike="noStrike">
                <a:solidFill>
                  <a:srgbClr val="002060"/>
                </a:solidFill>
                <a:latin typeface="Arial"/>
                <a:ea typeface="Arial"/>
                <a:cs typeface="Arial"/>
                <a:sym typeface="Arial"/>
              </a:rPr>
              <a:t>Inicio del Proyecto</a:t>
            </a:r>
            <a:endParaRPr b="0" i="0" sz="2900" u="none" cap="none" strike="noStrike">
              <a:solidFill>
                <a:srgbClr val="002060"/>
              </a:solidFill>
              <a:latin typeface="Arial"/>
              <a:ea typeface="Arial"/>
              <a:cs typeface="Arial"/>
              <a:sym typeface="Arial"/>
            </a:endParaRPr>
          </a:p>
          <a:p>
            <a:pPr indent="0" lvl="0" marL="0" marR="0" rtl="0" algn="just">
              <a:lnSpc>
                <a:spcPct val="90000"/>
              </a:lnSpc>
              <a:spcBef>
                <a:spcPts val="0"/>
              </a:spcBef>
              <a:spcAft>
                <a:spcPts val="0"/>
              </a:spcAft>
              <a:buClr>
                <a:schemeClr val="dk1"/>
              </a:buClr>
              <a:buSzPts val="1100"/>
              <a:buFont typeface="Arial"/>
              <a:buNone/>
            </a:pPr>
            <a:r>
              <a:t/>
            </a:r>
            <a:endParaRPr b="0" i="0" sz="2900" u="none" cap="none" strike="noStrike">
              <a:solidFill>
                <a:srgbClr val="002060"/>
              </a:solidFill>
              <a:latin typeface="Arial"/>
              <a:ea typeface="Arial"/>
              <a:cs typeface="Arial"/>
              <a:sym typeface="Arial"/>
            </a:endParaRPr>
          </a:p>
          <a:p>
            <a:pPr indent="0" lvl="0" marL="0" marR="0" rtl="0" algn="just">
              <a:lnSpc>
                <a:spcPct val="90000"/>
              </a:lnSpc>
              <a:spcBef>
                <a:spcPts val="0"/>
              </a:spcBef>
              <a:spcAft>
                <a:spcPts val="0"/>
              </a:spcAft>
              <a:buClr>
                <a:srgbClr val="002060"/>
              </a:buClr>
              <a:buSzPts val="2000"/>
              <a:buFont typeface="Noto Sans Symbols"/>
              <a:buNone/>
            </a:pPr>
            <a:r>
              <a:t/>
            </a:r>
            <a:endParaRPr b="0" i="0" sz="2900" u="none" cap="none" strike="noStrike">
              <a:solidFill>
                <a:srgbClr val="002060"/>
              </a:solidFill>
              <a:latin typeface="Arial"/>
              <a:ea typeface="Arial"/>
              <a:cs typeface="Arial"/>
              <a:sym typeface="Arial"/>
            </a:endParaRPr>
          </a:p>
        </p:txBody>
      </p:sp>
      <p:sp>
        <p:nvSpPr>
          <p:cNvPr id="439" name="Google Shape;439;p57"/>
          <p:cNvSpPr txBox="1"/>
          <p:nvPr/>
        </p:nvSpPr>
        <p:spPr>
          <a:xfrm>
            <a:off x="371213" y="3589675"/>
            <a:ext cx="10302420" cy="929765"/>
          </a:xfrm>
          <a:prstGeom prst="rect">
            <a:avLst/>
          </a:prstGeom>
          <a:noFill/>
          <a:ln>
            <a:noFill/>
          </a:ln>
        </p:spPr>
        <p:txBody>
          <a:bodyPr anchorCtr="0" anchor="t" bIns="45700" lIns="91425" spcFirstLastPara="1" rIns="91425" wrap="square" tIns="45700">
            <a:noAutofit/>
          </a:bodyPr>
          <a:lstStyle/>
          <a:p>
            <a:pPr indent="0" lvl="0" marL="0" marR="0" rtl="0" algn="just">
              <a:lnSpc>
                <a:spcPct val="90000"/>
              </a:lnSpc>
              <a:spcBef>
                <a:spcPts val="0"/>
              </a:spcBef>
              <a:spcAft>
                <a:spcPts val="0"/>
              </a:spcAft>
              <a:buClr>
                <a:schemeClr val="dk1"/>
              </a:buClr>
              <a:buSzPts val="1100"/>
              <a:buFont typeface="Arial"/>
              <a:buNone/>
            </a:pPr>
            <a:r>
              <a:rPr b="0" i="0" lang="es-ES" sz="2900" u="none" cap="none" strike="noStrike">
                <a:solidFill>
                  <a:srgbClr val="002060"/>
                </a:solidFill>
                <a:latin typeface="Arial"/>
                <a:ea typeface="Arial"/>
                <a:cs typeface="Arial"/>
                <a:sym typeface="Arial"/>
              </a:rPr>
              <a:t>Recuerde que el desarrollo debe estar acorde a los objetivos, la planificación y la metodología del proyecto </a:t>
            </a:r>
            <a:endParaRPr/>
          </a:p>
          <a:p>
            <a:pPr indent="0" lvl="0" marL="0" marR="0" rtl="0" algn="just">
              <a:lnSpc>
                <a:spcPct val="90000"/>
              </a:lnSpc>
              <a:spcBef>
                <a:spcPts val="0"/>
              </a:spcBef>
              <a:spcAft>
                <a:spcPts val="0"/>
              </a:spcAft>
              <a:buClr>
                <a:schemeClr val="dk1"/>
              </a:buClr>
              <a:buSzPts val="1100"/>
              <a:buFont typeface="Arial"/>
              <a:buNone/>
            </a:pPr>
            <a:r>
              <a:t/>
            </a:r>
            <a:endParaRPr b="0" i="0" sz="2900" u="none" cap="none" strike="noStrike">
              <a:solidFill>
                <a:srgbClr val="002060"/>
              </a:solidFill>
              <a:latin typeface="Arial"/>
              <a:ea typeface="Arial"/>
              <a:cs typeface="Arial"/>
              <a:sym typeface="Arial"/>
            </a:endParaRPr>
          </a:p>
          <a:p>
            <a:pPr indent="0" lvl="0" marL="0" marR="0" rtl="0" algn="just">
              <a:lnSpc>
                <a:spcPct val="90000"/>
              </a:lnSpc>
              <a:spcBef>
                <a:spcPts val="0"/>
              </a:spcBef>
              <a:spcAft>
                <a:spcPts val="0"/>
              </a:spcAft>
              <a:buClr>
                <a:srgbClr val="002060"/>
              </a:buClr>
              <a:buSzPts val="2000"/>
              <a:buFont typeface="Noto Sans Symbols"/>
              <a:buNone/>
            </a:pPr>
            <a:r>
              <a:t/>
            </a:r>
            <a:endParaRPr b="0" i="0" sz="2900" u="none" cap="none" strike="noStrike">
              <a:solidFill>
                <a:srgbClr val="002060"/>
              </a:solidFill>
              <a:latin typeface="Arial"/>
              <a:ea typeface="Arial"/>
              <a:cs typeface="Arial"/>
              <a:sym typeface="Arial"/>
            </a:endParaRPr>
          </a:p>
        </p:txBody>
      </p:sp>
      <p:sp>
        <p:nvSpPr>
          <p:cNvPr id="440" name="Google Shape;440;p57"/>
          <p:cNvSpPr txBox="1"/>
          <p:nvPr/>
        </p:nvSpPr>
        <p:spPr>
          <a:xfrm>
            <a:off x="988828" y="5295014"/>
            <a:ext cx="184731"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1" name="Google Shape;441;p57"/>
          <p:cNvSpPr txBox="1"/>
          <p:nvPr/>
        </p:nvSpPr>
        <p:spPr>
          <a:xfrm>
            <a:off x="371213" y="5078741"/>
            <a:ext cx="10466047" cy="954107"/>
          </a:xfrm>
          <a:prstGeom prst="rect">
            <a:avLst/>
          </a:prstGeom>
          <a:noFill/>
          <a:ln>
            <a:noFill/>
          </a:ln>
        </p:spPr>
        <p:txBody>
          <a:bodyPr anchorCtr="0" anchor="t" bIns="45700" lIns="91425" spcFirstLastPara="1" rIns="91425" wrap="square" tIns="45700">
            <a:spAutoFit/>
          </a:bodyPr>
          <a:lstStyle/>
          <a:p>
            <a:pPr indent="-457200" lvl="0" marL="457200" marR="0" rtl="0" algn="l">
              <a:lnSpc>
                <a:spcPct val="100000"/>
              </a:lnSpc>
              <a:spcBef>
                <a:spcPts val="0"/>
              </a:spcBef>
              <a:spcAft>
                <a:spcPts val="0"/>
              </a:spcAft>
              <a:buClr>
                <a:srgbClr val="000000"/>
              </a:buClr>
              <a:buSzPts val="1400"/>
              <a:buFont typeface="Arial"/>
              <a:buChar char="•"/>
            </a:pPr>
            <a:r>
              <a:rPr b="1" i="0" lang="es-ES" sz="1400" u="none" cap="none" strike="noStrike">
                <a:solidFill>
                  <a:srgbClr val="002060"/>
                </a:solidFill>
                <a:latin typeface="Arial"/>
                <a:ea typeface="Arial"/>
                <a:cs typeface="Arial"/>
                <a:sym typeface="Arial"/>
              </a:rPr>
              <a:t>Herramientas de planificación, por ejemplo</a:t>
            </a:r>
            <a:r>
              <a:rPr b="0" i="0" lang="es-ES" sz="1400" u="none" cap="none" strike="noStrike">
                <a:solidFill>
                  <a:srgbClr val="002060"/>
                </a:solidFill>
                <a:latin typeface="Arial"/>
                <a:ea typeface="Arial"/>
                <a:cs typeface="Arial"/>
                <a:sym typeface="Arial"/>
              </a:rPr>
              <a:t> cronograma, tablero de trabajo o carta Gantt.</a:t>
            </a:r>
            <a:endParaRPr/>
          </a:p>
          <a:p>
            <a:pPr indent="0" lvl="0" marL="0" marR="0" rtl="0" algn="l">
              <a:lnSpc>
                <a:spcPct val="100000"/>
              </a:lnSpc>
              <a:spcBef>
                <a:spcPts val="0"/>
              </a:spcBef>
              <a:spcAft>
                <a:spcPts val="0"/>
              </a:spcAft>
              <a:buNone/>
            </a:pPr>
            <a:r>
              <a:rPr b="1" i="0" lang="es-ES" sz="1400" u="none" cap="none" strike="noStrike">
                <a:solidFill>
                  <a:srgbClr val="002060"/>
                </a:solidFill>
                <a:latin typeface="Arial"/>
                <a:ea typeface="Arial"/>
                <a:cs typeface="Arial"/>
                <a:sym typeface="Arial"/>
              </a:rPr>
              <a:t>Artefactos de requerimientos </a:t>
            </a:r>
            <a:endParaRPr/>
          </a:p>
          <a:p>
            <a:pPr indent="0" lvl="0" marL="0" marR="0" rtl="0" algn="l">
              <a:lnSpc>
                <a:spcPct val="100000"/>
              </a:lnSpc>
              <a:spcBef>
                <a:spcPts val="0"/>
              </a:spcBef>
              <a:spcAft>
                <a:spcPts val="0"/>
              </a:spcAft>
              <a:buNone/>
            </a:pPr>
            <a:r>
              <a:rPr b="0" i="0" lang="es-ES" sz="1400" u="none" cap="none" strike="noStrike">
                <a:solidFill>
                  <a:srgbClr val="002060"/>
                </a:solidFill>
                <a:latin typeface="Arial"/>
                <a:ea typeface="Arial"/>
                <a:cs typeface="Arial"/>
                <a:sym typeface="Arial"/>
              </a:rPr>
              <a:t>según la metodología utilizada (ERS, CRC, Product Backlog, tarjetas de historias de usuario, entre otros).</a:t>
            </a:r>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5" name="Shape 445"/>
        <p:cNvGrpSpPr/>
        <p:nvPr/>
      </p:nvGrpSpPr>
      <p:grpSpPr>
        <a:xfrm>
          <a:off x="0" y="0"/>
          <a:ext cx="0" cy="0"/>
          <a:chOff x="0" y="0"/>
          <a:chExt cx="0" cy="0"/>
        </a:xfrm>
      </p:grpSpPr>
      <p:sp>
        <p:nvSpPr>
          <p:cNvPr id="446" name="Google Shape;446;p58"/>
          <p:cNvSpPr txBox="1"/>
          <p:nvPr>
            <p:ph type="title"/>
          </p:nvPr>
        </p:nvSpPr>
        <p:spPr>
          <a:xfrm>
            <a:off x="1474901" y="433331"/>
            <a:ext cx="10302421" cy="4479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lang="es-ES" sz="4400">
                <a:solidFill>
                  <a:srgbClr val="002060"/>
                </a:solidFill>
                <a:latin typeface="Arial"/>
                <a:ea typeface="Arial"/>
                <a:cs typeface="Arial"/>
                <a:sym typeface="Arial"/>
              </a:rPr>
              <a:t>Desarrollo de Actividades /Hito</a:t>
            </a:r>
            <a:endParaRPr sz="4000">
              <a:solidFill>
                <a:srgbClr val="002060"/>
              </a:solidFill>
            </a:endParaRPr>
          </a:p>
        </p:txBody>
      </p:sp>
      <p:sp>
        <p:nvSpPr>
          <p:cNvPr id="447" name="Google Shape;447;p58"/>
          <p:cNvSpPr txBox="1"/>
          <p:nvPr/>
        </p:nvSpPr>
        <p:spPr>
          <a:xfrm>
            <a:off x="622852" y="1423506"/>
            <a:ext cx="8635448" cy="915055"/>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dk1"/>
              </a:buClr>
              <a:buSzPts val="3600"/>
              <a:buFont typeface="Arial"/>
              <a:buNone/>
            </a:pPr>
            <a:r>
              <a:rPr b="0" i="0" lang="es-ES" sz="3600" u="none" cap="none" strike="noStrike">
                <a:solidFill>
                  <a:schemeClr val="dk1"/>
                </a:solidFill>
                <a:latin typeface="Arial"/>
                <a:ea typeface="Arial"/>
                <a:cs typeface="Arial"/>
                <a:sym typeface="Arial"/>
              </a:rPr>
              <a:t>Hito N°1 Levantamiento (EJEMPLO)</a:t>
            </a:r>
            <a:endParaRPr b="0" i="0" sz="3600" u="none" cap="none" strike="noStrike">
              <a:solidFill>
                <a:schemeClr val="dk1"/>
              </a:solidFill>
              <a:latin typeface="Arial"/>
              <a:ea typeface="Arial"/>
              <a:cs typeface="Arial"/>
              <a:sym typeface="Arial"/>
            </a:endParaRPr>
          </a:p>
        </p:txBody>
      </p:sp>
      <p:sp>
        <p:nvSpPr>
          <p:cNvPr id="448" name="Google Shape;448;p58"/>
          <p:cNvSpPr txBox="1"/>
          <p:nvPr/>
        </p:nvSpPr>
        <p:spPr>
          <a:xfrm>
            <a:off x="622850" y="2522875"/>
            <a:ext cx="10302420" cy="3713400"/>
          </a:xfrm>
          <a:prstGeom prst="rect">
            <a:avLst/>
          </a:prstGeom>
          <a:noFill/>
          <a:ln>
            <a:noFill/>
          </a:ln>
        </p:spPr>
        <p:txBody>
          <a:bodyPr anchorCtr="0" anchor="t" bIns="45700" lIns="91425" spcFirstLastPara="1" rIns="91425" wrap="square" tIns="45700">
            <a:noAutofit/>
          </a:bodyPr>
          <a:lstStyle/>
          <a:p>
            <a:pPr indent="-457200" lvl="0" marL="457200" marR="0" rtl="0" algn="l">
              <a:lnSpc>
                <a:spcPct val="100000"/>
              </a:lnSpc>
              <a:spcBef>
                <a:spcPts val="0"/>
              </a:spcBef>
              <a:spcAft>
                <a:spcPts val="0"/>
              </a:spcAft>
              <a:buClr>
                <a:srgbClr val="000000"/>
              </a:buClr>
              <a:buSzPts val="3200"/>
              <a:buFont typeface="Arial"/>
              <a:buChar char="•"/>
            </a:pPr>
            <a:r>
              <a:rPr b="1" i="0" lang="es-ES" sz="3200" u="none" cap="none" strike="noStrike">
                <a:solidFill>
                  <a:srgbClr val="002060"/>
                </a:solidFill>
                <a:latin typeface="Arial"/>
                <a:ea typeface="Arial"/>
                <a:cs typeface="Arial"/>
                <a:sym typeface="Arial"/>
              </a:rPr>
              <a:t>Herramientas de planificación, por ejemplo</a:t>
            </a:r>
            <a:r>
              <a:rPr b="0" i="0" lang="es-ES" sz="3200" u="none" cap="none" strike="noStrike">
                <a:solidFill>
                  <a:srgbClr val="002060"/>
                </a:solidFill>
                <a:latin typeface="Arial"/>
                <a:ea typeface="Arial"/>
                <a:cs typeface="Arial"/>
                <a:sym typeface="Arial"/>
              </a:rPr>
              <a:t> cronograma, tablero  o Cronograma</a:t>
            </a:r>
            <a:endParaRPr/>
          </a:p>
          <a:p>
            <a:pPr indent="0" lvl="0" marL="0" marR="0" rtl="0" algn="l">
              <a:lnSpc>
                <a:spcPct val="100000"/>
              </a:lnSpc>
              <a:spcBef>
                <a:spcPts val="0"/>
              </a:spcBef>
              <a:spcAft>
                <a:spcPts val="0"/>
              </a:spcAft>
              <a:buNone/>
            </a:pPr>
            <a:r>
              <a:rPr b="1" i="0" lang="es-ES" sz="3200" u="none" cap="none" strike="noStrike">
                <a:solidFill>
                  <a:srgbClr val="002060"/>
                </a:solidFill>
                <a:latin typeface="Arial"/>
                <a:ea typeface="Arial"/>
                <a:cs typeface="Arial"/>
                <a:sym typeface="Arial"/>
              </a:rPr>
              <a:t>Artefactos de requerimientos </a:t>
            </a:r>
            <a:r>
              <a:rPr b="0" i="0" lang="es-ES" sz="3200" u="none" cap="none" strike="noStrike">
                <a:solidFill>
                  <a:srgbClr val="002060"/>
                </a:solidFill>
                <a:latin typeface="Arial"/>
                <a:ea typeface="Arial"/>
                <a:cs typeface="Arial"/>
                <a:sym typeface="Arial"/>
              </a:rPr>
              <a:t>según la metodología utilizada (ERS, CRC, Product Backlog, tarjetas de historias de usuario, entre otros).</a:t>
            </a:r>
            <a:endParaRPr/>
          </a:p>
          <a:p>
            <a:pPr indent="-412750" lvl="0" marL="457200" marR="0" rtl="0" algn="just">
              <a:lnSpc>
                <a:spcPct val="90000"/>
              </a:lnSpc>
              <a:spcBef>
                <a:spcPts val="0"/>
              </a:spcBef>
              <a:spcAft>
                <a:spcPts val="0"/>
              </a:spcAft>
              <a:buClr>
                <a:srgbClr val="002060"/>
              </a:buClr>
              <a:buSzPts val="2900"/>
              <a:buFont typeface="Arial"/>
              <a:buChar char="●"/>
            </a:pPr>
            <a:r>
              <a:rPr b="0" i="0" lang="es-ES" sz="2900" u="none" cap="none" strike="noStrike">
                <a:solidFill>
                  <a:srgbClr val="002060"/>
                </a:solidFill>
                <a:latin typeface="Arial"/>
                <a:ea typeface="Arial"/>
                <a:cs typeface="Arial"/>
                <a:sym typeface="Arial"/>
              </a:rPr>
              <a:t>Modelo AS IS</a:t>
            </a:r>
            <a:endParaRPr b="0" i="0" sz="2900" u="none" cap="none" strike="noStrike">
              <a:solidFill>
                <a:srgbClr val="002060"/>
              </a:solidFill>
              <a:latin typeface="Arial"/>
              <a:ea typeface="Arial"/>
              <a:cs typeface="Arial"/>
              <a:sym typeface="Arial"/>
            </a:endParaRPr>
          </a:p>
          <a:p>
            <a:pPr indent="-412750" lvl="0" marL="457200" marR="0" rtl="0" algn="just">
              <a:lnSpc>
                <a:spcPct val="90000"/>
              </a:lnSpc>
              <a:spcBef>
                <a:spcPts val="0"/>
              </a:spcBef>
              <a:spcAft>
                <a:spcPts val="0"/>
              </a:spcAft>
              <a:buClr>
                <a:srgbClr val="002060"/>
              </a:buClr>
              <a:buSzPts val="2900"/>
              <a:buFont typeface="Arial"/>
              <a:buChar char="●"/>
            </a:pPr>
            <a:r>
              <a:rPr b="0" i="0" lang="es-ES" sz="2900" u="none" cap="none" strike="noStrike">
                <a:solidFill>
                  <a:srgbClr val="002060"/>
                </a:solidFill>
                <a:latin typeface="Arial"/>
                <a:ea typeface="Arial"/>
                <a:cs typeface="Arial"/>
                <a:sym typeface="Arial"/>
              </a:rPr>
              <a:t>Modelo TO BE</a:t>
            </a:r>
            <a:endParaRPr/>
          </a:p>
          <a:p>
            <a:pPr indent="-412750" lvl="0" marL="457200" marR="0" rtl="0" algn="just">
              <a:lnSpc>
                <a:spcPct val="90000"/>
              </a:lnSpc>
              <a:spcBef>
                <a:spcPts val="0"/>
              </a:spcBef>
              <a:spcAft>
                <a:spcPts val="0"/>
              </a:spcAft>
              <a:buClr>
                <a:srgbClr val="002060"/>
              </a:buClr>
              <a:buSzPts val="2900"/>
              <a:buFont typeface="Arial"/>
              <a:buChar char="●"/>
            </a:pPr>
            <a:r>
              <a:rPr b="0" i="0" lang="es-ES" sz="2900" u="none" cap="none" strike="noStrike">
                <a:solidFill>
                  <a:srgbClr val="002060"/>
                </a:solidFill>
                <a:latin typeface="Arial"/>
                <a:ea typeface="Arial"/>
                <a:cs typeface="Arial"/>
                <a:sym typeface="Arial"/>
              </a:rPr>
              <a:t>Etc </a:t>
            </a:r>
            <a:endParaRPr b="0" i="0" sz="2900" u="none" cap="none" strike="noStrike">
              <a:solidFill>
                <a:srgbClr val="002060"/>
              </a:solidFill>
              <a:latin typeface="Arial"/>
              <a:ea typeface="Arial"/>
              <a:cs typeface="Arial"/>
              <a:sym typeface="Arial"/>
            </a:endParaRPr>
          </a:p>
          <a:p>
            <a:pPr indent="0" lvl="0" marL="0" marR="0" rtl="0" algn="just">
              <a:lnSpc>
                <a:spcPct val="90000"/>
              </a:lnSpc>
              <a:spcBef>
                <a:spcPts val="0"/>
              </a:spcBef>
              <a:spcAft>
                <a:spcPts val="0"/>
              </a:spcAft>
              <a:buClr>
                <a:schemeClr val="dk1"/>
              </a:buClr>
              <a:buSzPts val="1100"/>
              <a:buFont typeface="Arial"/>
              <a:buNone/>
            </a:pPr>
            <a:r>
              <a:t/>
            </a:r>
            <a:endParaRPr b="0" i="0" sz="2900" u="none" cap="none" strike="noStrike">
              <a:solidFill>
                <a:srgbClr val="002060"/>
              </a:solidFill>
              <a:latin typeface="Arial"/>
              <a:ea typeface="Arial"/>
              <a:cs typeface="Arial"/>
              <a:sym typeface="Arial"/>
            </a:endParaRPr>
          </a:p>
          <a:p>
            <a:pPr indent="0" lvl="0" marL="0" marR="0" rtl="0" algn="just">
              <a:lnSpc>
                <a:spcPct val="90000"/>
              </a:lnSpc>
              <a:spcBef>
                <a:spcPts val="0"/>
              </a:spcBef>
              <a:spcAft>
                <a:spcPts val="0"/>
              </a:spcAft>
              <a:buClr>
                <a:srgbClr val="002060"/>
              </a:buClr>
              <a:buSzPts val="2000"/>
              <a:buFont typeface="Noto Sans Symbols"/>
              <a:buNone/>
            </a:pPr>
            <a:r>
              <a:t/>
            </a:r>
            <a:endParaRPr b="0" i="0" sz="2900" u="none" cap="none" strike="noStrike">
              <a:solidFill>
                <a:srgbClr val="002060"/>
              </a:solidFill>
              <a:latin typeface="Arial"/>
              <a:ea typeface="Arial"/>
              <a:cs typeface="Arial"/>
              <a:sym typeface="Arial"/>
            </a:endParaRPr>
          </a:p>
        </p:txBody>
      </p:sp>
      <p:sp>
        <p:nvSpPr>
          <p:cNvPr id="449" name="Google Shape;449;p58"/>
          <p:cNvSpPr txBox="1"/>
          <p:nvPr/>
        </p:nvSpPr>
        <p:spPr>
          <a:xfrm>
            <a:off x="4477770" y="4972829"/>
            <a:ext cx="7534274" cy="923330"/>
          </a:xfrm>
          <a:prstGeom prst="rect">
            <a:avLst/>
          </a:prstGeom>
          <a:solidFill>
            <a:schemeClr val="lt1"/>
          </a:solidFill>
          <a:ln cap="flat" cmpd="sng" w="25400">
            <a:solidFill>
              <a:schemeClr val="accent1"/>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s-ES" sz="5400" u="none" cap="none" strike="noStrike">
                <a:solidFill>
                  <a:schemeClr val="accent6"/>
                </a:solidFill>
                <a:latin typeface="Arial"/>
                <a:ea typeface="Arial"/>
                <a:cs typeface="Arial"/>
                <a:sym typeface="Arial"/>
              </a:rPr>
              <a:t>Ejemplo del HITO 1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3" name="Shape 453"/>
        <p:cNvGrpSpPr/>
        <p:nvPr/>
      </p:nvGrpSpPr>
      <p:grpSpPr>
        <a:xfrm>
          <a:off x="0" y="0"/>
          <a:ext cx="0" cy="0"/>
          <a:chOff x="0" y="0"/>
          <a:chExt cx="0" cy="0"/>
        </a:xfrm>
      </p:grpSpPr>
      <p:sp>
        <p:nvSpPr>
          <p:cNvPr id="454" name="Google Shape;454;p59"/>
          <p:cNvSpPr txBox="1"/>
          <p:nvPr>
            <p:ph type="title"/>
          </p:nvPr>
        </p:nvSpPr>
        <p:spPr>
          <a:xfrm>
            <a:off x="515088" y="1879600"/>
            <a:ext cx="5470133" cy="4155512"/>
          </a:xfrm>
          <a:prstGeom prst="rect">
            <a:avLst/>
          </a:prstGeom>
          <a:noFill/>
          <a:ln>
            <a:noFill/>
          </a:ln>
        </p:spPr>
        <p:txBody>
          <a:bodyPr anchorCtr="0" anchor="t" bIns="45700" lIns="91425" spcFirstLastPara="1" rIns="91425" wrap="square" tIns="45700">
            <a:noAutofit/>
          </a:bodyPr>
          <a:lstStyle/>
          <a:p>
            <a:pPr indent="0" lvl="0" marL="0" rtl="0" algn="ctr">
              <a:lnSpc>
                <a:spcPct val="90000"/>
              </a:lnSpc>
              <a:spcBef>
                <a:spcPts val="0"/>
              </a:spcBef>
              <a:spcAft>
                <a:spcPts val="0"/>
              </a:spcAft>
              <a:buSzPts val="3000"/>
              <a:buNone/>
            </a:pPr>
            <a:r>
              <a:rPr lang="es-ES" sz="7200">
                <a:solidFill>
                  <a:schemeClr val="lt1"/>
                </a:solidFill>
              </a:rPr>
              <a:t>Demostración del PRODUCTO</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9" name="Shape 459"/>
        <p:cNvGrpSpPr/>
        <p:nvPr/>
      </p:nvGrpSpPr>
      <p:grpSpPr>
        <a:xfrm>
          <a:off x="0" y="0"/>
          <a:ext cx="0" cy="0"/>
          <a:chOff x="0" y="0"/>
          <a:chExt cx="0" cy="0"/>
        </a:xfrm>
      </p:grpSpPr>
      <p:sp>
        <p:nvSpPr>
          <p:cNvPr id="460" name="Google Shape;460;g3f8bb8eb9a8_0_2524"/>
          <p:cNvSpPr txBox="1"/>
          <p:nvPr>
            <p:ph type="title"/>
          </p:nvPr>
        </p:nvSpPr>
        <p:spPr>
          <a:xfrm>
            <a:off x="801712" y="4994314"/>
            <a:ext cx="3668100" cy="1200600"/>
          </a:xfrm>
          <a:prstGeom prst="rect">
            <a:avLst/>
          </a:prstGeom>
          <a:noFill/>
          <a:ln>
            <a:noFill/>
          </a:ln>
        </p:spPr>
        <p:txBody>
          <a:bodyPr anchorCtr="0" anchor="t" bIns="0" lIns="0" spcFirstLastPara="1" rIns="0" wrap="square" tIns="0">
            <a:spAutoFit/>
          </a:bodyPr>
          <a:lstStyle/>
          <a:p>
            <a:pPr indent="0" lvl="0" marL="0" rtl="0" algn="l">
              <a:lnSpc>
                <a:spcPct val="100000"/>
              </a:lnSpc>
              <a:spcBef>
                <a:spcPts val="0"/>
              </a:spcBef>
              <a:spcAft>
                <a:spcPts val="0"/>
              </a:spcAft>
              <a:buSzPts val="800"/>
              <a:buNone/>
            </a:pPr>
            <a:r>
              <a:rPr b="1" lang="es-ES" sz="3900">
                <a:solidFill>
                  <a:schemeClr val="dk1"/>
                </a:solidFill>
              </a:rPr>
              <a:t>Conclusión</a:t>
            </a:r>
            <a:endParaRPr b="1" sz="3900">
              <a:solidFill>
                <a:schemeClr val="dk1"/>
              </a:solidFill>
            </a:endParaRPr>
          </a:p>
          <a:p>
            <a:pPr indent="0" lvl="0" marL="0" rtl="0" algn="l">
              <a:lnSpc>
                <a:spcPct val="100000"/>
              </a:lnSpc>
              <a:spcBef>
                <a:spcPts val="0"/>
              </a:spcBef>
              <a:spcAft>
                <a:spcPts val="0"/>
              </a:spcAft>
              <a:buSzPts val="800"/>
              <a:buNone/>
            </a:pPr>
            <a:r>
              <a:rPr b="1" lang="es-ES" sz="3900">
                <a:solidFill>
                  <a:schemeClr val="dk1"/>
                </a:solidFill>
              </a:rPr>
              <a:t>Reflexión</a:t>
            </a:r>
            <a:endParaRPr b="1" sz="3900">
              <a:solidFill>
                <a:schemeClr val="dk1"/>
              </a:solidFill>
            </a:endParaRPr>
          </a:p>
        </p:txBody>
      </p:sp>
      <p:sp>
        <p:nvSpPr>
          <p:cNvPr id="461" name="Google Shape;461;g3f8bb8eb9a8_0_2524"/>
          <p:cNvSpPr txBox="1"/>
          <p:nvPr/>
        </p:nvSpPr>
        <p:spPr>
          <a:xfrm>
            <a:off x="4816200" y="4656825"/>
            <a:ext cx="7375800" cy="1875600"/>
          </a:xfrm>
          <a:prstGeom prst="rect">
            <a:avLst/>
          </a:prstGeom>
          <a:noFill/>
          <a:ln>
            <a:noFill/>
          </a:ln>
        </p:spPr>
        <p:txBody>
          <a:bodyPr anchorCtr="0" anchor="t" bIns="55450" lIns="55450" spcFirstLastPara="1" rIns="55450" wrap="square" tIns="55450">
            <a:noAutofit/>
          </a:bodyPr>
          <a:lstStyle/>
          <a:p>
            <a:pPr indent="-234950" lvl="0" marL="180000" rtl="0" algn="l">
              <a:lnSpc>
                <a:spcPct val="115000"/>
              </a:lnSpc>
              <a:spcBef>
                <a:spcPts val="1200"/>
              </a:spcBef>
              <a:spcAft>
                <a:spcPts val="0"/>
              </a:spcAft>
              <a:buSzPts val="1600"/>
              <a:buChar char="●"/>
            </a:pPr>
            <a:r>
              <a:rPr b="1" lang="es-ES" sz="1600">
                <a:solidFill>
                  <a:srgbClr val="002060"/>
                </a:solidFill>
              </a:rPr>
              <a:t>Impacto Operativa:</a:t>
            </a:r>
            <a:r>
              <a:rPr b="1" lang="es-ES" sz="1600">
                <a:solidFill>
                  <a:srgbClr val="FF9900"/>
                </a:solidFill>
              </a:rPr>
              <a:t> </a:t>
            </a:r>
            <a:r>
              <a:rPr lang="es-ES" sz="1600"/>
              <a:t>La automatización transforma una tarea repetitiva en un flujo digital.</a:t>
            </a:r>
            <a:endParaRPr sz="1600"/>
          </a:p>
          <a:p>
            <a:pPr indent="-234950" lvl="0" marL="180000" rtl="0" algn="l">
              <a:lnSpc>
                <a:spcPct val="115000"/>
              </a:lnSpc>
              <a:spcBef>
                <a:spcPts val="0"/>
              </a:spcBef>
              <a:spcAft>
                <a:spcPts val="0"/>
              </a:spcAft>
              <a:buSzPts val="1600"/>
              <a:buChar char="●"/>
            </a:pPr>
            <a:r>
              <a:rPr b="1" lang="es-ES" sz="1600">
                <a:solidFill>
                  <a:srgbClr val="002060"/>
                </a:solidFill>
              </a:rPr>
              <a:t>Alineación con el Perfil de Egreso: </a:t>
            </a:r>
            <a:r>
              <a:rPr lang="es-ES" sz="1600"/>
              <a:t>El prototipo pone a prueba el ciclo de vida del software, la integración de sistemas y la optimización de procesos.</a:t>
            </a:r>
            <a:endParaRPr sz="1600"/>
          </a:p>
          <a:p>
            <a:pPr indent="-234950" lvl="0" marL="180000" rtl="0" algn="l">
              <a:lnSpc>
                <a:spcPct val="115000"/>
              </a:lnSpc>
              <a:spcBef>
                <a:spcPts val="0"/>
              </a:spcBef>
              <a:spcAft>
                <a:spcPts val="0"/>
              </a:spcAft>
              <a:buSzPts val="1600"/>
              <a:buChar char="●"/>
            </a:pPr>
            <a:r>
              <a:rPr b="1" lang="es-ES" sz="1600">
                <a:solidFill>
                  <a:srgbClr val="002060"/>
                </a:solidFill>
              </a:rPr>
              <a:t>Escalabilidad:</a:t>
            </a:r>
            <a:r>
              <a:rPr lang="es-ES" sz="1600"/>
              <a:t> La solución es viable ya que no solo resuelve una necesidad local.</a:t>
            </a:r>
            <a:endParaRPr b="1" sz="1600" u="sng"/>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0"/>
          <p:cNvSpPr txBox="1"/>
          <p:nvPr>
            <p:ph idx="4294967295" type="title"/>
          </p:nvPr>
        </p:nvSpPr>
        <p:spPr>
          <a:xfrm>
            <a:off x="3691890" y="482918"/>
            <a:ext cx="4225925" cy="812800"/>
          </a:xfrm>
          <a:prstGeom prst="rect">
            <a:avLst/>
          </a:prstGeom>
          <a:noFill/>
          <a:ln>
            <a:noFill/>
          </a:ln>
        </p:spPr>
        <p:txBody>
          <a:bodyPr anchorCtr="0" anchor="t" bIns="45700" lIns="91425" spcFirstLastPara="1" rIns="91425" wrap="square" tIns="45700">
            <a:noAutofit/>
          </a:bodyPr>
          <a:lstStyle/>
          <a:p>
            <a:pPr indent="0" lvl="0" marL="0" rtl="0" algn="ctr">
              <a:lnSpc>
                <a:spcPct val="90000"/>
              </a:lnSpc>
              <a:spcBef>
                <a:spcPts val="0"/>
              </a:spcBef>
              <a:spcAft>
                <a:spcPts val="0"/>
              </a:spcAft>
              <a:buSzPts val="3000"/>
              <a:buNone/>
            </a:pPr>
            <a:r>
              <a:rPr b="1" lang="es-ES">
                <a:solidFill>
                  <a:schemeClr val="dk1"/>
                </a:solidFill>
              </a:rPr>
              <a:t>Preguntas </a:t>
            </a:r>
            <a:endParaRPr/>
          </a:p>
        </p:txBody>
      </p:sp>
      <p:pic>
        <p:nvPicPr>
          <p:cNvPr descr="http://www.clipartroo.com/images/33/group-talking-clipart-33811.png" id="467" name="Google Shape;467;p20"/>
          <p:cNvPicPr preferRelativeResize="0"/>
          <p:nvPr/>
        </p:nvPicPr>
        <p:blipFill rotWithShape="1">
          <a:blip r:embed="rId3">
            <a:alphaModFix/>
          </a:blip>
          <a:srcRect b="0" l="0" r="0" t="0"/>
          <a:stretch/>
        </p:blipFill>
        <p:spPr>
          <a:xfrm>
            <a:off x="3157998" y="1467168"/>
            <a:ext cx="6306311" cy="422116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67"/>
                                        </p:tgtEl>
                                        <p:attrNameLst>
                                          <p:attrName>style.visibility</p:attrName>
                                        </p:attrNameLst>
                                      </p:cBhvr>
                                      <p:to>
                                        <p:strVal val="visible"/>
                                      </p:to>
                                    </p:set>
                                    <p:animEffect filter="fade" transition="in">
                                      <p:cBhvr>
                                        <p:cTn dur="1000"/>
                                        <p:tgtEl>
                                          <p:spTgt spid="4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1"/>
          <p:cNvSpPr txBox="1"/>
          <p:nvPr>
            <p:ph type="title"/>
          </p:nvPr>
        </p:nvSpPr>
        <p:spPr>
          <a:xfrm>
            <a:off x="718288" y="3997032"/>
            <a:ext cx="5470133" cy="93318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lang="es-ES" sz="8800"/>
              <a:t>Anexos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2"/>
          <p:cNvSpPr txBox="1"/>
          <p:nvPr>
            <p:ph type="title"/>
          </p:nvPr>
        </p:nvSpPr>
        <p:spPr>
          <a:xfrm>
            <a:off x="1474901" y="433331"/>
            <a:ext cx="10302421" cy="4479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SzPts val="3000"/>
              <a:buNone/>
            </a:pPr>
            <a:r>
              <a:rPr lang="es-ES" sz="4800">
                <a:solidFill>
                  <a:srgbClr val="002060"/>
                </a:solidFill>
              </a:rPr>
              <a:t>Anexos</a:t>
            </a:r>
            <a:br>
              <a:rPr lang="es-ES"/>
            </a:br>
            <a:endParaRPr/>
          </a:p>
        </p:txBody>
      </p:sp>
      <p:sp>
        <p:nvSpPr>
          <p:cNvPr id="478" name="Google Shape;478;p62"/>
          <p:cNvSpPr txBox="1"/>
          <p:nvPr/>
        </p:nvSpPr>
        <p:spPr>
          <a:xfrm>
            <a:off x="908775" y="2737050"/>
            <a:ext cx="8609400" cy="1569900"/>
          </a:xfrm>
          <a:prstGeom prst="rect">
            <a:avLst/>
          </a:prstGeom>
          <a:noFill/>
          <a:ln>
            <a:noFill/>
          </a:ln>
        </p:spPr>
        <p:txBody>
          <a:bodyPr anchorCtr="0" anchor="t" bIns="45700" lIns="91425" spcFirstLastPara="1" rIns="91425" wrap="square" tIns="45700">
            <a:spAutoFit/>
          </a:bodyPr>
          <a:lstStyle/>
          <a:p>
            <a:pPr indent="-431800" lvl="0" marL="457200" marR="0" rtl="0" algn="l">
              <a:lnSpc>
                <a:spcPct val="100000"/>
              </a:lnSpc>
              <a:spcBef>
                <a:spcPts val="0"/>
              </a:spcBef>
              <a:spcAft>
                <a:spcPts val="0"/>
              </a:spcAft>
              <a:buSzPts val="3200"/>
              <a:buChar char="●"/>
            </a:pPr>
            <a:r>
              <a:rPr b="1" lang="es-ES" sz="3200" u="sng">
                <a:solidFill>
                  <a:schemeClr val="hlink"/>
                </a:solidFill>
                <a:hlinkClick r:id="rId3"/>
              </a:rPr>
              <a:t>Cronograma Jira</a:t>
            </a:r>
            <a:endParaRPr b="1" sz="3200" u="sng">
              <a:solidFill>
                <a:schemeClr val="hlink"/>
              </a:solidFill>
            </a:endParaRPr>
          </a:p>
          <a:p>
            <a:pPr indent="-431800" lvl="0" marL="457200" marR="0" rtl="0" algn="l">
              <a:lnSpc>
                <a:spcPct val="100000"/>
              </a:lnSpc>
              <a:spcBef>
                <a:spcPts val="0"/>
              </a:spcBef>
              <a:spcAft>
                <a:spcPts val="0"/>
              </a:spcAft>
              <a:buClr>
                <a:schemeClr val="hlink"/>
              </a:buClr>
              <a:buSzPts val="3200"/>
              <a:buChar char="●"/>
            </a:pPr>
            <a:r>
              <a:rPr b="1" lang="es-ES" sz="3200" u="sng">
                <a:solidFill>
                  <a:schemeClr val="hlink"/>
                </a:solidFill>
                <a:hlinkClick r:id="rId4"/>
              </a:rPr>
              <a:t>Proyecto GitHub</a:t>
            </a:r>
            <a:endParaRPr/>
          </a:p>
          <a:p>
            <a:pPr indent="-431800" lvl="0" marL="457200" marR="0" rtl="0" algn="l">
              <a:lnSpc>
                <a:spcPct val="100000"/>
              </a:lnSpc>
              <a:spcBef>
                <a:spcPts val="0"/>
              </a:spcBef>
              <a:spcAft>
                <a:spcPts val="0"/>
              </a:spcAft>
              <a:buClr>
                <a:schemeClr val="hlink"/>
              </a:buClr>
              <a:buSzPts val="3200"/>
              <a:buChar char="●"/>
            </a:pPr>
            <a:r>
              <a:rPr b="1" lang="es-ES" sz="3200" u="sng">
                <a:solidFill>
                  <a:schemeClr val="hlink"/>
                </a:solidFill>
                <a:hlinkClick r:id="rId5"/>
              </a:rPr>
              <a:t>Documentación Respaldo Confluence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e Office">
  <a:themeElements>
    <a:clrScheme name="DUOC 2">
      <a:dk1>
        <a:srgbClr val="172740"/>
      </a:dk1>
      <a:lt1>
        <a:srgbClr val="FFFFFF"/>
      </a:lt1>
      <a:dk2>
        <a:srgbClr val="81888F"/>
      </a:dk2>
      <a:lt2>
        <a:srgbClr val="FBC842"/>
      </a:lt2>
      <a:accent1>
        <a:srgbClr val="DE3075"/>
      </a:accent1>
      <a:accent2>
        <a:srgbClr val="702785"/>
      </a:accent2>
      <a:accent3>
        <a:srgbClr val="BDD503"/>
      </a:accent3>
      <a:accent4>
        <a:srgbClr val="00A0DE"/>
      </a:accent4>
      <a:accent5>
        <a:srgbClr val="FA742C"/>
      </a:accent5>
      <a:accent6>
        <a:srgbClr val="AE0F0F"/>
      </a:accent6>
      <a:hlink>
        <a:srgbClr val="723714"/>
      </a:hlink>
      <a:folHlink>
        <a:srgbClr val="6B79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Francisca Navarro</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0x01010048559AD10BB8994EAB51E48F3FE516F0</vt:lpwstr>
  </property>
  <property fmtid="{D5CDD505-2E9C-101B-9397-08002B2CF9AE}" pid="3" name="Order">
    <vt:r8>2378900.0</vt:r8>
  </property>
  <property fmtid="{D5CDD505-2E9C-101B-9397-08002B2CF9AE}" pid="4" name="TriggerFlowInfo">
    <vt:lpwstr/>
  </property>
  <property fmtid="{D5CDD505-2E9C-101B-9397-08002B2CF9AE}" pid="5" name="_SourceUrl">
    <vt:lpwstr/>
  </property>
  <property fmtid="{D5CDD505-2E9C-101B-9397-08002B2CF9AE}" pid="6" name="_SharedFileIndex">
    <vt:lpwstr/>
  </property>
  <property fmtid="{D5CDD505-2E9C-101B-9397-08002B2CF9AE}" pid="7" name="ComplianceAssetId">
    <vt:lpwstr/>
  </property>
  <property fmtid="{D5CDD505-2E9C-101B-9397-08002B2CF9AE}" pid="8" name="_activity">
    <vt:lpwstr>{"FileActivityType":"9","FileActivityTimeStamp":"2025-09-11T01:10:02.480Z","FileActivityUsersOnPage":[{"DisplayName":"ELIANA MALLEN GONZALEZ GONZALEZ","Id":"elia.gonzalezg@profesor.duoc.cl"}],"FileActivityNavigationId":null}</vt:lpwstr>
  </property>
  <property fmtid="{D5CDD505-2E9C-101B-9397-08002B2CF9AE}" pid="9" name="_ExtendedDescription">
    <vt:lpwstr/>
  </property>
  <property fmtid="{D5CDD505-2E9C-101B-9397-08002B2CF9AE}" pid="10" name="MediaServiceImageTags">
    <vt:lpwstr/>
  </property>
</Properties>
</file>